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IBM Plex Sans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IBM Plex Sans Condensed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31" Type="http://schemas.openxmlformats.org/officeDocument/2006/relationships/font" Target="fonts/IBMPlexSansCondensed-bold.fntdata"/><Relationship Id="rId30" Type="http://schemas.openxmlformats.org/officeDocument/2006/relationships/font" Target="fonts/IBMPlexSansCondensed-regular.fntdata"/><Relationship Id="rId33" Type="http://schemas.openxmlformats.org/officeDocument/2006/relationships/font" Target="fonts/IBMPlexSansCondensed-boldItalic.fntdata"/><Relationship Id="rId32" Type="http://schemas.openxmlformats.org/officeDocument/2006/relationships/font" Target="fonts/IBMPlexSansCondensed-italic.fntdata"/><Relationship Id="rId35" Type="http://schemas.openxmlformats.org/officeDocument/2006/relationships/font" Target="fonts/OpenSans-bold.fntdata"/><Relationship Id="rId34" Type="http://schemas.openxmlformats.org/officeDocument/2006/relationships/font" Target="fonts/OpenSans-regular.fntdata"/><Relationship Id="rId37" Type="http://schemas.openxmlformats.org/officeDocument/2006/relationships/font" Target="fonts/OpenSans-boldItalic.fntdata"/><Relationship Id="rId36" Type="http://schemas.openxmlformats.org/officeDocument/2006/relationships/font" Target="fonts/OpenSans-italic.fntdata"/><Relationship Id="rId20" Type="http://schemas.openxmlformats.org/officeDocument/2006/relationships/slide" Target="slides/slide14.xml"/><Relationship Id="rId22" Type="http://schemas.openxmlformats.org/officeDocument/2006/relationships/font" Target="fonts/IBMPlexSans-regular.fntdata"/><Relationship Id="rId21" Type="http://schemas.openxmlformats.org/officeDocument/2006/relationships/slide" Target="slides/slide15.xml"/><Relationship Id="rId24" Type="http://schemas.openxmlformats.org/officeDocument/2006/relationships/font" Target="fonts/IBMPlexSans-italic.fntdata"/><Relationship Id="rId23" Type="http://schemas.openxmlformats.org/officeDocument/2006/relationships/font" Target="fonts/IBMPlexSans-bold.fntdata"/><Relationship Id="rId26" Type="http://schemas.openxmlformats.org/officeDocument/2006/relationships/font" Target="fonts/Montserrat-regular.fntdata"/><Relationship Id="rId25" Type="http://schemas.openxmlformats.org/officeDocument/2006/relationships/font" Target="fonts/IBMPlexSans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29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56054556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56054556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560545561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560545561_2_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56054556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560545561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560545561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560545561_2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e560545561_2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3e560545561_2_8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e560545561_2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g3e560545561_2_8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e560545561_2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e560545561_2_8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e56054556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e56054556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e56054556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e56054556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e56054556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3e56054556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eae523bd76_0_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g3eae523bd76_0_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g3eae523bd76_0_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eae523bd76_0_1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0" name="Google Shape;1390;g3eae523bd76_0_1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g3eae523bd76_0_1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3eae523bd76_0_3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9" name="Google Shape;1579;g3eae523bd76_0_34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g3eae523bd76_0_34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3eae523bd76_0_4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2" name="Google Shape;1692;g3eae523bd76_0_4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g3eae523bd76_0_4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3eae523bd76_0_74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9" name="Google Shape;1779;g3eae523bd76_0_74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g3eae523bd76_0_74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40" Type="http://schemas.openxmlformats.org/officeDocument/2006/relationships/image" Target="../media/image26.jpg"/><Relationship Id="rId42" Type="http://schemas.openxmlformats.org/officeDocument/2006/relationships/image" Target="../media/image63.jpg"/><Relationship Id="rId41" Type="http://schemas.openxmlformats.org/officeDocument/2006/relationships/image" Target="../media/image77.jpg"/><Relationship Id="rId44" Type="http://schemas.openxmlformats.org/officeDocument/2006/relationships/image" Target="../media/image62.jpg"/><Relationship Id="rId43" Type="http://schemas.openxmlformats.org/officeDocument/2006/relationships/image" Target="../media/image30.jpg"/><Relationship Id="rId46" Type="http://schemas.openxmlformats.org/officeDocument/2006/relationships/image" Target="../media/image34.jpg"/><Relationship Id="rId45" Type="http://schemas.openxmlformats.org/officeDocument/2006/relationships/image" Target="../media/image89.jpg"/><Relationship Id="rId107" Type="http://schemas.openxmlformats.org/officeDocument/2006/relationships/image" Target="../media/image97.png"/><Relationship Id="rId106" Type="http://schemas.openxmlformats.org/officeDocument/2006/relationships/image" Target="../media/image96.jpg"/><Relationship Id="rId105" Type="http://schemas.openxmlformats.org/officeDocument/2006/relationships/image" Target="../media/image103.jpg"/><Relationship Id="rId104" Type="http://schemas.openxmlformats.org/officeDocument/2006/relationships/image" Target="../media/image93.jpg"/><Relationship Id="rId109" Type="http://schemas.openxmlformats.org/officeDocument/2006/relationships/image" Target="../media/image102.jpg"/><Relationship Id="rId108" Type="http://schemas.openxmlformats.org/officeDocument/2006/relationships/image" Target="../media/image98.jpg"/><Relationship Id="rId48" Type="http://schemas.openxmlformats.org/officeDocument/2006/relationships/image" Target="../media/image41.png"/><Relationship Id="rId47" Type="http://schemas.openxmlformats.org/officeDocument/2006/relationships/image" Target="../media/image58.png"/><Relationship Id="rId49" Type="http://schemas.openxmlformats.org/officeDocument/2006/relationships/image" Target="../media/image38.png"/><Relationship Id="rId103" Type="http://schemas.openxmlformats.org/officeDocument/2006/relationships/image" Target="../media/image94.jpg"/><Relationship Id="rId102" Type="http://schemas.openxmlformats.org/officeDocument/2006/relationships/image" Target="../media/image88.jpg"/><Relationship Id="rId101" Type="http://schemas.openxmlformats.org/officeDocument/2006/relationships/image" Target="../media/image86.png"/><Relationship Id="rId100" Type="http://schemas.openxmlformats.org/officeDocument/2006/relationships/image" Target="../media/image92.jpg"/><Relationship Id="rId31" Type="http://schemas.openxmlformats.org/officeDocument/2006/relationships/image" Target="../media/image18.jpg"/><Relationship Id="rId30" Type="http://schemas.openxmlformats.org/officeDocument/2006/relationships/image" Target="../media/image37.jpg"/><Relationship Id="rId33" Type="http://schemas.openxmlformats.org/officeDocument/2006/relationships/image" Target="../media/image19.jpg"/><Relationship Id="rId32" Type="http://schemas.openxmlformats.org/officeDocument/2006/relationships/image" Target="../media/image73.jpg"/><Relationship Id="rId35" Type="http://schemas.openxmlformats.org/officeDocument/2006/relationships/image" Target="../media/image45.jpg"/><Relationship Id="rId34" Type="http://schemas.openxmlformats.org/officeDocument/2006/relationships/image" Target="../media/image36.jpg"/><Relationship Id="rId37" Type="http://schemas.openxmlformats.org/officeDocument/2006/relationships/image" Target="../media/image22.jpg"/><Relationship Id="rId36" Type="http://schemas.openxmlformats.org/officeDocument/2006/relationships/image" Target="../media/image21.jpg"/><Relationship Id="rId39" Type="http://schemas.openxmlformats.org/officeDocument/2006/relationships/image" Target="../media/image78.jpg"/><Relationship Id="rId38" Type="http://schemas.openxmlformats.org/officeDocument/2006/relationships/image" Target="../media/image72.jpg"/><Relationship Id="rId20" Type="http://schemas.openxmlformats.org/officeDocument/2006/relationships/image" Target="../media/image13.jpg"/><Relationship Id="rId22" Type="http://schemas.openxmlformats.org/officeDocument/2006/relationships/image" Target="../media/image32.jpg"/><Relationship Id="rId21" Type="http://schemas.openxmlformats.org/officeDocument/2006/relationships/image" Target="../media/image12.jpg"/><Relationship Id="rId24" Type="http://schemas.openxmlformats.org/officeDocument/2006/relationships/image" Target="../media/image33.jpg"/><Relationship Id="rId23" Type="http://schemas.openxmlformats.org/officeDocument/2006/relationships/image" Target="../media/image11.jpg"/><Relationship Id="rId129" Type="http://schemas.openxmlformats.org/officeDocument/2006/relationships/image" Target="../media/image112.jpg"/><Relationship Id="rId128" Type="http://schemas.openxmlformats.org/officeDocument/2006/relationships/image" Target="../media/image114.jpg"/><Relationship Id="rId127" Type="http://schemas.openxmlformats.org/officeDocument/2006/relationships/image" Target="../media/image130.jpg"/><Relationship Id="rId126" Type="http://schemas.openxmlformats.org/officeDocument/2006/relationships/image" Target="../media/image111.jpg"/><Relationship Id="rId26" Type="http://schemas.openxmlformats.org/officeDocument/2006/relationships/image" Target="../media/image20.jpg"/><Relationship Id="rId121" Type="http://schemas.openxmlformats.org/officeDocument/2006/relationships/image" Target="../media/image117.jpg"/><Relationship Id="rId25" Type="http://schemas.openxmlformats.org/officeDocument/2006/relationships/image" Target="../media/image16.jpg"/><Relationship Id="rId120" Type="http://schemas.openxmlformats.org/officeDocument/2006/relationships/image" Target="../media/image120.jpg"/><Relationship Id="rId28" Type="http://schemas.openxmlformats.org/officeDocument/2006/relationships/image" Target="../media/image35.jpg"/><Relationship Id="rId27" Type="http://schemas.openxmlformats.org/officeDocument/2006/relationships/image" Target="../media/image15.jpg"/><Relationship Id="rId125" Type="http://schemas.openxmlformats.org/officeDocument/2006/relationships/image" Target="../media/image123.jpg"/><Relationship Id="rId29" Type="http://schemas.openxmlformats.org/officeDocument/2006/relationships/image" Target="../media/image27.jpg"/><Relationship Id="rId124" Type="http://schemas.openxmlformats.org/officeDocument/2006/relationships/image" Target="../media/image122.jpg"/><Relationship Id="rId123" Type="http://schemas.openxmlformats.org/officeDocument/2006/relationships/image" Target="../media/image110.png"/><Relationship Id="rId122" Type="http://schemas.openxmlformats.org/officeDocument/2006/relationships/image" Target="../media/image116.png"/><Relationship Id="rId95" Type="http://schemas.openxmlformats.org/officeDocument/2006/relationships/image" Target="../media/image127.jpg"/><Relationship Id="rId94" Type="http://schemas.openxmlformats.org/officeDocument/2006/relationships/image" Target="../media/image80.jpg"/><Relationship Id="rId97" Type="http://schemas.openxmlformats.org/officeDocument/2006/relationships/image" Target="../media/image85.jpg"/><Relationship Id="rId96" Type="http://schemas.openxmlformats.org/officeDocument/2006/relationships/image" Target="../media/image129.jpg"/><Relationship Id="rId11" Type="http://schemas.openxmlformats.org/officeDocument/2006/relationships/image" Target="../media/image25.jpg"/><Relationship Id="rId99" Type="http://schemas.openxmlformats.org/officeDocument/2006/relationships/image" Target="../media/image126.jpg"/><Relationship Id="rId10" Type="http://schemas.openxmlformats.org/officeDocument/2006/relationships/image" Target="../media/image3.jpg"/><Relationship Id="rId98" Type="http://schemas.openxmlformats.org/officeDocument/2006/relationships/image" Target="../media/image121.jpg"/><Relationship Id="rId13" Type="http://schemas.openxmlformats.org/officeDocument/2006/relationships/image" Target="../media/image29.jpg"/><Relationship Id="rId12" Type="http://schemas.openxmlformats.org/officeDocument/2006/relationships/image" Target="../media/image28.jpg"/><Relationship Id="rId91" Type="http://schemas.openxmlformats.org/officeDocument/2006/relationships/image" Target="../media/image108.jpg"/><Relationship Id="rId90" Type="http://schemas.openxmlformats.org/officeDocument/2006/relationships/image" Target="../media/image107.jpg"/><Relationship Id="rId93" Type="http://schemas.openxmlformats.org/officeDocument/2006/relationships/image" Target="../media/image81.jpg"/><Relationship Id="rId92" Type="http://schemas.openxmlformats.org/officeDocument/2006/relationships/image" Target="../media/image84.jpg"/><Relationship Id="rId118" Type="http://schemas.openxmlformats.org/officeDocument/2006/relationships/image" Target="../media/image128.jpg"/><Relationship Id="rId117" Type="http://schemas.openxmlformats.org/officeDocument/2006/relationships/image" Target="../media/image125.jpg"/><Relationship Id="rId116" Type="http://schemas.openxmlformats.org/officeDocument/2006/relationships/image" Target="../media/image119.png"/><Relationship Id="rId115" Type="http://schemas.openxmlformats.org/officeDocument/2006/relationships/image" Target="../media/image115.jpg"/><Relationship Id="rId119" Type="http://schemas.openxmlformats.org/officeDocument/2006/relationships/image" Target="../media/image113.png"/><Relationship Id="rId15" Type="http://schemas.openxmlformats.org/officeDocument/2006/relationships/image" Target="../media/image2.jpg"/><Relationship Id="rId110" Type="http://schemas.openxmlformats.org/officeDocument/2006/relationships/image" Target="../media/image99.jpg"/><Relationship Id="rId14" Type="http://schemas.openxmlformats.org/officeDocument/2006/relationships/image" Target="../media/image67.jpg"/><Relationship Id="rId17" Type="http://schemas.openxmlformats.org/officeDocument/2006/relationships/image" Target="../media/image17.jpg"/><Relationship Id="rId16" Type="http://schemas.openxmlformats.org/officeDocument/2006/relationships/image" Target="../media/image6.jpg"/><Relationship Id="rId19" Type="http://schemas.openxmlformats.org/officeDocument/2006/relationships/image" Target="../media/image31.jpg"/><Relationship Id="rId114" Type="http://schemas.openxmlformats.org/officeDocument/2006/relationships/image" Target="../media/image104.jpg"/><Relationship Id="rId18" Type="http://schemas.openxmlformats.org/officeDocument/2006/relationships/image" Target="../media/image1.jpg"/><Relationship Id="rId113" Type="http://schemas.openxmlformats.org/officeDocument/2006/relationships/image" Target="../media/image131.png"/><Relationship Id="rId112" Type="http://schemas.openxmlformats.org/officeDocument/2006/relationships/image" Target="../media/image100.png"/><Relationship Id="rId111" Type="http://schemas.openxmlformats.org/officeDocument/2006/relationships/image" Target="../media/image101.jpg"/><Relationship Id="rId84" Type="http://schemas.openxmlformats.org/officeDocument/2006/relationships/image" Target="../media/image69.jpg"/><Relationship Id="rId83" Type="http://schemas.openxmlformats.org/officeDocument/2006/relationships/image" Target="../media/image95.jpg"/><Relationship Id="rId86" Type="http://schemas.openxmlformats.org/officeDocument/2006/relationships/image" Target="../media/image82.jpg"/><Relationship Id="rId85" Type="http://schemas.openxmlformats.org/officeDocument/2006/relationships/image" Target="../media/image90.jpg"/><Relationship Id="rId88" Type="http://schemas.openxmlformats.org/officeDocument/2006/relationships/image" Target="../media/image109.png"/><Relationship Id="rId87" Type="http://schemas.openxmlformats.org/officeDocument/2006/relationships/image" Target="../media/image74.png"/><Relationship Id="rId89" Type="http://schemas.openxmlformats.org/officeDocument/2006/relationships/image" Target="../media/image105.jpg"/><Relationship Id="rId80" Type="http://schemas.openxmlformats.org/officeDocument/2006/relationships/image" Target="../media/image68.jpg"/><Relationship Id="rId82" Type="http://schemas.openxmlformats.org/officeDocument/2006/relationships/image" Target="../media/image83.jpg"/><Relationship Id="rId81" Type="http://schemas.openxmlformats.org/officeDocument/2006/relationships/image" Target="../media/image71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jpg"/><Relationship Id="rId9" Type="http://schemas.openxmlformats.org/officeDocument/2006/relationships/image" Target="../media/image24.jpg"/><Relationship Id="rId5" Type="http://schemas.openxmlformats.org/officeDocument/2006/relationships/image" Target="../media/image14.jpg"/><Relationship Id="rId6" Type="http://schemas.openxmlformats.org/officeDocument/2006/relationships/image" Target="../media/image4.jpg"/><Relationship Id="rId7" Type="http://schemas.openxmlformats.org/officeDocument/2006/relationships/image" Target="../media/image23.jpg"/><Relationship Id="rId8" Type="http://schemas.openxmlformats.org/officeDocument/2006/relationships/image" Target="../media/image43.jpg"/><Relationship Id="rId73" Type="http://schemas.openxmlformats.org/officeDocument/2006/relationships/image" Target="../media/image60.jpg"/><Relationship Id="rId72" Type="http://schemas.openxmlformats.org/officeDocument/2006/relationships/image" Target="../media/image124.jpg"/><Relationship Id="rId75" Type="http://schemas.openxmlformats.org/officeDocument/2006/relationships/image" Target="../media/image79.jpg"/><Relationship Id="rId74" Type="http://schemas.openxmlformats.org/officeDocument/2006/relationships/image" Target="../media/image61.jpg"/><Relationship Id="rId77" Type="http://schemas.openxmlformats.org/officeDocument/2006/relationships/image" Target="../media/image76.jpg"/><Relationship Id="rId76" Type="http://schemas.openxmlformats.org/officeDocument/2006/relationships/image" Target="../media/image75.jpg"/><Relationship Id="rId79" Type="http://schemas.openxmlformats.org/officeDocument/2006/relationships/image" Target="../media/image65.jpg"/><Relationship Id="rId78" Type="http://schemas.openxmlformats.org/officeDocument/2006/relationships/image" Target="../media/image64.jpg"/><Relationship Id="rId71" Type="http://schemas.openxmlformats.org/officeDocument/2006/relationships/image" Target="../media/image59.jpg"/><Relationship Id="rId70" Type="http://schemas.openxmlformats.org/officeDocument/2006/relationships/image" Target="../media/image57.png"/><Relationship Id="rId130" Type="http://schemas.openxmlformats.org/officeDocument/2006/relationships/image" Target="../media/image118.jpg"/><Relationship Id="rId62" Type="http://schemas.openxmlformats.org/officeDocument/2006/relationships/image" Target="../media/image52.jpg"/><Relationship Id="rId61" Type="http://schemas.openxmlformats.org/officeDocument/2006/relationships/image" Target="../media/image51.jpg"/><Relationship Id="rId64" Type="http://schemas.openxmlformats.org/officeDocument/2006/relationships/image" Target="../media/image50.jpg"/><Relationship Id="rId63" Type="http://schemas.openxmlformats.org/officeDocument/2006/relationships/image" Target="../media/image49.jpg"/><Relationship Id="rId66" Type="http://schemas.openxmlformats.org/officeDocument/2006/relationships/image" Target="../media/image54.jpg"/><Relationship Id="rId65" Type="http://schemas.openxmlformats.org/officeDocument/2006/relationships/image" Target="../media/image53.jpg"/><Relationship Id="rId68" Type="http://schemas.openxmlformats.org/officeDocument/2006/relationships/image" Target="../media/image56.png"/><Relationship Id="rId67" Type="http://schemas.openxmlformats.org/officeDocument/2006/relationships/image" Target="../media/image55.jpg"/><Relationship Id="rId60" Type="http://schemas.openxmlformats.org/officeDocument/2006/relationships/image" Target="../media/image47.jpg"/><Relationship Id="rId69" Type="http://schemas.openxmlformats.org/officeDocument/2006/relationships/image" Target="../media/image106.png"/><Relationship Id="rId51" Type="http://schemas.openxmlformats.org/officeDocument/2006/relationships/image" Target="../media/image39.jpg"/><Relationship Id="rId50" Type="http://schemas.openxmlformats.org/officeDocument/2006/relationships/image" Target="../media/image87.jpg"/><Relationship Id="rId53" Type="http://schemas.openxmlformats.org/officeDocument/2006/relationships/image" Target="../media/image91.jpg"/><Relationship Id="rId52" Type="http://schemas.openxmlformats.org/officeDocument/2006/relationships/image" Target="../media/image40.jpg"/><Relationship Id="rId55" Type="http://schemas.openxmlformats.org/officeDocument/2006/relationships/image" Target="../media/image66.jpg"/><Relationship Id="rId54" Type="http://schemas.openxmlformats.org/officeDocument/2006/relationships/image" Target="../media/image42.jpg"/><Relationship Id="rId57" Type="http://schemas.openxmlformats.org/officeDocument/2006/relationships/image" Target="../media/image44.jpg"/><Relationship Id="rId56" Type="http://schemas.openxmlformats.org/officeDocument/2006/relationships/image" Target="../media/image70.jpg"/><Relationship Id="rId59" Type="http://schemas.openxmlformats.org/officeDocument/2006/relationships/image" Target="../media/image48.jpg"/><Relationship Id="rId58" Type="http://schemas.openxmlformats.org/officeDocument/2006/relationships/image" Target="../media/image4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/>
          <p:nvPr/>
        </p:nvSpPr>
        <p:spPr>
          <a:xfrm>
            <a:off x="-1383819" y="-714360"/>
            <a:ext cx="11672825" cy="6099051"/>
          </a:xfrm>
          <a:custGeom>
            <a:rect b="b" l="l" r="r" t="t"/>
            <a:pathLst>
              <a:path extrusionOk="0" h="12198102" w="23345649">
                <a:moveTo>
                  <a:pt x="0" y="0"/>
                </a:moveTo>
                <a:lnTo>
                  <a:pt x="23345649" y="0"/>
                </a:lnTo>
                <a:lnTo>
                  <a:pt x="23345649" y="12198102"/>
                </a:lnTo>
                <a:lnTo>
                  <a:pt x="0" y="121981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26"/>
          <p:cNvSpPr/>
          <p:nvPr/>
        </p:nvSpPr>
        <p:spPr>
          <a:xfrm>
            <a:off x="3587925" y="218699"/>
            <a:ext cx="1710287" cy="1186939"/>
          </a:xfrm>
          <a:custGeom>
            <a:rect b="b" l="l" r="r" t="t"/>
            <a:pathLst>
              <a:path extrusionOk="0" h="2373878" w="3420573">
                <a:moveTo>
                  <a:pt x="0" y="0"/>
                </a:moveTo>
                <a:lnTo>
                  <a:pt x="3420573" y="0"/>
                </a:lnTo>
                <a:lnTo>
                  <a:pt x="3420573" y="2373877"/>
                </a:lnTo>
                <a:lnTo>
                  <a:pt x="0" y="2373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26"/>
          <p:cNvSpPr txBox="1"/>
          <p:nvPr/>
        </p:nvSpPr>
        <p:spPr>
          <a:xfrm>
            <a:off x="43034" y="2153604"/>
            <a:ext cx="9057933" cy="736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Overview of RIL VMD Power System</a:t>
            </a:r>
            <a:endParaRPr sz="700"/>
          </a:p>
        </p:txBody>
      </p:sp>
      <p:sp>
        <p:nvSpPr>
          <p:cNvPr id="133" name="Google Shape;133;p26"/>
          <p:cNvSpPr txBox="1"/>
          <p:nvPr/>
        </p:nvSpPr>
        <p:spPr>
          <a:xfrm>
            <a:off x="5557266" y="3734032"/>
            <a:ext cx="37854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Prepared by</a:t>
            </a:r>
            <a:endParaRPr sz="2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Vaibhav</a:t>
            </a:r>
            <a:endParaRPr sz="2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GET Summer Intern - 2026</a:t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/>
        </p:nvSpPr>
        <p:spPr>
          <a:xfrm>
            <a:off x="514350" y="1204866"/>
            <a:ext cx="6040382" cy="264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1" marL="81280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0" i="0" lang="en" sz="3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Line Diagram</a:t>
            </a:r>
            <a:endParaRPr sz="700"/>
          </a:p>
          <a:p>
            <a:pPr indent="-400050" lvl="1" marL="81280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0" i="0" lang="en" sz="3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Network</a:t>
            </a:r>
            <a:endParaRPr sz="700"/>
          </a:p>
          <a:p>
            <a:pPr indent="-400050" lvl="1" marL="81280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0" i="0" lang="en" sz="3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Scenarios</a:t>
            </a:r>
            <a:endParaRPr sz="700"/>
          </a:p>
          <a:p>
            <a:pPr indent="-400050" lvl="1" marL="81280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0" i="0" lang="en" sz="3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Shedding Scheme</a:t>
            </a:r>
            <a:endParaRPr sz="700"/>
          </a:p>
        </p:txBody>
      </p:sp>
      <p:sp>
        <p:nvSpPr>
          <p:cNvPr id="139" name="Google Shape;139;p27"/>
          <p:cNvSpPr txBox="1"/>
          <p:nvPr/>
        </p:nvSpPr>
        <p:spPr>
          <a:xfrm>
            <a:off x="3752627" y="43497"/>
            <a:ext cx="1638747" cy="657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700" u="sng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Content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/>
          <p:nvPr/>
        </p:nvSpPr>
        <p:spPr>
          <a:xfrm>
            <a:off x="514350" y="2456007"/>
            <a:ext cx="3415314" cy="1869109"/>
          </a:xfrm>
          <a:custGeom>
            <a:rect b="b" l="l" r="r" t="t"/>
            <a:pathLst>
              <a:path extrusionOk="0" h="3738217" w="6830629">
                <a:moveTo>
                  <a:pt x="0" y="0"/>
                </a:moveTo>
                <a:lnTo>
                  <a:pt x="6830629" y="0"/>
                </a:lnTo>
                <a:lnTo>
                  <a:pt x="6830629" y="3738217"/>
                </a:lnTo>
                <a:lnTo>
                  <a:pt x="0" y="3738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8"/>
          <p:cNvSpPr txBox="1"/>
          <p:nvPr/>
        </p:nvSpPr>
        <p:spPr>
          <a:xfrm>
            <a:off x="550531" y="419100"/>
            <a:ext cx="8593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700" u="sng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Power Generation &amp; Load</a:t>
            </a:r>
            <a:endParaRPr sz="700"/>
          </a:p>
        </p:txBody>
      </p:sp>
      <p:sp>
        <p:nvSpPr>
          <p:cNvPr id="146" name="Google Shape;146;p28"/>
          <p:cNvSpPr txBox="1"/>
          <p:nvPr/>
        </p:nvSpPr>
        <p:spPr>
          <a:xfrm>
            <a:off x="550530" y="1213875"/>
            <a:ext cx="802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RIL Vadodara Manufacuring Division,</a:t>
            </a:r>
            <a:endParaRPr sz="700"/>
          </a:p>
        </p:txBody>
      </p:sp>
      <p:sp>
        <p:nvSpPr>
          <p:cNvPr id="147" name="Google Shape;147;p28"/>
          <p:cNvSpPr txBox="1"/>
          <p:nvPr/>
        </p:nvSpPr>
        <p:spPr>
          <a:xfrm>
            <a:off x="1187910" y="2762888"/>
            <a:ext cx="206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0D2F65"/>
                </a:solidFill>
                <a:latin typeface="Times"/>
                <a:ea typeface="Times"/>
                <a:cs typeface="Times"/>
                <a:sym typeface="Times"/>
              </a:rPr>
              <a:t>65 </a:t>
            </a:r>
            <a:r>
              <a:rPr b="1" lang="en" sz="3800">
                <a:solidFill>
                  <a:srgbClr val="0D2F65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1" i="0" lang="en" sz="3800" u="none" cap="none" strike="noStrike">
                <a:solidFill>
                  <a:srgbClr val="0D2F65"/>
                </a:solidFill>
                <a:latin typeface="Times"/>
                <a:ea typeface="Times"/>
                <a:cs typeface="Times"/>
                <a:sym typeface="Times"/>
              </a:rPr>
              <a:t>W</a:t>
            </a:r>
            <a:endParaRPr sz="700"/>
          </a:p>
        </p:txBody>
      </p:sp>
      <p:sp>
        <p:nvSpPr>
          <p:cNvPr id="148" name="Google Shape;148;p28"/>
          <p:cNvSpPr/>
          <p:nvPr/>
        </p:nvSpPr>
        <p:spPr>
          <a:xfrm>
            <a:off x="5335610" y="2456007"/>
            <a:ext cx="3415314" cy="1869109"/>
          </a:xfrm>
          <a:custGeom>
            <a:rect b="b" l="l" r="r" t="t"/>
            <a:pathLst>
              <a:path extrusionOk="0" h="3738217" w="6830629">
                <a:moveTo>
                  <a:pt x="0" y="0"/>
                </a:moveTo>
                <a:lnTo>
                  <a:pt x="6830629" y="0"/>
                </a:lnTo>
                <a:lnTo>
                  <a:pt x="6830629" y="3738217"/>
                </a:lnTo>
                <a:lnTo>
                  <a:pt x="0" y="3738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28"/>
          <p:cNvSpPr txBox="1"/>
          <p:nvPr/>
        </p:nvSpPr>
        <p:spPr>
          <a:xfrm>
            <a:off x="5774117" y="2762900"/>
            <a:ext cx="2538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0D2F65"/>
                </a:solidFill>
                <a:latin typeface="Times"/>
                <a:ea typeface="Times"/>
                <a:cs typeface="Times"/>
                <a:sym typeface="Times"/>
              </a:rPr>
              <a:t>50 MW</a:t>
            </a:r>
            <a:endParaRPr sz="700"/>
          </a:p>
        </p:txBody>
      </p:sp>
      <p:sp>
        <p:nvSpPr>
          <p:cNvPr id="150" name="Google Shape;150;p28"/>
          <p:cNvSpPr txBox="1"/>
          <p:nvPr/>
        </p:nvSpPr>
        <p:spPr>
          <a:xfrm>
            <a:off x="602757" y="3547725"/>
            <a:ext cx="3238500" cy="365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21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Installed Generation Capacity</a:t>
            </a:r>
            <a:endParaRPr sz="700"/>
          </a:p>
        </p:txBody>
      </p:sp>
      <p:sp>
        <p:nvSpPr>
          <p:cNvPr id="151" name="Google Shape;151;p28"/>
          <p:cNvSpPr txBox="1"/>
          <p:nvPr/>
        </p:nvSpPr>
        <p:spPr>
          <a:xfrm>
            <a:off x="5874098" y="3542962"/>
            <a:ext cx="2134419" cy="378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21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Average Peak Load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/>
          <p:nvPr/>
        </p:nvSpPr>
        <p:spPr>
          <a:xfrm>
            <a:off x="555461" y="174260"/>
            <a:ext cx="8033079" cy="4454891"/>
          </a:xfrm>
          <a:custGeom>
            <a:rect b="b" l="l" r="r" t="t"/>
            <a:pathLst>
              <a:path extrusionOk="0" h="8909781" w="16066157">
                <a:moveTo>
                  <a:pt x="0" y="0"/>
                </a:moveTo>
                <a:lnTo>
                  <a:pt x="16066156" y="0"/>
                </a:lnTo>
                <a:lnTo>
                  <a:pt x="16066156" y="8909781"/>
                </a:lnTo>
                <a:lnTo>
                  <a:pt x="0" y="89097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29"/>
          <p:cNvSpPr/>
          <p:nvPr/>
        </p:nvSpPr>
        <p:spPr>
          <a:xfrm>
            <a:off x="955075" y="1477794"/>
            <a:ext cx="7014747" cy="32491"/>
          </a:xfrm>
          <a:custGeom>
            <a:rect b="b" l="l" r="r" t="t"/>
            <a:pathLst>
              <a:path extrusionOk="0" h="79248" w="17109439">
                <a:moveTo>
                  <a:pt x="0" y="0"/>
                </a:moveTo>
                <a:lnTo>
                  <a:pt x="17109439" y="0"/>
                </a:lnTo>
                <a:lnTo>
                  <a:pt x="17109439" y="79248"/>
                </a:lnTo>
                <a:lnTo>
                  <a:pt x="0" y="79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8" name="Google Shape;158;p29"/>
          <p:cNvGrpSpPr/>
          <p:nvPr/>
        </p:nvGrpSpPr>
        <p:grpSpPr>
          <a:xfrm>
            <a:off x="622665" y="531384"/>
            <a:ext cx="1308807" cy="905584"/>
            <a:chOff x="63500" y="63500"/>
            <a:chExt cx="2394204" cy="1656588"/>
          </a:xfrm>
        </p:grpSpPr>
        <p:sp>
          <p:nvSpPr>
            <p:cNvPr id="159" name="Google Shape;159;p29"/>
            <p:cNvSpPr/>
            <p:nvPr/>
          </p:nvSpPr>
          <p:spPr>
            <a:xfrm>
              <a:off x="75692" y="75692"/>
              <a:ext cx="2369820" cy="1632204"/>
            </a:xfrm>
            <a:custGeom>
              <a:rect b="b" l="l" r="r" t="t"/>
              <a:pathLst>
                <a:path extrusionOk="0" h="1632204" w="2369820">
                  <a:moveTo>
                    <a:pt x="0" y="0"/>
                  </a:moveTo>
                  <a:lnTo>
                    <a:pt x="2369820" y="0"/>
                  </a:lnTo>
                  <a:lnTo>
                    <a:pt x="2369820" y="1632204"/>
                  </a:lnTo>
                  <a:lnTo>
                    <a:pt x="0" y="16322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0" name="Google Shape;160;p29"/>
            <p:cNvSpPr/>
            <p:nvPr/>
          </p:nvSpPr>
          <p:spPr>
            <a:xfrm>
              <a:off x="63500" y="63500"/>
              <a:ext cx="2394204" cy="1656588"/>
            </a:xfrm>
            <a:custGeom>
              <a:rect b="b" l="l" r="r" t="t"/>
              <a:pathLst>
                <a:path extrusionOk="0" h="1656588" w="2394204">
                  <a:moveTo>
                    <a:pt x="0" y="12192"/>
                  </a:moveTo>
                  <a:cubicBezTo>
                    <a:pt x="0" y="6096"/>
                    <a:pt x="6096" y="0"/>
                    <a:pt x="12192" y="0"/>
                  </a:cubicBezTo>
                  <a:lnTo>
                    <a:pt x="2382012" y="0"/>
                  </a:lnTo>
                  <a:cubicBezTo>
                    <a:pt x="2389632" y="0"/>
                    <a:pt x="2394204" y="6096"/>
                    <a:pt x="2394204" y="12192"/>
                  </a:cubicBezTo>
                  <a:lnTo>
                    <a:pt x="2394204" y="1644396"/>
                  </a:lnTo>
                  <a:cubicBezTo>
                    <a:pt x="2394204" y="1652016"/>
                    <a:pt x="2389632" y="1656588"/>
                    <a:pt x="2382012" y="1656588"/>
                  </a:cubicBezTo>
                  <a:lnTo>
                    <a:pt x="12192" y="1656588"/>
                  </a:lnTo>
                  <a:cubicBezTo>
                    <a:pt x="6096" y="1656588"/>
                    <a:pt x="0" y="1652016"/>
                    <a:pt x="0" y="1644396"/>
                  </a:cubicBezTo>
                  <a:close/>
                  <a:moveTo>
                    <a:pt x="25908" y="1644396"/>
                  </a:moveTo>
                  <a:lnTo>
                    <a:pt x="12192" y="1632204"/>
                  </a:lnTo>
                  <a:lnTo>
                    <a:pt x="2382012" y="1632204"/>
                  </a:lnTo>
                  <a:lnTo>
                    <a:pt x="2369820" y="1644396"/>
                  </a:lnTo>
                  <a:lnTo>
                    <a:pt x="2369820" y="12192"/>
                  </a:lnTo>
                  <a:lnTo>
                    <a:pt x="2382012" y="25908"/>
                  </a:lnTo>
                  <a:lnTo>
                    <a:pt x="12192" y="25908"/>
                  </a:lnTo>
                  <a:lnTo>
                    <a:pt x="25908" y="12192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9"/>
            <p:cNvSpPr/>
            <p:nvPr/>
          </p:nvSpPr>
          <p:spPr>
            <a:xfrm>
              <a:off x="1188212" y="147320"/>
              <a:ext cx="144780" cy="3048"/>
            </a:xfrm>
            <a:custGeom>
              <a:rect b="b" l="l" r="r" t="t"/>
              <a:pathLst>
                <a:path extrusionOk="0" h="3048" w="144780">
                  <a:moveTo>
                    <a:pt x="0" y="0"/>
                  </a:moveTo>
                  <a:lnTo>
                    <a:pt x="144780" y="0"/>
                  </a:lnTo>
                  <a:lnTo>
                    <a:pt x="144780" y="3048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62" name="Google Shape;162;p29"/>
          <p:cNvGrpSpPr/>
          <p:nvPr/>
        </p:nvGrpSpPr>
        <p:grpSpPr>
          <a:xfrm>
            <a:off x="2211397" y="570539"/>
            <a:ext cx="309081" cy="134129"/>
            <a:chOff x="63500" y="63500"/>
            <a:chExt cx="565404" cy="245364"/>
          </a:xfrm>
        </p:grpSpPr>
        <p:sp>
          <p:nvSpPr>
            <p:cNvPr id="163" name="Google Shape;163;p29"/>
            <p:cNvSpPr/>
            <p:nvPr/>
          </p:nvSpPr>
          <p:spPr>
            <a:xfrm>
              <a:off x="68072" y="68072"/>
              <a:ext cx="554736" cy="120396"/>
            </a:xfrm>
            <a:custGeom>
              <a:rect b="b" l="l" r="r" t="t"/>
              <a:pathLst>
                <a:path extrusionOk="0" h="120396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120396"/>
                  </a:lnTo>
                  <a:lnTo>
                    <a:pt x="0" y="120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4" name="Google Shape;164;p29"/>
            <p:cNvSpPr/>
            <p:nvPr/>
          </p:nvSpPr>
          <p:spPr>
            <a:xfrm>
              <a:off x="63500" y="63500"/>
              <a:ext cx="565404" cy="245364"/>
            </a:xfrm>
            <a:custGeom>
              <a:rect b="b" l="l" r="r" t="t"/>
              <a:pathLst>
                <a:path extrusionOk="0" h="245364" w="565404">
                  <a:moveTo>
                    <a:pt x="0" y="4572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559308" y="0"/>
                  </a:lnTo>
                  <a:cubicBezTo>
                    <a:pt x="562356" y="0"/>
                    <a:pt x="565404" y="3048"/>
                    <a:pt x="565404" y="4572"/>
                  </a:cubicBezTo>
                  <a:lnTo>
                    <a:pt x="565404" y="124968"/>
                  </a:lnTo>
                  <a:cubicBezTo>
                    <a:pt x="565404" y="128016"/>
                    <a:pt x="562356" y="131064"/>
                    <a:pt x="559308" y="131064"/>
                  </a:cubicBezTo>
                  <a:lnTo>
                    <a:pt x="4572" y="131064"/>
                  </a:lnTo>
                  <a:cubicBezTo>
                    <a:pt x="1524" y="131064"/>
                    <a:pt x="0" y="128016"/>
                    <a:pt x="0" y="124968"/>
                  </a:cubicBezTo>
                  <a:close/>
                  <a:moveTo>
                    <a:pt x="10668" y="245364"/>
                  </a:moveTo>
                  <a:lnTo>
                    <a:pt x="4572" y="240792"/>
                  </a:lnTo>
                  <a:lnTo>
                    <a:pt x="559308" y="240792"/>
                  </a:lnTo>
                  <a:lnTo>
                    <a:pt x="554736" y="245364"/>
                  </a:lnTo>
                  <a:lnTo>
                    <a:pt x="554736" y="4572"/>
                  </a:lnTo>
                  <a:lnTo>
                    <a:pt x="559308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29"/>
          <p:cNvSpPr/>
          <p:nvPr/>
        </p:nvSpPr>
        <p:spPr>
          <a:xfrm>
            <a:off x="2165578" y="637190"/>
            <a:ext cx="32491" cy="353237"/>
          </a:xfrm>
          <a:custGeom>
            <a:rect b="b" l="l" r="r" t="t"/>
            <a:pathLst>
              <a:path extrusionOk="0" h="861568" w="79248">
                <a:moveTo>
                  <a:pt x="0" y="0"/>
                </a:moveTo>
                <a:lnTo>
                  <a:pt x="79248" y="0"/>
                </a:lnTo>
                <a:lnTo>
                  <a:pt x="79248" y="861568"/>
                </a:lnTo>
                <a:lnTo>
                  <a:pt x="0" y="86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6" name="Google Shape;166;p29"/>
          <p:cNvGrpSpPr/>
          <p:nvPr/>
        </p:nvGrpSpPr>
        <p:grpSpPr>
          <a:xfrm>
            <a:off x="2127253" y="718832"/>
            <a:ext cx="108303" cy="149124"/>
            <a:chOff x="63500" y="63500"/>
            <a:chExt cx="198120" cy="272796"/>
          </a:xfrm>
        </p:grpSpPr>
        <p:sp>
          <p:nvSpPr>
            <p:cNvPr id="167" name="Google Shape;167;p29"/>
            <p:cNvSpPr/>
            <p:nvPr/>
          </p:nvSpPr>
          <p:spPr>
            <a:xfrm>
              <a:off x="69596" y="68072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168" name="Google Shape;168;p29"/>
            <p:cNvSpPr/>
            <p:nvPr/>
          </p:nvSpPr>
          <p:spPr>
            <a:xfrm>
              <a:off x="63500" y="63500"/>
              <a:ext cx="198120" cy="272796"/>
            </a:xfrm>
            <a:custGeom>
              <a:rect b="b" l="l" r="r" t="t"/>
              <a:pathLst>
                <a:path extrusionOk="0" h="272796" w="198120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2024" y="0"/>
                  </a:lnTo>
                  <a:cubicBezTo>
                    <a:pt x="195072" y="0"/>
                    <a:pt x="198120" y="1524"/>
                    <a:pt x="198120" y="4572"/>
                  </a:cubicBezTo>
                  <a:lnTo>
                    <a:pt x="198120" y="138684"/>
                  </a:lnTo>
                  <a:cubicBezTo>
                    <a:pt x="198120" y="141732"/>
                    <a:pt x="195072" y="143256"/>
                    <a:pt x="192024" y="143256"/>
                  </a:cubicBezTo>
                  <a:lnTo>
                    <a:pt x="6096" y="143256"/>
                  </a:lnTo>
                  <a:cubicBezTo>
                    <a:pt x="3048" y="143256"/>
                    <a:pt x="0" y="141732"/>
                    <a:pt x="0" y="138684"/>
                  </a:cubicBezTo>
                  <a:close/>
                  <a:moveTo>
                    <a:pt x="10668" y="272796"/>
                  </a:moveTo>
                  <a:lnTo>
                    <a:pt x="6096" y="266700"/>
                  </a:lnTo>
                  <a:lnTo>
                    <a:pt x="192024" y="266700"/>
                  </a:lnTo>
                  <a:lnTo>
                    <a:pt x="185928" y="272796"/>
                  </a:lnTo>
                  <a:lnTo>
                    <a:pt x="185928" y="4572"/>
                  </a:lnTo>
                  <a:lnTo>
                    <a:pt x="192024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29"/>
          <p:cNvGrpSpPr/>
          <p:nvPr/>
        </p:nvGrpSpPr>
        <p:grpSpPr>
          <a:xfrm>
            <a:off x="2146414" y="968764"/>
            <a:ext cx="69147" cy="105803"/>
            <a:chOff x="63500" y="63500"/>
            <a:chExt cx="126492" cy="193548"/>
          </a:xfrm>
        </p:grpSpPr>
        <p:sp>
          <p:nvSpPr>
            <p:cNvPr id="170" name="Google Shape;170;p29"/>
            <p:cNvSpPr/>
            <p:nvPr/>
          </p:nvSpPr>
          <p:spPr>
            <a:xfrm>
              <a:off x="63500" y="63500"/>
              <a:ext cx="126492" cy="118872"/>
            </a:xfrm>
            <a:custGeom>
              <a:rect b="b" l="l" r="r" t="t"/>
              <a:pathLst>
                <a:path extrusionOk="0" h="118872" w="126492">
                  <a:moveTo>
                    <a:pt x="0" y="59436"/>
                  </a:moveTo>
                  <a:lnTo>
                    <a:pt x="0" y="53340"/>
                  </a:lnTo>
                  <a:lnTo>
                    <a:pt x="1524" y="47244"/>
                  </a:lnTo>
                  <a:lnTo>
                    <a:pt x="4572" y="36576"/>
                  </a:lnTo>
                  <a:lnTo>
                    <a:pt x="10668" y="27432"/>
                  </a:lnTo>
                  <a:cubicBezTo>
                    <a:pt x="10668" y="25908"/>
                    <a:pt x="10668" y="25908"/>
                    <a:pt x="10668" y="25908"/>
                  </a:cubicBezTo>
                  <a:lnTo>
                    <a:pt x="18288" y="18288"/>
                  </a:lnTo>
                  <a:cubicBezTo>
                    <a:pt x="18288" y="18288"/>
                    <a:pt x="18288" y="18288"/>
                    <a:pt x="19812" y="16764"/>
                  </a:cubicBezTo>
                  <a:lnTo>
                    <a:pt x="27432" y="10668"/>
                  </a:lnTo>
                  <a:cubicBezTo>
                    <a:pt x="27432" y="10668"/>
                    <a:pt x="28956" y="10668"/>
                    <a:pt x="28956" y="10668"/>
                  </a:cubicBezTo>
                  <a:lnTo>
                    <a:pt x="38100" y="6096"/>
                  </a:lnTo>
                  <a:cubicBezTo>
                    <a:pt x="38100" y="4572"/>
                    <a:pt x="39624" y="4572"/>
                    <a:pt x="39624" y="4572"/>
                  </a:cubicBezTo>
                  <a:lnTo>
                    <a:pt x="50292" y="1524"/>
                  </a:lnTo>
                  <a:cubicBezTo>
                    <a:pt x="50292" y="1524"/>
                    <a:pt x="50292" y="1524"/>
                    <a:pt x="51816" y="1524"/>
                  </a:cubicBezTo>
                  <a:lnTo>
                    <a:pt x="62484" y="0"/>
                  </a:lnTo>
                  <a:cubicBezTo>
                    <a:pt x="64008" y="0"/>
                    <a:pt x="64008" y="0"/>
                    <a:pt x="64008" y="0"/>
                  </a:cubicBezTo>
                  <a:lnTo>
                    <a:pt x="76200" y="1524"/>
                  </a:lnTo>
                  <a:lnTo>
                    <a:pt x="88392" y="4572"/>
                  </a:lnTo>
                  <a:cubicBezTo>
                    <a:pt x="88392" y="4572"/>
                    <a:pt x="88392" y="4572"/>
                    <a:pt x="88392" y="6096"/>
                  </a:cubicBezTo>
                  <a:lnTo>
                    <a:pt x="99060" y="10668"/>
                  </a:lnTo>
                  <a:lnTo>
                    <a:pt x="108204" y="16764"/>
                  </a:lnTo>
                  <a:cubicBezTo>
                    <a:pt x="108204" y="18288"/>
                    <a:pt x="108204" y="18288"/>
                    <a:pt x="108204" y="18288"/>
                  </a:cubicBezTo>
                  <a:lnTo>
                    <a:pt x="115824" y="25908"/>
                  </a:lnTo>
                  <a:cubicBezTo>
                    <a:pt x="115824" y="25908"/>
                    <a:pt x="115824" y="25908"/>
                    <a:pt x="115824" y="27432"/>
                  </a:cubicBezTo>
                  <a:lnTo>
                    <a:pt x="121920" y="36576"/>
                  </a:lnTo>
                  <a:lnTo>
                    <a:pt x="126492" y="47244"/>
                  </a:lnTo>
                  <a:lnTo>
                    <a:pt x="126492" y="53340"/>
                  </a:lnTo>
                  <a:lnTo>
                    <a:pt x="126492" y="59436"/>
                  </a:lnTo>
                  <a:lnTo>
                    <a:pt x="126492" y="65532"/>
                  </a:lnTo>
                  <a:lnTo>
                    <a:pt x="126492" y="71628"/>
                  </a:lnTo>
                  <a:lnTo>
                    <a:pt x="121920" y="82296"/>
                  </a:lnTo>
                  <a:lnTo>
                    <a:pt x="115824" y="91440"/>
                  </a:lnTo>
                  <a:cubicBezTo>
                    <a:pt x="115824" y="92964"/>
                    <a:pt x="115824" y="92964"/>
                    <a:pt x="115824" y="92964"/>
                  </a:cubicBezTo>
                  <a:lnTo>
                    <a:pt x="108204" y="100584"/>
                  </a:lnTo>
                  <a:cubicBezTo>
                    <a:pt x="108204" y="100584"/>
                    <a:pt x="108204" y="100584"/>
                    <a:pt x="108204" y="102108"/>
                  </a:cubicBezTo>
                  <a:lnTo>
                    <a:pt x="99060" y="108204"/>
                  </a:lnTo>
                  <a:lnTo>
                    <a:pt x="88392" y="112776"/>
                  </a:lnTo>
                  <a:cubicBezTo>
                    <a:pt x="88392" y="114300"/>
                    <a:pt x="88392" y="114300"/>
                    <a:pt x="88392" y="114300"/>
                  </a:cubicBezTo>
                  <a:lnTo>
                    <a:pt x="76200" y="117348"/>
                  </a:lnTo>
                  <a:lnTo>
                    <a:pt x="64008" y="118872"/>
                  </a:lnTo>
                  <a:cubicBezTo>
                    <a:pt x="64008" y="118872"/>
                    <a:pt x="64008" y="118872"/>
                    <a:pt x="62484" y="118872"/>
                  </a:cubicBezTo>
                  <a:lnTo>
                    <a:pt x="51816" y="117348"/>
                  </a:lnTo>
                  <a:cubicBezTo>
                    <a:pt x="50292" y="117348"/>
                    <a:pt x="50292" y="117348"/>
                    <a:pt x="50292" y="117348"/>
                  </a:cubicBezTo>
                  <a:lnTo>
                    <a:pt x="39624" y="114300"/>
                  </a:lnTo>
                  <a:cubicBezTo>
                    <a:pt x="39624" y="114300"/>
                    <a:pt x="38100" y="114300"/>
                    <a:pt x="38100" y="112776"/>
                  </a:cubicBezTo>
                  <a:lnTo>
                    <a:pt x="28956" y="108204"/>
                  </a:lnTo>
                  <a:cubicBezTo>
                    <a:pt x="28956" y="108204"/>
                    <a:pt x="27432" y="108204"/>
                    <a:pt x="27432" y="108204"/>
                  </a:cubicBezTo>
                  <a:lnTo>
                    <a:pt x="19812" y="102108"/>
                  </a:lnTo>
                  <a:cubicBezTo>
                    <a:pt x="18288" y="100584"/>
                    <a:pt x="18288" y="100584"/>
                    <a:pt x="18288" y="100584"/>
                  </a:cubicBezTo>
                  <a:lnTo>
                    <a:pt x="10668" y="92964"/>
                  </a:lnTo>
                  <a:cubicBezTo>
                    <a:pt x="10668" y="92964"/>
                    <a:pt x="10668" y="92964"/>
                    <a:pt x="10668" y="91440"/>
                  </a:cubicBezTo>
                  <a:lnTo>
                    <a:pt x="4572" y="82296"/>
                  </a:lnTo>
                  <a:lnTo>
                    <a:pt x="1524" y="71628"/>
                  </a:lnTo>
                  <a:lnTo>
                    <a:pt x="0" y="65532"/>
                  </a:lnTo>
                  <a:close/>
                  <a:moveTo>
                    <a:pt x="10668" y="70104"/>
                  </a:moveTo>
                  <a:lnTo>
                    <a:pt x="12192" y="74676"/>
                  </a:lnTo>
                  <a:lnTo>
                    <a:pt x="15240" y="83820"/>
                  </a:lnTo>
                  <a:lnTo>
                    <a:pt x="19812" y="92964"/>
                  </a:lnTo>
                  <a:lnTo>
                    <a:pt x="19812" y="91440"/>
                  </a:lnTo>
                  <a:lnTo>
                    <a:pt x="25908" y="99060"/>
                  </a:lnTo>
                  <a:lnTo>
                    <a:pt x="33528" y="105156"/>
                  </a:lnTo>
                  <a:lnTo>
                    <a:pt x="42672" y="109728"/>
                  </a:lnTo>
                  <a:lnTo>
                    <a:pt x="53340" y="112776"/>
                  </a:lnTo>
                  <a:lnTo>
                    <a:pt x="51816" y="112776"/>
                  </a:lnTo>
                  <a:lnTo>
                    <a:pt x="64008" y="112776"/>
                  </a:lnTo>
                  <a:lnTo>
                    <a:pt x="62484" y="112776"/>
                  </a:lnTo>
                  <a:lnTo>
                    <a:pt x="74676" y="112776"/>
                  </a:lnTo>
                  <a:lnTo>
                    <a:pt x="73152" y="112776"/>
                  </a:lnTo>
                  <a:lnTo>
                    <a:pt x="85344" y="109728"/>
                  </a:lnTo>
                  <a:lnTo>
                    <a:pt x="83820" y="109728"/>
                  </a:lnTo>
                  <a:lnTo>
                    <a:pt x="92964" y="105156"/>
                  </a:lnTo>
                  <a:lnTo>
                    <a:pt x="102108" y="99060"/>
                  </a:lnTo>
                  <a:lnTo>
                    <a:pt x="100584" y="99060"/>
                  </a:lnTo>
                  <a:lnTo>
                    <a:pt x="108204" y="91440"/>
                  </a:lnTo>
                  <a:lnTo>
                    <a:pt x="106680" y="92964"/>
                  </a:lnTo>
                  <a:lnTo>
                    <a:pt x="112776" y="83820"/>
                  </a:lnTo>
                  <a:lnTo>
                    <a:pt x="115824" y="74676"/>
                  </a:lnTo>
                  <a:lnTo>
                    <a:pt x="115824" y="70104"/>
                  </a:lnTo>
                  <a:lnTo>
                    <a:pt x="115824" y="65532"/>
                  </a:lnTo>
                  <a:lnTo>
                    <a:pt x="115824" y="60960"/>
                  </a:lnTo>
                  <a:lnTo>
                    <a:pt x="115824" y="56388"/>
                  </a:lnTo>
                  <a:lnTo>
                    <a:pt x="112776" y="47244"/>
                  </a:lnTo>
                  <a:lnTo>
                    <a:pt x="106680" y="38100"/>
                  </a:lnTo>
                  <a:lnTo>
                    <a:pt x="108204" y="39624"/>
                  </a:lnTo>
                  <a:lnTo>
                    <a:pt x="100584" y="32004"/>
                  </a:lnTo>
                  <a:lnTo>
                    <a:pt x="102108" y="32004"/>
                  </a:lnTo>
                  <a:lnTo>
                    <a:pt x="92964" y="25908"/>
                  </a:lnTo>
                  <a:lnTo>
                    <a:pt x="83820" y="21336"/>
                  </a:lnTo>
                  <a:lnTo>
                    <a:pt x="85344" y="21336"/>
                  </a:lnTo>
                  <a:lnTo>
                    <a:pt x="73152" y="18288"/>
                  </a:lnTo>
                  <a:lnTo>
                    <a:pt x="74676" y="18288"/>
                  </a:lnTo>
                  <a:lnTo>
                    <a:pt x="62484" y="18288"/>
                  </a:lnTo>
                  <a:lnTo>
                    <a:pt x="64008" y="18288"/>
                  </a:lnTo>
                  <a:lnTo>
                    <a:pt x="51816" y="18288"/>
                  </a:lnTo>
                  <a:lnTo>
                    <a:pt x="53340" y="18288"/>
                  </a:lnTo>
                  <a:lnTo>
                    <a:pt x="42672" y="21336"/>
                  </a:lnTo>
                  <a:lnTo>
                    <a:pt x="33528" y="25908"/>
                  </a:lnTo>
                  <a:lnTo>
                    <a:pt x="25908" y="32004"/>
                  </a:lnTo>
                  <a:lnTo>
                    <a:pt x="19812" y="39624"/>
                  </a:lnTo>
                  <a:lnTo>
                    <a:pt x="19812" y="32004"/>
                  </a:lnTo>
                  <a:lnTo>
                    <a:pt x="15240" y="41148"/>
                  </a:lnTo>
                  <a:lnTo>
                    <a:pt x="12192" y="50292"/>
                  </a:lnTo>
                  <a:lnTo>
                    <a:pt x="10668" y="54864"/>
                  </a:lnTo>
                  <a:lnTo>
                    <a:pt x="10668" y="5943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9"/>
            <p:cNvSpPr/>
            <p:nvPr/>
          </p:nvSpPr>
          <p:spPr>
            <a:xfrm>
              <a:off x="63500" y="139700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7912"/>
                  </a:moveTo>
                  <a:lnTo>
                    <a:pt x="0" y="51816"/>
                  </a:lnTo>
                  <a:lnTo>
                    <a:pt x="1524" y="47244"/>
                  </a:lnTo>
                  <a:cubicBezTo>
                    <a:pt x="1524" y="45720"/>
                    <a:pt x="1524" y="45720"/>
                    <a:pt x="1524" y="45720"/>
                  </a:cubicBezTo>
                  <a:lnTo>
                    <a:pt x="4572" y="35052"/>
                  </a:lnTo>
                  <a:lnTo>
                    <a:pt x="10668" y="25908"/>
                  </a:lnTo>
                  <a:cubicBezTo>
                    <a:pt x="10668" y="25908"/>
                    <a:pt x="10668" y="24384"/>
                    <a:pt x="10668" y="24384"/>
                  </a:cubicBezTo>
                  <a:lnTo>
                    <a:pt x="18288" y="16764"/>
                  </a:lnTo>
                  <a:cubicBezTo>
                    <a:pt x="18288" y="16764"/>
                    <a:pt x="18288" y="16764"/>
                    <a:pt x="19812" y="16764"/>
                  </a:cubicBezTo>
                  <a:lnTo>
                    <a:pt x="27432" y="9144"/>
                  </a:lnTo>
                  <a:cubicBezTo>
                    <a:pt x="27432" y="9144"/>
                    <a:pt x="28956" y="9144"/>
                    <a:pt x="28956" y="9144"/>
                  </a:cubicBezTo>
                  <a:lnTo>
                    <a:pt x="38100" y="4572"/>
                  </a:lnTo>
                  <a:cubicBezTo>
                    <a:pt x="38100" y="4572"/>
                    <a:pt x="39624" y="4572"/>
                    <a:pt x="39624" y="4572"/>
                  </a:cubicBezTo>
                  <a:lnTo>
                    <a:pt x="50292" y="0"/>
                  </a:lnTo>
                  <a:cubicBezTo>
                    <a:pt x="50292" y="0"/>
                    <a:pt x="50292" y="0"/>
                    <a:pt x="51816" y="0"/>
                  </a:cubicBezTo>
                  <a:lnTo>
                    <a:pt x="62484" y="0"/>
                  </a:lnTo>
                  <a:cubicBezTo>
                    <a:pt x="64008" y="0"/>
                    <a:pt x="64008" y="0"/>
                    <a:pt x="64008" y="0"/>
                  </a:cubicBezTo>
                  <a:lnTo>
                    <a:pt x="76200" y="0"/>
                  </a:lnTo>
                  <a:lnTo>
                    <a:pt x="88392" y="4572"/>
                  </a:lnTo>
                  <a:lnTo>
                    <a:pt x="99060" y="9144"/>
                  </a:lnTo>
                  <a:lnTo>
                    <a:pt x="108204" y="16764"/>
                  </a:lnTo>
                  <a:lnTo>
                    <a:pt x="115824" y="24384"/>
                  </a:lnTo>
                  <a:cubicBezTo>
                    <a:pt x="115824" y="24384"/>
                    <a:pt x="115824" y="25908"/>
                    <a:pt x="115824" y="25908"/>
                  </a:cubicBezTo>
                  <a:lnTo>
                    <a:pt x="121920" y="35052"/>
                  </a:lnTo>
                  <a:lnTo>
                    <a:pt x="126492" y="45720"/>
                  </a:lnTo>
                  <a:cubicBezTo>
                    <a:pt x="126492" y="45720"/>
                    <a:pt x="126492" y="45720"/>
                    <a:pt x="126492" y="47244"/>
                  </a:cubicBezTo>
                  <a:lnTo>
                    <a:pt x="126492" y="51816"/>
                  </a:lnTo>
                  <a:lnTo>
                    <a:pt x="126492" y="57912"/>
                  </a:lnTo>
                  <a:lnTo>
                    <a:pt x="126492" y="64008"/>
                  </a:lnTo>
                  <a:lnTo>
                    <a:pt x="126492" y="70104"/>
                  </a:lnTo>
                  <a:lnTo>
                    <a:pt x="121920" y="80772"/>
                  </a:lnTo>
                  <a:cubicBezTo>
                    <a:pt x="121920" y="80772"/>
                    <a:pt x="121920" y="80772"/>
                    <a:pt x="121920" y="82296"/>
                  </a:cubicBezTo>
                  <a:lnTo>
                    <a:pt x="115824" y="91440"/>
                  </a:lnTo>
                  <a:lnTo>
                    <a:pt x="108204" y="99060"/>
                  </a:lnTo>
                  <a:cubicBezTo>
                    <a:pt x="108204" y="99060"/>
                    <a:pt x="108204" y="100584"/>
                    <a:pt x="108204" y="100584"/>
                  </a:cubicBezTo>
                  <a:lnTo>
                    <a:pt x="99060" y="106680"/>
                  </a:lnTo>
                  <a:lnTo>
                    <a:pt x="88392" y="112776"/>
                  </a:lnTo>
                  <a:lnTo>
                    <a:pt x="76200" y="115824"/>
                  </a:lnTo>
                  <a:lnTo>
                    <a:pt x="64008" y="117348"/>
                  </a:lnTo>
                  <a:cubicBezTo>
                    <a:pt x="64008" y="117348"/>
                    <a:pt x="64008" y="117348"/>
                    <a:pt x="62484" y="117348"/>
                  </a:cubicBezTo>
                  <a:lnTo>
                    <a:pt x="51816" y="115824"/>
                  </a:lnTo>
                  <a:cubicBezTo>
                    <a:pt x="50292" y="115824"/>
                    <a:pt x="50292" y="115824"/>
                    <a:pt x="50292" y="115824"/>
                  </a:cubicBezTo>
                  <a:lnTo>
                    <a:pt x="39624" y="112776"/>
                  </a:lnTo>
                  <a:cubicBezTo>
                    <a:pt x="39624" y="112776"/>
                    <a:pt x="38100" y="112776"/>
                    <a:pt x="38100" y="112776"/>
                  </a:cubicBezTo>
                  <a:lnTo>
                    <a:pt x="28956" y="106680"/>
                  </a:lnTo>
                  <a:cubicBezTo>
                    <a:pt x="28956" y="106680"/>
                    <a:pt x="27432" y="106680"/>
                    <a:pt x="27432" y="106680"/>
                  </a:cubicBezTo>
                  <a:lnTo>
                    <a:pt x="19812" y="100584"/>
                  </a:lnTo>
                  <a:cubicBezTo>
                    <a:pt x="18288" y="100584"/>
                    <a:pt x="18288" y="99060"/>
                    <a:pt x="18288" y="99060"/>
                  </a:cubicBezTo>
                  <a:lnTo>
                    <a:pt x="10668" y="91440"/>
                  </a:lnTo>
                  <a:lnTo>
                    <a:pt x="4572" y="82296"/>
                  </a:lnTo>
                  <a:cubicBezTo>
                    <a:pt x="4572" y="80772"/>
                    <a:pt x="4572" y="80772"/>
                    <a:pt x="4572" y="80772"/>
                  </a:cubicBezTo>
                  <a:lnTo>
                    <a:pt x="1524" y="70104"/>
                  </a:lnTo>
                  <a:lnTo>
                    <a:pt x="0" y="64008"/>
                  </a:lnTo>
                  <a:close/>
                  <a:moveTo>
                    <a:pt x="10668" y="68580"/>
                  </a:moveTo>
                  <a:lnTo>
                    <a:pt x="12192" y="74676"/>
                  </a:lnTo>
                  <a:lnTo>
                    <a:pt x="12192" y="73152"/>
                  </a:lnTo>
                  <a:lnTo>
                    <a:pt x="15240" y="83820"/>
                  </a:lnTo>
                  <a:lnTo>
                    <a:pt x="15240" y="76200"/>
                  </a:lnTo>
                  <a:lnTo>
                    <a:pt x="19812" y="85344"/>
                  </a:lnTo>
                  <a:lnTo>
                    <a:pt x="19812" y="83820"/>
                  </a:lnTo>
                  <a:lnTo>
                    <a:pt x="25908" y="92964"/>
                  </a:lnTo>
                  <a:lnTo>
                    <a:pt x="25908" y="91440"/>
                  </a:lnTo>
                  <a:lnTo>
                    <a:pt x="33528" y="97536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51816" y="105156"/>
                  </a:lnTo>
                  <a:lnTo>
                    <a:pt x="64008" y="106680"/>
                  </a:lnTo>
                  <a:lnTo>
                    <a:pt x="62484" y="106680"/>
                  </a:lnTo>
                  <a:lnTo>
                    <a:pt x="74676" y="105156"/>
                  </a:lnTo>
                  <a:lnTo>
                    <a:pt x="73152" y="105156"/>
                  </a:lnTo>
                  <a:lnTo>
                    <a:pt x="85344" y="102108"/>
                  </a:lnTo>
                  <a:lnTo>
                    <a:pt x="83820" y="102108"/>
                  </a:lnTo>
                  <a:lnTo>
                    <a:pt x="92964" y="97536"/>
                  </a:lnTo>
                  <a:lnTo>
                    <a:pt x="102108" y="91440"/>
                  </a:lnTo>
                  <a:lnTo>
                    <a:pt x="100584" y="92964"/>
                  </a:lnTo>
                  <a:lnTo>
                    <a:pt x="108204" y="83820"/>
                  </a:lnTo>
                  <a:lnTo>
                    <a:pt x="106680" y="85344"/>
                  </a:lnTo>
                  <a:lnTo>
                    <a:pt x="112776" y="76200"/>
                  </a:lnTo>
                  <a:lnTo>
                    <a:pt x="112776" y="77724"/>
                  </a:lnTo>
                  <a:lnTo>
                    <a:pt x="115824" y="67056"/>
                  </a:lnTo>
                  <a:lnTo>
                    <a:pt x="115824" y="68580"/>
                  </a:lnTo>
                  <a:lnTo>
                    <a:pt x="115824" y="64008"/>
                  </a:lnTo>
                  <a:lnTo>
                    <a:pt x="115824" y="57912"/>
                  </a:lnTo>
                  <a:lnTo>
                    <a:pt x="115824" y="53340"/>
                  </a:lnTo>
                  <a:lnTo>
                    <a:pt x="115824" y="48768"/>
                  </a:lnTo>
                  <a:lnTo>
                    <a:pt x="112776" y="39624"/>
                  </a:lnTo>
                  <a:lnTo>
                    <a:pt x="106680" y="30480"/>
                  </a:lnTo>
                  <a:lnTo>
                    <a:pt x="108204" y="32004"/>
                  </a:lnTo>
                  <a:lnTo>
                    <a:pt x="100584" y="24384"/>
                  </a:lnTo>
                  <a:lnTo>
                    <a:pt x="102108" y="24384"/>
                  </a:lnTo>
                  <a:lnTo>
                    <a:pt x="92964" y="18288"/>
                  </a:lnTo>
                  <a:lnTo>
                    <a:pt x="83820" y="13716"/>
                  </a:lnTo>
                  <a:lnTo>
                    <a:pt x="85344" y="13716"/>
                  </a:lnTo>
                  <a:lnTo>
                    <a:pt x="73152" y="10668"/>
                  </a:lnTo>
                  <a:lnTo>
                    <a:pt x="74676" y="10668"/>
                  </a:lnTo>
                  <a:lnTo>
                    <a:pt x="62484" y="10668"/>
                  </a:lnTo>
                  <a:lnTo>
                    <a:pt x="64008" y="10668"/>
                  </a:lnTo>
                  <a:lnTo>
                    <a:pt x="51816" y="10668"/>
                  </a:lnTo>
                  <a:lnTo>
                    <a:pt x="53340" y="10668"/>
                  </a:lnTo>
                  <a:lnTo>
                    <a:pt x="42672" y="13716"/>
                  </a:lnTo>
                  <a:lnTo>
                    <a:pt x="33528" y="18288"/>
                  </a:lnTo>
                  <a:lnTo>
                    <a:pt x="25908" y="24384"/>
                  </a:lnTo>
                  <a:lnTo>
                    <a:pt x="19812" y="32004"/>
                  </a:lnTo>
                  <a:lnTo>
                    <a:pt x="19812" y="30480"/>
                  </a:lnTo>
                  <a:lnTo>
                    <a:pt x="15240" y="39624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29"/>
          <p:cNvSpPr/>
          <p:nvPr/>
        </p:nvSpPr>
        <p:spPr>
          <a:xfrm>
            <a:off x="2165578" y="1064573"/>
            <a:ext cx="32491" cy="448210"/>
          </a:xfrm>
          <a:custGeom>
            <a:rect b="b" l="l" r="r" t="t"/>
            <a:pathLst>
              <a:path extrusionOk="0" h="1093216" w="79248">
                <a:moveTo>
                  <a:pt x="0" y="0"/>
                </a:moveTo>
                <a:lnTo>
                  <a:pt x="79248" y="0"/>
                </a:lnTo>
                <a:lnTo>
                  <a:pt x="79248" y="1093216"/>
                </a:lnTo>
                <a:lnTo>
                  <a:pt x="0" y="10932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3" name="Google Shape;173;p29"/>
          <p:cNvGrpSpPr/>
          <p:nvPr/>
        </p:nvGrpSpPr>
        <p:grpSpPr>
          <a:xfrm>
            <a:off x="1880654" y="1740219"/>
            <a:ext cx="174951" cy="145792"/>
            <a:chOff x="63500" y="63500"/>
            <a:chExt cx="320040" cy="266700"/>
          </a:xfrm>
        </p:grpSpPr>
        <p:sp>
          <p:nvSpPr>
            <p:cNvPr id="174" name="Google Shape;174;p29"/>
            <p:cNvSpPr/>
            <p:nvPr/>
          </p:nvSpPr>
          <p:spPr>
            <a:xfrm>
              <a:off x="69596" y="68072"/>
              <a:ext cx="309372" cy="131064"/>
            </a:xfrm>
            <a:custGeom>
              <a:rect b="b" l="l" r="r" t="t"/>
              <a:pathLst>
                <a:path extrusionOk="0" h="131064" w="309372">
                  <a:moveTo>
                    <a:pt x="0" y="0"/>
                  </a:moveTo>
                  <a:lnTo>
                    <a:pt x="309372" y="0"/>
                  </a:lnTo>
                  <a:lnTo>
                    <a:pt x="309372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5" name="Google Shape;175;p29"/>
            <p:cNvSpPr/>
            <p:nvPr/>
          </p:nvSpPr>
          <p:spPr>
            <a:xfrm>
              <a:off x="63500" y="63500"/>
              <a:ext cx="320040" cy="266700"/>
            </a:xfrm>
            <a:custGeom>
              <a:rect b="b" l="l" r="r" t="t"/>
              <a:pathLst>
                <a:path extrusionOk="0" h="266700" w="320040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15468" y="0"/>
                  </a:lnTo>
                  <a:cubicBezTo>
                    <a:pt x="318516" y="0"/>
                    <a:pt x="320040" y="1524"/>
                    <a:pt x="320040" y="4572"/>
                  </a:cubicBezTo>
                  <a:lnTo>
                    <a:pt x="320040" y="135636"/>
                  </a:lnTo>
                  <a:cubicBezTo>
                    <a:pt x="320040" y="138684"/>
                    <a:pt x="318516" y="141732"/>
                    <a:pt x="315468" y="141732"/>
                  </a:cubicBezTo>
                  <a:lnTo>
                    <a:pt x="6096" y="141732"/>
                  </a:lnTo>
                  <a:cubicBezTo>
                    <a:pt x="3048" y="141732"/>
                    <a:pt x="0" y="138684"/>
                    <a:pt x="0" y="135636"/>
                  </a:cubicBezTo>
                  <a:close/>
                  <a:moveTo>
                    <a:pt x="10668" y="266700"/>
                  </a:moveTo>
                  <a:lnTo>
                    <a:pt x="6096" y="262128"/>
                  </a:lnTo>
                  <a:lnTo>
                    <a:pt x="315468" y="262128"/>
                  </a:lnTo>
                  <a:lnTo>
                    <a:pt x="309372" y="266700"/>
                  </a:lnTo>
                  <a:lnTo>
                    <a:pt x="309372" y="4572"/>
                  </a:lnTo>
                  <a:lnTo>
                    <a:pt x="315468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29"/>
          <p:cNvGrpSpPr/>
          <p:nvPr/>
        </p:nvGrpSpPr>
        <p:grpSpPr>
          <a:xfrm>
            <a:off x="3105318" y="1726057"/>
            <a:ext cx="165787" cy="77478"/>
            <a:chOff x="63500" y="63500"/>
            <a:chExt cx="303276" cy="141732"/>
          </a:xfrm>
        </p:grpSpPr>
        <p:sp>
          <p:nvSpPr>
            <p:cNvPr id="177" name="Google Shape;177;p29"/>
            <p:cNvSpPr/>
            <p:nvPr/>
          </p:nvSpPr>
          <p:spPr>
            <a:xfrm>
              <a:off x="69596" y="68072"/>
              <a:ext cx="292608" cy="132588"/>
            </a:xfrm>
            <a:custGeom>
              <a:rect b="b" l="l" r="r" t="t"/>
              <a:pathLst>
                <a:path extrusionOk="0" h="13258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2588"/>
                  </a:lnTo>
                  <a:lnTo>
                    <a:pt x="0" y="1325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8" name="Google Shape;178;p29"/>
            <p:cNvSpPr/>
            <p:nvPr/>
          </p:nvSpPr>
          <p:spPr>
            <a:xfrm>
              <a:off x="63500" y="63500"/>
              <a:ext cx="303276" cy="141732"/>
            </a:xfrm>
            <a:custGeom>
              <a:rect b="b" l="l" r="r" t="t"/>
              <a:pathLst>
                <a:path extrusionOk="0" h="141732" w="303276">
                  <a:moveTo>
                    <a:pt x="0" y="4572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298704" y="0"/>
                  </a:lnTo>
                  <a:cubicBezTo>
                    <a:pt x="301752" y="0"/>
                    <a:pt x="303276" y="3048"/>
                    <a:pt x="303276" y="4572"/>
                  </a:cubicBezTo>
                  <a:lnTo>
                    <a:pt x="303276" y="137160"/>
                  </a:lnTo>
                  <a:cubicBezTo>
                    <a:pt x="303276" y="140208"/>
                    <a:pt x="301752" y="141732"/>
                    <a:pt x="298704" y="141732"/>
                  </a:cubicBezTo>
                  <a:lnTo>
                    <a:pt x="6096" y="141732"/>
                  </a:lnTo>
                  <a:cubicBezTo>
                    <a:pt x="3048" y="141732"/>
                    <a:pt x="0" y="140208"/>
                    <a:pt x="0" y="137160"/>
                  </a:cubicBezTo>
                  <a:close/>
                  <a:moveTo>
                    <a:pt x="10668" y="137160"/>
                  </a:moveTo>
                  <a:lnTo>
                    <a:pt x="6096" y="131064"/>
                  </a:lnTo>
                  <a:lnTo>
                    <a:pt x="298704" y="131064"/>
                  </a:lnTo>
                  <a:lnTo>
                    <a:pt x="292608" y="137160"/>
                  </a:lnTo>
                  <a:lnTo>
                    <a:pt x="292608" y="4572"/>
                  </a:lnTo>
                  <a:lnTo>
                    <a:pt x="298704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29"/>
          <p:cNvGrpSpPr/>
          <p:nvPr/>
        </p:nvGrpSpPr>
        <p:grpSpPr>
          <a:xfrm>
            <a:off x="3641838" y="1726890"/>
            <a:ext cx="168286" cy="77478"/>
            <a:chOff x="63500" y="63500"/>
            <a:chExt cx="307848" cy="141732"/>
          </a:xfrm>
        </p:grpSpPr>
        <p:sp>
          <p:nvSpPr>
            <p:cNvPr id="180" name="Google Shape;180;p29"/>
            <p:cNvSpPr/>
            <p:nvPr/>
          </p:nvSpPr>
          <p:spPr>
            <a:xfrm>
              <a:off x="69596" y="69596"/>
              <a:ext cx="295656" cy="131064"/>
            </a:xfrm>
            <a:custGeom>
              <a:rect b="b" l="l" r="r" t="t"/>
              <a:pathLst>
                <a:path extrusionOk="0" h="131064" w="295656">
                  <a:moveTo>
                    <a:pt x="0" y="0"/>
                  </a:moveTo>
                  <a:lnTo>
                    <a:pt x="295656" y="0"/>
                  </a:lnTo>
                  <a:lnTo>
                    <a:pt x="295656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1" name="Google Shape;181;p29"/>
            <p:cNvSpPr/>
            <p:nvPr/>
          </p:nvSpPr>
          <p:spPr>
            <a:xfrm>
              <a:off x="63500" y="63500"/>
              <a:ext cx="307848" cy="141732"/>
            </a:xfrm>
            <a:custGeom>
              <a:rect b="b" l="l" r="r" t="t"/>
              <a:pathLst>
                <a:path extrusionOk="0" h="141732" w="307848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301752" y="0"/>
                  </a:lnTo>
                  <a:cubicBezTo>
                    <a:pt x="304800" y="0"/>
                    <a:pt x="307848" y="3048"/>
                    <a:pt x="307848" y="6096"/>
                  </a:cubicBezTo>
                  <a:lnTo>
                    <a:pt x="307848" y="137160"/>
                  </a:lnTo>
                  <a:cubicBezTo>
                    <a:pt x="307848" y="140208"/>
                    <a:pt x="304800" y="141732"/>
                    <a:pt x="301752" y="141732"/>
                  </a:cubicBezTo>
                  <a:lnTo>
                    <a:pt x="6096" y="141732"/>
                  </a:lnTo>
                  <a:cubicBezTo>
                    <a:pt x="3048" y="141732"/>
                    <a:pt x="0" y="140208"/>
                    <a:pt x="0" y="137160"/>
                  </a:cubicBezTo>
                  <a:close/>
                  <a:moveTo>
                    <a:pt x="10668" y="137160"/>
                  </a:moveTo>
                  <a:lnTo>
                    <a:pt x="6096" y="131064"/>
                  </a:lnTo>
                  <a:lnTo>
                    <a:pt x="301752" y="131064"/>
                  </a:lnTo>
                  <a:lnTo>
                    <a:pt x="297180" y="137160"/>
                  </a:lnTo>
                  <a:lnTo>
                    <a:pt x="297180" y="6096"/>
                  </a:lnTo>
                  <a:lnTo>
                    <a:pt x="301752" y="12192"/>
                  </a:lnTo>
                  <a:lnTo>
                    <a:pt x="6096" y="12192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" name="Google Shape;182;p29"/>
          <p:cNvGrpSpPr/>
          <p:nvPr/>
        </p:nvGrpSpPr>
        <p:grpSpPr>
          <a:xfrm>
            <a:off x="6111996" y="1726890"/>
            <a:ext cx="175784" cy="77478"/>
            <a:chOff x="63500" y="63500"/>
            <a:chExt cx="321564" cy="141732"/>
          </a:xfrm>
        </p:grpSpPr>
        <p:sp>
          <p:nvSpPr>
            <p:cNvPr id="183" name="Google Shape;183;p29"/>
            <p:cNvSpPr/>
            <p:nvPr/>
          </p:nvSpPr>
          <p:spPr>
            <a:xfrm>
              <a:off x="69596" y="69596"/>
              <a:ext cx="309372" cy="131064"/>
            </a:xfrm>
            <a:custGeom>
              <a:rect b="b" l="l" r="r" t="t"/>
              <a:pathLst>
                <a:path extrusionOk="0" h="131064" w="309372">
                  <a:moveTo>
                    <a:pt x="0" y="0"/>
                  </a:moveTo>
                  <a:lnTo>
                    <a:pt x="309372" y="0"/>
                  </a:lnTo>
                  <a:lnTo>
                    <a:pt x="309372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4" name="Google Shape;184;p29"/>
            <p:cNvSpPr/>
            <p:nvPr/>
          </p:nvSpPr>
          <p:spPr>
            <a:xfrm>
              <a:off x="63500" y="63500"/>
              <a:ext cx="321564" cy="141732"/>
            </a:xfrm>
            <a:custGeom>
              <a:rect b="b" l="l" r="r" t="t"/>
              <a:pathLst>
                <a:path extrusionOk="0" h="141732" w="321564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315468" y="0"/>
                  </a:lnTo>
                  <a:cubicBezTo>
                    <a:pt x="318516" y="0"/>
                    <a:pt x="321564" y="3048"/>
                    <a:pt x="321564" y="6096"/>
                  </a:cubicBezTo>
                  <a:lnTo>
                    <a:pt x="321564" y="137160"/>
                  </a:lnTo>
                  <a:cubicBezTo>
                    <a:pt x="321564" y="140208"/>
                    <a:pt x="318516" y="141732"/>
                    <a:pt x="315468" y="141732"/>
                  </a:cubicBezTo>
                  <a:lnTo>
                    <a:pt x="6096" y="141732"/>
                  </a:lnTo>
                  <a:cubicBezTo>
                    <a:pt x="3048" y="141732"/>
                    <a:pt x="0" y="140208"/>
                    <a:pt x="0" y="137160"/>
                  </a:cubicBezTo>
                  <a:close/>
                  <a:moveTo>
                    <a:pt x="12192" y="137160"/>
                  </a:moveTo>
                  <a:lnTo>
                    <a:pt x="6096" y="131064"/>
                  </a:lnTo>
                  <a:lnTo>
                    <a:pt x="315468" y="131064"/>
                  </a:lnTo>
                  <a:lnTo>
                    <a:pt x="310896" y="137160"/>
                  </a:lnTo>
                  <a:lnTo>
                    <a:pt x="310896" y="6096"/>
                  </a:lnTo>
                  <a:lnTo>
                    <a:pt x="315468" y="12192"/>
                  </a:lnTo>
                  <a:lnTo>
                    <a:pt x="6096" y="12192"/>
                  </a:lnTo>
                  <a:lnTo>
                    <a:pt x="12192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29"/>
          <p:cNvSpPr/>
          <p:nvPr/>
        </p:nvSpPr>
        <p:spPr>
          <a:xfrm>
            <a:off x="2286378" y="2693294"/>
            <a:ext cx="4369638" cy="37490"/>
          </a:xfrm>
          <a:custGeom>
            <a:rect b="b" l="l" r="r" t="t"/>
            <a:pathLst>
              <a:path extrusionOk="0" h="91440" w="10657840">
                <a:moveTo>
                  <a:pt x="0" y="0"/>
                </a:moveTo>
                <a:lnTo>
                  <a:pt x="10657840" y="0"/>
                </a:lnTo>
                <a:lnTo>
                  <a:pt x="10657840" y="91440"/>
                </a:ln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6" name="Google Shape;186;p29"/>
          <p:cNvGrpSpPr/>
          <p:nvPr/>
        </p:nvGrpSpPr>
        <p:grpSpPr>
          <a:xfrm>
            <a:off x="1724863" y="2150107"/>
            <a:ext cx="233268" cy="78311"/>
            <a:chOff x="63500" y="63500"/>
            <a:chExt cx="426720" cy="143256"/>
          </a:xfrm>
        </p:grpSpPr>
        <p:sp>
          <p:nvSpPr>
            <p:cNvPr id="187" name="Google Shape;187;p29"/>
            <p:cNvSpPr/>
            <p:nvPr/>
          </p:nvSpPr>
          <p:spPr>
            <a:xfrm>
              <a:off x="68072" y="69596"/>
              <a:ext cx="416052" cy="131064"/>
            </a:xfrm>
            <a:custGeom>
              <a:rect b="b" l="l" r="r" t="t"/>
              <a:pathLst>
                <a:path extrusionOk="0" h="131064" w="416052">
                  <a:moveTo>
                    <a:pt x="0" y="0"/>
                  </a:moveTo>
                  <a:lnTo>
                    <a:pt x="416052" y="0"/>
                  </a:lnTo>
                  <a:lnTo>
                    <a:pt x="416052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188" name="Google Shape;188;p29"/>
            <p:cNvSpPr/>
            <p:nvPr/>
          </p:nvSpPr>
          <p:spPr>
            <a:xfrm>
              <a:off x="63500" y="63500"/>
              <a:ext cx="426720" cy="143256"/>
            </a:xfrm>
            <a:custGeom>
              <a:rect b="b" l="l" r="r" t="t"/>
              <a:pathLst>
                <a:path extrusionOk="0" h="143256" w="426720">
                  <a:moveTo>
                    <a:pt x="0" y="6096"/>
                  </a:moveTo>
                  <a:cubicBezTo>
                    <a:pt x="0" y="3048"/>
                    <a:pt x="3048" y="0"/>
                    <a:pt x="4572" y="0"/>
                  </a:cubicBezTo>
                  <a:lnTo>
                    <a:pt x="420624" y="0"/>
                  </a:lnTo>
                  <a:cubicBezTo>
                    <a:pt x="423672" y="0"/>
                    <a:pt x="426720" y="3048"/>
                    <a:pt x="426720" y="6096"/>
                  </a:cubicBezTo>
                  <a:lnTo>
                    <a:pt x="426720" y="137160"/>
                  </a:lnTo>
                  <a:cubicBezTo>
                    <a:pt x="426720" y="140208"/>
                    <a:pt x="423672" y="143256"/>
                    <a:pt x="420624" y="143256"/>
                  </a:cubicBezTo>
                  <a:lnTo>
                    <a:pt x="4572" y="143256"/>
                  </a:lnTo>
                  <a:cubicBezTo>
                    <a:pt x="3048" y="143256"/>
                    <a:pt x="0" y="140208"/>
                    <a:pt x="0" y="137160"/>
                  </a:cubicBezTo>
                  <a:close/>
                  <a:moveTo>
                    <a:pt x="10668" y="137160"/>
                  </a:moveTo>
                  <a:lnTo>
                    <a:pt x="4572" y="131064"/>
                  </a:lnTo>
                  <a:lnTo>
                    <a:pt x="420624" y="131064"/>
                  </a:lnTo>
                  <a:lnTo>
                    <a:pt x="414528" y="137160"/>
                  </a:lnTo>
                  <a:lnTo>
                    <a:pt x="414528" y="6096"/>
                  </a:lnTo>
                  <a:lnTo>
                    <a:pt x="420624" y="10668"/>
                  </a:lnTo>
                  <a:lnTo>
                    <a:pt x="4572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29"/>
          <p:cNvSpPr/>
          <p:nvPr/>
        </p:nvSpPr>
        <p:spPr>
          <a:xfrm>
            <a:off x="1486597" y="2109288"/>
            <a:ext cx="229937" cy="219107"/>
          </a:xfrm>
          <a:custGeom>
            <a:rect b="b" l="l" r="r" t="t"/>
            <a:pathLst>
              <a:path extrusionOk="0" h="534416" w="560832">
                <a:moveTo>
                  <a:pt x="0" y="0"/>
                </a:moveTo>
                <a:lnTo>
                  <a:pt x="560832" y="0"/>
                </a:lnTo>
                <a:lnTo>
                  <a:pt x="560832" y="534416"/>
                </a:lnTo>
                <a:lnTo>
                  <a:pt x="0" y="53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29"/>
          <p:cNvSpPr/>
          <p:nvPr/>
        </p:nvSpPr>
        <p:spPr>
          <a:xfrm>
            <a:off x="3124482" y="2098457"/>
            <a:ext cx="464040" cy="491532"/>
          </a:xfrm>
          <a:custGeom>
            <a:rect b="b" l="l" r="r" t="t"/>
            <a:pathLst>
              <a:path extrusionOk="0" h="1198880" w="1131824">
                <a:moveTo>
                  <a:pt x="0" y="0"/>
                </a:moveTo>
                <a:lnTo>
                  <a:pt x="1131824" y="0"/>
                </a:lnTo>
                <a:lnTo>
                  <a:pt x="1131824" y="1198880"/>
                </a:lnTo>
                <a:lnTo>
                  <a:pt x="0" y="1198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1" name="Google Shape;191;p29"/>
          <p:cNvGrpSpPr/>
          <p:nvPr/>
        </p:nvGrpSpPr>
        <p:grpSpPr>
          <a:xfrm>
            <a:off x="3607681" y="2150107"/>
            <a:ext cx="244931" cy="78311"/>
            <a:chOff x="63500" y="63500"/>
            <a:chExt cx="448056" cy="143256"/>
          </a:xfrm>
        </p:grpSpPr>
        <p:sp>
          <p:nvSpPr>
            <p:cNvPr id="192" name="Google Shape;192;p29"/>
            <p:cNvSpPr/>
            <p:nvPr/>
          </p:nvSpPr>
          <p:spPr>
            <a:xfrm>
              <a:off x="69596" y="69596"/>
              <a:ext cx="437388" cy="131064"/>
            </a:xfrm>
            <a:custGeom>
              <a:rect b="b" l="l" r="r" t="t"/>
              <a:pathLst>
                <a:path extrusionOk="0" h="131064" w="437388">
                  <a:moveTo>
                    <a:pt x="0" y="0"/>
                  </a:moveTo>
                  <a:lnTo>
                    <a:pt x="437388" y="0"/>
                  </a:lnTo>
                  <a:lnTo>
                    <a:pt x="437388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193" name="Google Shape;193;p29"/>
            <p:cNvSpPr/>
            <p:nvPr/>
          </p:nvSpPr>
          <p:spPr>
            <a:xfrm>
              <a:off x="63500" y="63500"/>
              <a:ext cx="448056" cy="143256"/>
            </a:xfrm>
            <a:custGeom>
              <a:rect b="b" l="l" r="r" t="t"/>
              <a:pathLst>
                <a:path extrusionOk="0" h="143256" w="44805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443484" y="0"/>
                  </a:lnTo>
                  <a:cubicBezTo>
                    <a:pt x="446532" y="0"/>
                    <a:pt x="448056" y="3048"/>
                    <a:pt x="448056" y="6096"/>
                  </a:cubicBezTo>
                  <a:lnTo>
                    <a:pt x="448056" y="137160"/>
                  </a:lnTo>
                  <a:cubicBezTo>
                    <a:pt x="448056" y="140208"/>
                    <a:pt x="446532" y="143256"/>
                    <a:pt x="443484" y="143256"/>
                  </a:cubicBezTo>
                  <a:lnTo>
                    <a:pt x="6096" y="143256"/>
                  </a:lnTo>
                  <a:cubicBezTo>
                    <a:pt x="3048" y="143256"/>
                    <a:pt x="0" y="140208"/>
                    <a:pt x="0" y="137160"/>
                  </a:cubicBezTo>
                  <a:close/>
                  <a:moveTo>
                    <a:pt x="10668" y="137160"/>
                  </a:moveTo>
                  <a:lnTo>
                    <a:pt x="6096" y="132588"/>
                  </a:lnTo>
                  <a:lnTo>
                    <a:pt x="443484" y="132588"/>
                  </a:lnTo>
                  <a:lnTo>
                    <a:pt x="437388" y="137160"/>
                  </a:lnTo>
                  <a:lnTo>
                    <a:pt x="437388" y="6096"/>
                  </a:lnTo>
                  <a:lnTo>
                    <a:pt x="443484" y="12192"/>
                  </a:lnTo>
                  <a:lnTo>
                    <a:pt x="6096" y="12192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" name="Google Shape;194;p29"/>
          <p:cNvSpPr/>
          <p:nvPr/>
        </p:nvSpPr>
        <p:spPr>
          <a:xfrm>
            <a:off x="5105607" y="2768274"/>
            <a:ext cx="430715" cy="544018"/>
          </a:xfrm>
          <a:custGeom>
            <a:rect b="b" l="l" r="r" t="t"/>
            <a:pathLst>
              <a:path extrusionOk="0" h="1326896" w="1050544">
                <a:moveTo>
                  <a:pt x="0" y="0"/>
                </a:moveTo>
                <a:lnTo>
                  <a:pt x="1050544" y="0"/>
                </a:lnTo>
                <a:lnTo>
                  <a:pt x="1050544" y="1326896"/>
                </a:lnTo>
                <a:lnTo>
                  <a:pt x="0" y="1326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29"/>
          <p:cNvSpPr/>
          <p:nvPr/>
        </p:nvSpPr>
        <p:spPr>
          <a:xfrm>
            <a:off x="5930381" y="2749946"/>
            <a:ext cx="524024" cy="630661"/>
          </a:xfrm>
          <a:custGeom>
            <a:rect b="b" l="l" r="r" t="t"/>
            <a:pathLst>
              <a:path extrusionOk="0" h="1538224" w="1278128">
                <a:moveTo>
                  <a:pt x="0" y="0"/>
                </a:moveTo>
                <a:lnTo>
                  <a:pt x="1278128" y="0"/>
                </a:lnTo>
                <a:lnTo>
                  <a:pt x="1278128" y="1538224"/>
                </a:lnTo>
                <a:lnTo>
                  <a:pt x="0" y="153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29"/>
          <p:cNvSpPr/>
          <p:nvPr/>
        </p:nvSpPr>
        <p:spPr>
          <a:xfrm>
            <a:off x="6986759" y="2695794"/>
            <a:ext cx="930579" cy="32491"/>
          </a:xfrm>
          <a:custGeom>
            <a:rect b="b" l="l" r="r" t="t"/>
            <a:pathLst>
              <a:path extrusionOk="0" h="79248" w="2269744">
                <a:moveTo>
                  <a:pt x="0" y="0"/>
                </a:moveTo>
                <a:lnTo>
                  <a:pt x="2269744" y="0"/>
                </a:lnTo>
                <a:lnTo>
                  <a:pt x="2269744" y="79248"/>
                </a:lnTo>
                <a:lnTo>
                  <a:pt x="0" y="79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7" name="Google Shape;197;p29"/>
          <p:cNvGrpSpPr/>
          <p:nvPr/>
        </p:nvGrpSpPr>
        <p:grpSpPr>
          <a:xfrm>
            <a:off x="655155" y="3099014"/>
            <a:ext cx="68314" cy="163288"/>
            <a:chOff x="63500" y="63500"/>
            <a:chExt cx="124968" cy="298704"/>
          </a:xfrm>
        </p:grpSpPr>
        <p:sp>
          <p:nvSpPr>
            <p:cNvPr id="198" name="Google Shape;198;p29"/>
            <p:cNvSpPr/>
            <p:nvPr/>
          </p:nvSpPr>
          <p:spPr>
            <a:xfrm>
              <a:off x="63500" y="63500"/>
              <a:ext cx="124968" cy="27432"/>
            </a:xfrm>
            <a:custGeom>
              <a:rect b="b" l="l" r="r" t="t"/>
              <a:pathLst>
                <a:path extrusionOk="0" h="27432" w="124968">
                  <a:moveTo>
                    <a:pt x="0" y="0"/>
                  </a:moveTo>
                  <a:lnTo>
                    <a:pt x="124968" y="0"/>
                  </a:lnTo>
                  <a:lnTo>
                    <a:pt x="124968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</p:sp>
        <p:sp>
          <p:nvSpPr>
            <p:cNvPr id="199" name="Google Shape;199;p29"/>
            <p:cNvSpPr/>
            <p:nvPr/>
          </p:nvSpPr>
          <p:spPr>
            <a:xfrm>
              <a:off x="72644" y="197612"/>
              <a:ext cx="115824" cy="27432"/>
            </a:xfrm>
            <a:custGeom>
              <a:rect b="b" l="l" r="r" t="t"/>
              <a:pathLst>
                <a:path extrusionOk="0" h="27432" w="115824">
                  <a:moveTo>
                    <a:pt x="0" y="0"/>
                  </a:moveTo>
                  <a:lnTo>
                    <a:pt x="115824" y="0"/>
                  </a:lnTo>
                  <a:lnTo>
                    <a:pt x="11582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200" name="Google Shape;200;p29"/>
            <p:cNvSpPr/>
            <p:nvPr/>
          </p:nvSpPr>
          <p:spPr>
            <a:xfrm>
              <a:off x="72644" y="334772"/>
              <a:ext cx="115824" cy="27432"/>
            </a:xfrm>
            <a:custGeom>
              <a:rect b="b" l="l" r="r" t="t"/>
              <a:pathLst>
                <a:path extrusionOk="0" h="27432" w="115824">
                  <a:moveTo>
                    <a:pt x="0" y="0"/>
                  </a:moveTo>
                  <a:lnTo>
                    <a:pt x="115824" y="0"/>
                  </a:lnTo>
                  <a:lnTo>
                    <a:pt x="115824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201" name="Google Shape;201;p29"/>
          <p:cNvGrpSpPr/>
          <p:nvPr/>
        </p:nvGrpSpPr>
        <p:grpSpPr>
          <a:xfrm>
            <a:off x="2988684" y="1544440"/>
            <a:ext cx="106636" cy="149957"/>
            <a:chOff x="63500" y="63500"/>
            <a:chExt cx="195072" cy="274320"/>
          </a:xfrm>
        </p:grpSpPr>
        <p:sp>
          <p:nvSpPr>
            <p:cNvPr id="202" name="Google Shape;202;p29"/>
            <p:cNvSpPr/>
            <p:nvPr/>
          </p:nvSpPr>
          <p:spPr>
            <a:xfrm>
              <a:off x="68072" y="69596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203" name="Google Shape;203;p29"/>
            <p:cNvSpPr/>
            <p:nvPr/>
          </p:nvSpPr>
          <p:spPr>
            <a:xfrm>
              <a:off x="63500" y="63500"/>
              <a:ext cx="195072" cy="274320"/>
            </a:xfrm>
            <a:custGeom>
              <a:rect b="b" l="l" r="r" t="t"/>
              <a:pathLst>
                <a:path extrusionOk="0" h="274320" w="195072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5072" y="3048"/>
                    <a:pt x="195072" y="6096"/>
                  </a:cubicBezTo>
                  <a:lnTo>
                    <a:pt x="195072" y="140208"/>
                  </a:lnTo>
                  <a:cubicBezTo>
                    <a:pt x="195072" y="143256"/>
                    <a:pt x="193548" y="144780"/>
                    <a:pt x="190500" y="144780"/>
                  </a:cubicBezTo>
                  <a:lnTo>
                    <a:pt x="4572" y="144780"/>
                  </a:lnTo>
                  <a:cubicBezTo>
                    <a:pt x="1524" y="144780"/>
                    <a:pt x="0" y="143256"/>
                    <a:pt x="0" y="140208"/>
                  </a:cubicBezTo>
                  <a:close/>
                  <a:moveTo>
                    <a:pt x="10668" y="274320"/>
                  </a:moveTo>
                  <a:lnTo>
                    <a:pt x="4572" y="268224"/>
                  </a:lnTo>
                  <a:lnTo>
                    <a:pt x="190500" y="268224"/>
                  </a:lnTo>
                  <a:lnTo>
                    <a:pt x="184404" y="274320"/>
                  </a:lnTo>
                  <a:lnTo>
                    <a:pt x="184404" y="6096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" name="Google Shape;204;p29"/>
          <p:cNvGrpSpPr/>
          <p:nvPr/>
        </p:nvGrpSpPr>
        <p:grpSpPr>
          <a:xfrm>
            <a:off x="2988684" y="2551664"/>
            <a:ext cx="106636" cy="149124"/>
            <a:chOff x="63500" y="63500"/>
            <a:chExt cx="195072" cy="272796"/>
          </a:xfrm>
        </p:grpSpPr>
        <p:sp>
          <p:nvSpPr>
            <p:cNvPr id="205" name="Google Shape;205;p29"/>
            <p:cNvSpPr/>
            <p:nvPr/>
          </p:nvSpPr>
          <p:spPr>
            <a:xfrm>
              <a:off x="68072" y="68072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206" name="Google Shape;206;p29"/>
            <p:cNvSpPr/>
            <p:nvPr/>
          </p:nvSpPr>
          <p:spPr>
            <a:xfrm>
              <a:off x="63500" y="63500"/>
              <a:ext cx="195072" cy="272796"/>
            </a:xfrm>
            <a:custGeom>
              <a:rect b="b" l="l" r="r" t="t"/>
              <a:pathLst>
                <a:path extrusionOk="0" h="272796" w="195072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5072" y="1524"/>
                    <a:pt x="195072" y="4572"/>
                  </a:cubicBezTo>
                  <a:lnTo>
                    <a:pt x="195072" y="138684"/>
                  </a:lnTo>
                  <a:cubicBezTo>
                    <a:pt x="195072" y="141732"/>
                    <a:pt x="193548" y="144780"/>
                    <a:pt x="190500" y="144780"/>
                  </a:cubicBezTo>
                  <a:lnTo>
                    <a:pt x="4572" y="144780"/>
                  </a:lnTo>
                  <a:cubicBezTo>
                    <a:pt x="1524" y="144780"/>
                    <a:pt x="0" y="141732"/>
                    <a:pt x="0" y="138684"/>
                  </a:cubicBezTo>
                  <a:close/>
                  <a:moveTo>
                    <a:pt x="10668" y="272796"/>
                  </a:moveTo>
                  <a:lnTo>
                    <a:pt x="4572" y="268224"/>
                  </a:lnTo>
                  <a:lnTo>
                    <a:pt x="190500" y="268224"/>
                  </a:lnTo>
                  <a:lnTo>
                    <a:pt x="184404" y="272796"/>
                  </a:lnTo>
                  <a:lnTo>
                    <a:pt x="184404" y="4572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29"/>
          <p:cNvGrpSpPr/>
          <p:nvPr/>
        </p:nvGrpSpPr>
        <p:grpSpPr>
          <a:xfrm>
            <a:off x="3005346" y="1715226"/>
            <a:ext cx="69147" cy="104970"/>
            <a:chOff x="63500" y="63500"/>
            <a:chExt cx="126492" cy="192024"/>
          </a:xfrm>
        </p:grpSpPr>
        <p:sp>
          <p:nvSpPr>
            <p:cNvPr id="208" name="Google Shape;208;p29"/>
            <p:cNvSpPr/>
            <p:nvPr/>
          </p:nvSpPr>
          <p:spPr>
            <a:xfrm>
              <a:off x="63500" y="63500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7912"/>
                  </a:moveTo>
                  <a:lnTo>
                    <a:pt x="0" y="51816"/>
                  </a:lnTo>
                  <a:lnTo>
                    <a:pt x="0" y="47244"/>
                  </a:lnTo>
                  <a:cubicBezTo>
                    <a:pt x="1524" y="45720"/>
                    <a:pt x="1524" y="45720"/>
                    <a:pt x="1524" y="45720"/>
                  </a:cubicBezTo>
                  <a:lnTo>
                    <a:pt x="4572" y="35052"/>
                  </a:lnTo>
                  <a:lnTo>
                    <a:pt x="10668" y="25908"/>
                  </a:lnTo>
                  <a:cubicBezTo>
                    <a:pt x="10668" y="25908"/>
                    <a:pt x="10668" y="24384"/>
                    <a:pt x="10668" y="24384"/>
                  </a:cubicBezTo>
                  <a:lnTo>
                    <a:pt x="18288" y="16764"/>
                  </a:lnTo>
                  <a:lnTo>
                    <a:pt x="27432" y="9144"/>
                  </a:lnTo>
                  <a:cubicBezTo>
                    <a:pt x="27432" y="9144"/>
                    <a:pt x="27432" y="9144"/>
                    <a:pt x="28956" y="9144"/>
                  </a:cubicBezTo>
                  <a:lnTo>
                    <a:pt x="38100" y="4572"/>
                  </a:lnTo>
                  <a:cubicBezTo>
                    <a:pt x="38100" y="4572"/>
                    <a:pt x="38100" y="4572"/>
                    <a:pt x="39624" y="4572"/>
                  </a:cubicBezTo>
                  <a:lnTo>
                    <a:pt x="50292" y="1524"/>
                  </a:lnTo>
                  <a:cubicBezTo>
                    <a:pt x="50292" y="0"/>
                    <a:pt x="50292" y="0"/>
                    <a:pt x="50292" y="0"/>
                  </a:cubicBezTo>
                  <a:lnTo>
                    <a:pt x="62484" y="0"/>
                  </a:lnTo>
                  <a:cubicBezTo>
                    <a:pt x="62484" y="0"/>
                    <a:pt x="62484" y="0"/>
                    <a:pt x="64008" y="0"/>
                  </a:cubicBezTo>
                  <a:lnTo>
                    <a:pt x="74676" y="0"/>
                  </a:lnTo>
                  <a:cubicBezTo>
                    <a:pt x="76200" y="0"/>
                    <a:pt x="76200" y="0"/>
                    <a:pt x="76200" y="1524"/>
                  </a:cubicBezTo>
                  <a:lnTo>
                    <a:pt x="86868" y="4572"/>
                  </a:lnTo>
                  <a:cubicBezTo>
                    <a:pt x="86868" y="4572"/>
                    <a:pt x="88392" y="4572"/>
                    <a:pt x="88392" y="4572"/>
                  </a:cubicBezTo>
                  <a:lnTo>
                    <a:pt x="97536" y="9144"/>
                  </a:lnTo>
                  <a:cubicBezTo>
                    <a:pt x="97536" y="9144"/>
                    <a:pt x="99060" y="9144"/>
                    <a:pt x="99060" y="9144"/>
                  </a:cubicBezTo>
                  <a:lnTo>
                    <a:pt x="106680" y="16764"/>
                  </a:lnTo>
                  <a:cubicBezTo>
                    <a:pt x="108204" y="16764"/>
                    <a:pt x="108204" y="16764"/>
                    <a:pt x="108204" y="16764"/>
                  </a:cubicBezTo>
                  <a:lnTo>
                    <a:pt x="115824" y="24384"/>
                  </a:lnTo>
                  <a:cubicBezTo>
                    <a:pt x="115824" y="24384"/>
                    <a:pt x="115824" y="25908"/>
                    <a:pt x="115824" y="25908"/>
                  </a:cubicBezTo>
                  <a:lnTo>
                    <a:pt x="121920" y="35052"/>
                  </a:lnTo>
                  <a:lnTo>
                    <a:pt x="124968" y="45720"/>
                  </a:lnTo>
                  <a:cubicBezTo>
                    <a:pt x="124968" y="45720"/>
                    <a:pt x="124968" y="45720"/>
                    <a:pt x="124968" y="47244"/>
                  </a:cubicBezTo>
                  <a:lnTo>
                    <a:pt x="126492" y="51816"/>
                  </a:lnTo>
                  <a:lnTo>
                    <a:pt x="126492" y="57912"/>
                  </a:lnTo>
                  <a:lnTo>
                    <a:pt x="126492" y="64008"/>
                  </a:lnTo>
                  <a:lnTo>
                    <a:pt x="124968" y="70104"/>
                  </a:lnTo>
                  <a:lnTo>
                    <a:pt x="121920" y="80772"/>
                  </a:lnTo>
                  <a:cubicBezTo>
                    <a:pt x="121920" y="80772"/>
                    <a:pt x="121920" y="80772"/>
                    <a:pt x="121920" y="82296"/>
                  </a:cubicBezTo>
                  <a:lnTo>
                    <a:pt x="115824" y="91440"/>
                  </a:lnTo>
                  <a:lnTo>
                    <a:pt x="108204" y="99060"/>
                  </a:lnTo>
                  <a:cubicBezTo>
                    <a:pt x="108204" y="99060"/>
                    <a:pt x="108204" y="100584"/>
                    <a:pt x="106680" y="100584"/>
                  </a:cubicBezTo>
                  <a:lnTo>
                    <a:pt x="99060" y="106680"/>
                  </a:lnTo>
                  <a:cubicBezTo>
                    <a:pt x="99060" y="106680"/>
                    <a:pt x="97536" y="106680"/>
                    <a:pt x="97536" y="106680"/>
                  </a:cubicBezTo>
                  <a:lnTo>
                    <a:pt x="88392" y="112776"/>
                  </a:lnTo>
                  <a:cubicBezTo>
                    <a:pt x="88392" y="112776"/>
                    <a:pt x="86868" y="112776"/>
                    <a:pt x="86868" y="112776"/>
                  </a:cubicBezTo>
                  <a:lnTo>
                    <a:pt x="76200" y="115824"/>
                  </a:lnTo>
                  <a:cubicBezTo>
                    <a:pt x="76200" y="115824"/>
                    <a:pt x="76200" y="115824"/>
                    <a:pt x="74676" y="115824"/>
                  </a:cubicBezTo>
                  <a:lnTo>
                    <a:pt x="64008" y="117348"/>
                  </a:lnTo>
                  <a:cubicBezTo>
                    <a:pt x="62484" y="117348"/>
                    <a:pt x="62484" y="117348"/>
                    <a:pt x="62484" y="117348"/>
                  </a:cubicBezTo>
                  <a:lnTo>
                    <a:pt x="50292" y="115824"/>
                  </a:lnTo>
                  <a:lnTo>
                    <a:pt x="39624" y="112776"/>
                  </a:lnTo>
                  <a:cubicBezTo>
                    <a:pt x="38100" y="112776"/>
                    <a:pt x="38100" y="112776"/>
                    <a:pt x="38100" y="112776"/>
                  </a:cubicBezTo>
                  <a:lnTo>
                    <a:pt x="27432" y="106680"/>
                  </a:lnTo>
                  <a:lnTo>
                    <a:pt x="18288" y="100584"/>
                  </a:lnTo>
                  <a:cubicBezTo>
                    <a:pt x="18288" y="100584"/>
                    <a:pt x="18288" y="99060"/>
                    <a:pt x="18288" y="99060"/>
                  </a:cubicBezTo>
                  <a:lnTo>
                    <a:pt x="10668" y="91440"/>
                  </a:lnTo>
                  <a:lnTo>
                    <a:pt x="4572" y="82296"/>
                  </a:lnTo>
                  <a:cubicBezTo>
                    <a:pt x="4572" y="80772"/>
                    <a:pt x="4572" y="80772"/>
                    <a:pt x="4572" y="80772"/>
                  </a:cubicBezTo>
                  <a:lnTo>
                    <a:pt x="1524" y="70104"/>
                  </a:lnTo>
                  <a:cubicBezTo>
                    <a:pt x="1524" y="70104"/>
                    <a:pt x="1524" y="70104"/>
                    <a:pt x="0" y="70104"/>
                  </a:cubicBezTo>
                  <a:lnTo>
                    <a:pt x="0" y="64008"/>
                  </a:lnTo>
                  <a:close/>
                  <a:moveTo>
                    <a:pt x="10668" y="68580"/>
                  </a:moveTo>
                  <a:lnTo>
                    <a:pt x="12192" y="74676"/>
                  </a:lnTo>
                  <a:lnTo>
                    <a:pt x="10668" y="73152"/>
                  </a:lnTo>
                  <a:lnTo>
                    <a:pt x="15240" y="83820"/>
                  </a:lnTo>
                  <a:lnTo>
                    <a:pt x="13716" y="76200"/>
                  </a:lnTo>
                  <a:lnTo>
                    <a:pt x="19812" y="85344"/>
                  </a:lnTo>
                  <a:lnTo>
                    <a:pt x="18288" y="83820"/>
                  </a:lnTo>
                  <a:lnTo>
                    <a:pt x="25908" y="92964"/>
                  </a:lnTo>
                  <a:lnTo>
                    <a:pt x="25908" y="91440"/>
                  </a:lnTo>
                  <a:lnTo>
                    <a:pt x="33528" y="97536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51816" y="105156"/>
                  </a:lnTo>
                  <a:lnTo>
                    <a:pt x="64008" y="106680"/>
                  </a:lnTo>
                  <a:lnTo>
                    <a:pt x="62484" y="106680"/>
                  </a:lnTo>
                  <a:lnTo>
                    <a:pt x="74676" y="105156"/>
                  </a:lnTo>
                  <a:lnTo>
                    <a:pt x="73152" y="105156"/>
                  </a:lnTo>
                  <a:lnTo>
                    <a:pt x="83820" y="102108"/>
                  </a:lnTo>
                  <a:lnTo>
                    <a:pt x="92964" y="97536"/>
                  </a:lnTo>
                  <a:lnTo>
                    <a:pt x="91440" y="97536"/>
                  </a:lnTo>
                  <a:lnTo>
                    <a:pt x="100584" y="91440"/>
                  </a:lnTo>
                  <a:lnTo>
                    <a:pt x="100584" y="92964"/>
                  </a:lnTo>
                  <a:lnTo>
                    <a:pt x="106680" y="83820"/>
                  </a:lnTo>
                  <a:lnTo>
                    <a:pt x="106680" y="85344"/>
                  </a:lnTo>
                  <a:lnTo>
                    <a:pt x="111252" y="76200"/>
                  </a:lnTo>
                  <a:lnTo>
                    <a:pt x="111252" y="77724"/>
                  </a:lnTo>
                  <a:lnTo>
                    <a:pt x="114300" y="67056"/>
                  </a:lnTo>
                  <a:lnTo>
                    <a:pt x="114300" y="68580"/>
                  </a:lnTo>
                  <a:lnTo>
                    <a:pt x="115824" y="64008"/>
                  </a:lnTo>
                  <a:lnTo>
                    <a:pt x="115824" y="57912"/>
                  </a:lnTo>
                  <a:lnTo>
                    <a:pt x="115824" y="53340"/>
                  </a:lnTo>
                  <a:lnTo>
                    <a:pt x="114300" y="48768"/>
                  </a:lnTo>
                  <a:lnTo>
                    <a:pt x="111252" y="39624"/>
                  </a:lnTo>
                  <a:lnTo>
                    <a:pt x="106680" y="30480"/>
                  </a:lnTo>
                  <a:lnTo>
                    <a:pt x="106680" y="32004"/>
                  </a:lnTo>
                  <a:lnTo>
                    <a:pt x="100584" y="24384"/>
                  </a:lnTo>
                  <a:lnTo>
                    <a:pt x="91440" y="18288"/>
                  </a:lnTo>
                  <a:lnTo>
                    <a:pt x="92964" y="18288"/>
                  </a:lnTo>
                  <a:lnTo>
                    <a:pt x="83820" y="13716"/>
                  </a:lnTo>
                  <a:lnTo>
                    <a:pt x="73152" y="10668"/>
                  </a:lnTo>
                  <a:lnTo>
                    <a:pt x="74676" y="12192"/>
                  </a:lnTo>
                  <a:lnTo>
                    <a:pt x="62484" y="10668"/>
                  </a:lnTo>
                  <a:lnTo>
                    <a:pt x="64008" y="10668"/>
                  </a:lnTo>
                  <a:lnTo>
                    <a:pt x="51816" y="12192"/>
                  </a:lnTo>
                  <a:lnTo>
                    <a:pt x="53340" y="10668"/>
                  </a:lnTo>
                  <a:lnTo>
                    <a:pt x="42672" y="13716"/>
                  </a:lnTo>
                  <a:lnTo>
                    <a:pt x="33528" y="18288"/>
                  </a:lnTo>
                  <a:lnTo>
                    <a:pt x="25908" y="24384"/>
                  </a:lnTo>
                  <a:lnTo>
                    <a:pt x="18288" y="32004"/>
                  </a:lnTo>
                  <a:lnTo>
                    <a:pt x="19812" y="30480"/>
                  </a:lnTo>
                  <a:lnTo>
                    <a:pt x="13716" y="39624"/>
                  </a:lnTo>
                  <a:lnTo>
                    <a:pt x="15240" y="39624"/>
                  </a:lnTo>
                  <a:lnTo>
                    <a:pt x="10668" y="48768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63500" y="138176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9436"/>
                  </a:moveTo>
                  <a:lnTo>
                    <a:pt x="0" y="53340"/>
                  </a:lnTo>
                  <a:lnTo>
                    <a:pt x="0" y="47244"/>
                  </a:lnTo>
                  <a:cubicBezTo>
                    <a:pt x="1524" y="47244"/>
                    <a:pt x="1524" y="45720"/>
                    <a:pt x="1524" y="45720"/>
                  </a:cubicBezTo>
                  <a:lnTo>
                    <a:pt x="4572" y="36576"/>
                  </a:lnTo>
                  <a:cubicBezTo>
                    <a:pt x="4572" y="35052"/>
                    <a:pt x="4572" y="35052"/>
                    <a:pt x="4572" y="35052"/>
                  </a:cubicBezTo>
                  <a:lnTo>
                    <a:pt x="10668" y="25908"/>
                  </a:lnTo>
                  <a:cubicBezTo>
                    <a:pt x="10668" y="25908"/>
                    <a:pt x="10668" y="25908"/>
                    <a:pt x="10668" y="24384"/>
                  </a:cubicBezTo>
                  <a:lnTo>
                    <a:pt x="18288" y="16764"/>
                  </a:lnTo>
                  <a:lnTo>
                    <a:pt x="27432" y="10668"/>
                  </a:lnTo>
                  <a:cubicBezTo>
                    <a:pt x="27432" y="9144"/>
                    <a:pt x="27432" y="9144"/>
                    <a:pt x="27432" y="9144"/>
                  </a:cubicBezTo>
                  <a:lnTo>
                    <a:pt x="38100" y="4572"/>
                  </a:lnTo>
                  <a:cubicBezTo>
                    <a:pt x="38100" y="4572"/>
                    <a:pt x="38100" y="4572"/>
                    <a:pt x="39624" y="4572"/>
                  </a:cubicBezTo>
                  <a:lnTo>
                    <a:pt x="50292" y="1524"/>
                  </a:lnTo>
                  <a:lnTo>
                    <a:pt x="62484" y="0"/>
                  </a:lnTo>
                  <a:cubicBezTo>
                    <a:pt x="62484" y="0"/>
                    <a:pt x="62484" y="0"/>
                    <a:pt x="64008" y="0"/>
                  </a:cubicBezTo>
                  <a:lnTo>
                    <a:pt x="74676" y="1524"/>
                  </a:lnTo>
                  <a:cubicBezTo>
                    <a:pt x="76200" y="1524"/>
                    <a:pt x="76200" y="1524"/>
                    <a:pt x="76200" y="1524"/>
                  </a:cubicBezTo>
                  <a:lnTo>
                    <a:pt x="86868" y="4572"/>
                  </a:lnTo>
                  <a:cubicBezTo>
                    <a:pt x="86868" y="4572"/>
                    <a:pt x="88392" y="4572"/>
                    <a:pt x="88392" y="4572"/>
                  </a:cubicBezTo>
                  <a:lnTo>
                    <a:pt x="97536" y="9144"/>
                  </a:lnTo>
                  <a:cubicBezTo>
                    <a:pt x="97536" y="9144"/>
                    <a:pt x="99060" y="9144"/>
                    <a:pt x="99060" y="10668"/>
                  </a:cubicBezTo>
                  <a:lnTo>
                    <a:pt x="106680" y="16764"/>
                  </a:lnTo>
                  <a:cubicBezTo>
                    <a:pt x="108204" y="16764"/>
                    <a:pt x="108204" y="16764"/>
                    <a:pt x="108204" y="16764"/>
                  </a:cubicBezTo>
                  <a:lnTo>
                    <a:pt x="115824" y="24384"/>
                  </a:lnTo>
                  <a:cubicBezTo>
                    <a:pt x="115824" y="25908"/>
                    <a:pt x="115824" y="25908"/>
                    <a:pt x="115824" y="25908"/>
                  </a:cubicBezTo>
                  <a:lnTo>
                    <a:pt x="121920" y="35052"/>
                  </a:lnTo>
                  <a:cubicBezTo>
                    <a:pt x="121920" y="35052"/>
                    <a:pt x="121920" y="35052"/>
                    <a:pt x="121920" y="36576"/>
                  </a:cubicBezTo>
                  <a:lnTo>
                    <a:pt x="124968" y="45720"/>
                  </a:lnTo>
                  <a:cubicBezTo>
                    <a:pt x="124968" y="45720"/>
                    <a:pt x="124968" y="47244"/>
                    <a:pt x="124968" y="47244"/>
                  </a:cubicBezTo>
                  <a:lnTo>
                    <a:pt x="126492" y="51816"/>
                  </a:lnTo>
                  <a:lnTo>
                    <a:pt x="126492" y="57912"/>
                  </a:lnTo>
                  <a:lnTo>
                    <a:pt x="126492" y="64008"/>
                  </a:lnTo>
                  <a:lnTo>
                    <a:pt x="124968" y="70104"/>
                  </a:lnTo>
                  <a:cubicBezTo>
                    <a:pt x="124968" y="70104"/>
                    <a:pt x="124968" y="70104"/>
                    <a:pt x="124968" y="71628"/>
                  </a:cubicBezTo>
                  <a:lnTo>
                    <a:pt x="121920" y="80772"/>
                  </a:lnTo>
                  <a:cubicBezTo>
                    <a:pt x="121920" y="80772"/>
                    <a:pt x="121920" y="82296"/>
                    <a:pt x="121920" y="82296"/>
                  </a:cubicBezTo>
                  <a:lnTo>
                    <a:pt x="115824" y="91440"/>
                  </a:lnTo>
                  <a:lnTo>
                    <a:pt x="108204" y="99060"/>
                  </a:lnTo>
                  <a:cubicBezTo>
                    <a:pt x="108204" y="100584"/>
                    <a:pt x="108204" y="100584"/>
                    <a:pt x="106680" y="100584"/>
                  </a:cubicBezTo>
                  <a:lnTo>
                    <a:pt x="99060" y="106680"/>
                  </a:lnTo>
                  <a:cubicBezTo>
                    <a:pt x="99060" y="106680"/>
                    <a:pt x="97536" y="106680"/>
                    <a:pt x="97536" y="108204"/>
                  </a:cubicBezTo>
                  <a:lnTo>
                    <a:pt x="88392" y="112776"/>
                  </a:lnTo>
                  <a:cubicBezTo>
                    <a:pt x="88392" y="112776"/>
                    <a:pt x="86868" y="112776"/>
                    <a:pt x="86868" y="112776"/>
                  </a:cubicBezTo>
                  <a:lnTo>
                    <a:pt x="76200" y="115824"/>
                  </a:lnTo>
                  <a:cubicBezTo>
                    <a:pt x="76200" y="115824"/>
                    <a:pt x="76200" y="115824"/>
                    <a:pt x="74676" y="115824"/>
                  </a:cubicBezTo>
                  <a:lnTo>
                    <a:pt x="64008" y="117348"/>
                  </a:lnTo>
                  <a:cubicBezTo>
                    <a:pt x="62484" y="117348"/>
                    <a:pt x="62484" y="117348"/>
                    <a:pt x="62484" y="117348"/>
                  </a:cubicBezTo>
                  <a:lnTo>
                    <a:pt x="50292" y="115824"/>
                  </a:lnTo>
                  <a:lnTo>
                    <a:pt x="39624" y="112776"/>
                  </a:lnTo>
                  <a:cubicBezTo>
                    <a:pt x="38100" y="112776"/>
                    <a:pt x="38100" y="112776"/>
                    <a:pt x="38100" y="112776"/>
                  </a:cubicBezTo>
                  <a:lnTo>
                    <a:pt x="28956" y="108204"/>
                  </a:lnTo>
                  <a:cubicBezTo>
                    <a:pt x="27432" y="106680"/>
                    <a:pt x="27432" y="106680"/>
                    <a:pt x="27432" y="106680"/>
                  </a:cubicBezTo>
                  <a:lnTo>
                    <a:pt x="18288" y="100584"/>
                  </a:lnTo>
                  <a:cubicBezTo>
                    <a:pt x="18288" y="100584"/>
                    <a:pt x="18288" y="100584"/>
                    <a:pt x="18288" y="99060"/>
                  </a:cubicBezTo>
                  <a:lnTo>
                    <a:pt x="10668" y="91440"/>
                  </a:lnTo>
                  <a:lnTo>
                    <a:pt x="4572" y="82296"/>
                  </a:lnTo>
                  <a:cubicBezTo>
                    <a:pt x="4572" y="82296"/>
                    <a:pt x="4572" y="80772"/>
                    <a:pt x="4572" y="80772"/>
                  </a:cubicBezTo>
                  <a:lnTo>
                    <a:pt x="1524" y="71628"/>
                  </a:lnTo>
                  <a:cubicBezTo>
                    <a:pt x="1524" y="70104"/>
                    <a:pt x="1524" y="70104"/>
                    <a:pt x="0" y="70104"/>
                  </a:cubicBezTo>
                  <a:lnTo>
                    <a:pt x="0" y="64008"/>
                  </a:lnTo>
                  <a:close/>
                  <a:moveTo>
                    <a:pt x="10668" y="67056"/>
                  </a:moveTo>
                  <a:lnTo>
                    <a:pt x="12192" y="73152"/>
                  </a:lnTo>
                  <a:lnTo>
                    <a:pt x="10668" y="71628"/>
                  </a:lnTo>
                  <a:lnTo>
                    <a:pt x="15240" y="82296"/>
                  </a:lnTo>
                  <a:lnTo>
                    <a:pt x="13716" y="80772"/>
                  </a:lnTo>
                  <a:lnTo>
                    <a:pt x="19812" y="89916"/>
                  </a:lnTo>
                  <a:lnTo>
                    <a:pt x="18288" y="88392"/>
                  </a:lnTo>
                  <a:lnTo>
                    <a:pt x="25908" y="97536"/>
                  </a:lnTo>
                  <a:lnTo>
                    <a:pt x="25908" y="96012"/>
                  </a:lnTo>
                  <a:lnTo>
                    <a:pt x="33528" y="102108"/>
                  </a:lnTo>
                  <a:lnTo>
                    <a:pt x="42672" y="106680"/>
                  </a:lnTo>
                  <a:lnTo>
                    <a:pt x="53340" y="109728"/>
                  </a:lnTo>
                  <a:lnTo>
                    <a:pt x="51816" y="109728"/>
                  </a:lnTo>
                  <a:lnTo>
                    <a:pt x="64008" y="111252"/>
                  </a:lnTo>
                  <a:lnTo>
                    <a:pt x="62484" y="111252"/>
                  </a:lnTo>
                  <a:lnTo>
                    <a:pt x="74676" y="109728"/>
                  </a:lnTo>
                  <a:lnTo>
                    <a:pt x="73152" y="109728"/>
                  </a:lnTo>
                  <a:lnTo>
                    <a:pt x="83820" y="106680"/>
                  </a:lnTo>
                  <a:lnTo>
                    <a:pt x="92964" y="102108"/>
                  </a:lnTo>
                  <a:lnTo>
                    <a:pt x="91440" y="102108"/>
                  </a:lnTo>
                  <a:lnTo>
                    <a:pt x="100584" y="96012"/>
                  </a:lnTo>
                  <a:lnTo>
                    <a:pt x="100584" y="97536"/>
                  </a:lnTo>
                  <a:lnTo>
                    <a:pt x="106680" y="88392"/>
                  </a:lnTo>
                  <a:lnTo>
                    <a:pt x="106680" y="89916"/>
                  </a:lnTo>
                  <a:lnTo>
                    <a:pt x="111252" y="80772"/>
                  </a:lnTo>
                  <a:lnTo>
                    <a:pt x="111252" y="77724"/>
                  </a:lnTo>
                  <a:lnTo>
                    <a:pt x="114300" y="67056"/>
                  </a:lnTo>
                  <a:lnTo>
                    <a:pt x="114300" y="68580"/>
                  </a:lnTo>
                  <a:lnTo>
                    <a:pt x="115824" y="64008"/>
                  </a:lnTo>
                  <a:lnTo>
                    <a:pt x="115824" y="59436"/>
                  </a:lnTo>
                  <a:lnTo>
                    <a:pt x="115824" y="53340"/>
                  </a:lnTo>
                  <a:lnTo>
                    <a:pt x="114300" y="48768"/>
                  </a:lnTo>
                  <a:lnTo>
                    <a:pt x="114300" y="50292"/>
                  </a:lnTo>
                  <a:lnTo>
                    <a:pt x="111252" y="39624"/>
                  </a:lnTo>
                  <a:lnTo>
                    <a:pt x="111252" y="41148"/>
                  </a:lnTo>
                  <a:lnTo>
                    <a:pt x="106680" y="32004"/>
                  </a:lnTo>
                  <a:lnTo>
                    <a:pt x="100584" y="24384"/>
                  </a:lnTo>
                  <a:lnTo>
                    <a:pt x="100584" y="25908"/>
                  </a:lnTo>
                  <a:lnTo>
                    <a:pt x="91440" y="18288"/>
                  </a:lnTo>
                  <a:lnTo>
                    <a:pt x="92964" y="19812"/>
                  </a:lnTo>
                  <a:lnTo>
                    <a:pt x="83820" y="13716"/>
                  </a:lnTo>
                  <a:lnTo>
                    <a:pt x="83820" y="15240"/>
                  </a:lnTo>
                  <a:lnTo>
                    <a:pt x="73152" y="12192"/>
                  </a:lnTo>
                  <a:lnTo>
                    <a:pt x="74676" y="12192"/>
                  </a:lnTo>
                  <a:lnTo>
                    <a:pt x="62484" y="10668"/>
                  </a:lnTo>
                  <a:lnTo>
                    <a:pt x="64008" y="10668"/>
                  </a:lnTo>
                  <a:lnTo>
                    <a:pt x="51816" y="12192"/>
                  </a:lnTo>
                  <a:lnTo>
                    <a:pt x="53340" y="12192"/>
                  </a:lnTo>
                  <a:lnTo>
                    <a:pt x="42672" y="15240"/>
                  </a:lnTo>
                  <a:lnTo>
                    <a:pt x="42672" y="13716"/>
                  </a:lnTo>
                  <a:lnTo>
                    <a:pt x="33528" y="19812"/>
                  </a:lnTo>
                  <a:lnTo>
                    <a:pt x="33528" y="18288"/>
                  </a:lnTo>
                  <a:lnTo>
                    <a:pt x="25908" y="25908"/>
                  </a:lnTo>
                  <a:lnTo>
                    <a:pt x="25908" y="24384"/>
                  </a:lnTo>
                  <a:lnTo>
                    <a:pt x="18288" y="32004"/>
                  </a:lnTo>
                  <a:lnTo>
                    <a:pt x="19812" y="32004"/>
                  </a:lnTo>
                  <a:lnTo>
                    <a:pt x="13716" y="41148"/>
                  </a:lnTo>
                  <a:lnTo>
                    <a:pt x="15240" y="39624"/>
                  </a:lnTo>
                  <a:lnTo>
                    <a:pt x="10668" y="50292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29"/>
          <p:cNvSpPr/>
          <p:nvPr/>
        </p:nvSpPr>
        <p:spPr>
          <a:xfrm>
            <a:off x="3024510" y="1484458"/>
            <a:ext cx="32491" cy="125799"/>
          </a:xfrm>
          <a:custGeom>
            <a:rect b="b" l="l" r="r" t="t"/>
            <a:pathLst>
              <a:path extrusionOk="0" h="306832" w="79248">
                <a:moveTo>
                  <a:pt x="0" y="0"/>
                </a:moveTo>
                <a:lnTo>
                  <a:pt x="79248" y="0"/>
                </a:lnTo>
                <a:lnTo>
                  <a:pt x="79248" y="306832"/>
                </a:lnTo>
                <a:lnTo>
                  <a:pt x="0" y="30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29"/>
          <p:cNvSpPr/>
          <p:nvPr/>
        </p:nvSpPr>
        <p:spPr>
          <a:xfrm>
            <a:off x="3024510" y="1611924"/>
            <a:ext cx="32491" cy="128298"/>
          </a:xfrm>
          <a:custGeom>
            <a:rect b="b" l="l" r="r" t="t"/>
            <a:pathLst>
              <a:path extrusionOk="0" h="312928" w="79248">
                <a:moveTo>
                  <a:pt x="0" y="0"/>
                </a:moveTo>
                <a:lnTo>
                  <a:pt x="79248" y="0"/>
                </a:lnTo>
                <a:lnTo>
                  <a:pt x="79248" y="312928"/>
                </a:lnTo>
                <a:lnTo>
                  <a:pt x="0" y="312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9"/>
          <p:cNvSpPr/>
          <p:nvPr/>
        </p:nvSpPr>
        <p:spPr>
          <a:xfrm>
            <a:off x="3024510" y="1809370"/>
            <a:ext cx="32491" cy="914750"/>
          </a:xfrm>
          <a:custGeom>
            <a:rect b="b" l="l" r="r" t="t"/>
            <a:pathLst>
              <a:path extrusionOk="0" h="2231136" w="79248">
                <a:moveTo>
                  <a:pt x="0" y="0"/>
                </a:moveTo>
                <a:lnTo>
                  <a:pt x="79248" y="0"/>
                </a:lnTo>
                <a:lnTo>
                  <a:pt x="79248" y="2231136"/>
                </a:lnTo>
                <a:lnTo>
                  <a:pt x="0" y="2231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9"/>
          <p:cNvSpPr/>
          <p:nvPr/>
        </p:nvSpPr>
        <p:spPr>
          <a:xfrm>
            <a:off x="3576858" y="1614423"/>
            <a:ext cx="34990" cy="125799"/>
          </a:xfrm>
          <a:custGeom>
            <a:rect b="b" l="l" r="r" t="t"/>
            <a:pathLst>
              <a:path extrusionOk="0" h="306832" w="85344">
                <a:moveTo>
                  <a:pt x="0" y="0"/>
                </a:moveTo>
                <a:lnTo>
                  <a:pt x="85344" y="0"/>
                </a:lnTo>
                <a:lnTo>
                  <a:pt x="85344" y="306832"/>
                </a:lnTo>
                <a:lnTo>
                  <a:pt x="0" y="30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4" name="Google Shape;214;p29"/>
          <p:cNvGrpSpPr/>
          <p:nvPr/>
        </p:nvGrpSpPr>
        <p:grpSpPr>
          <a:xfrm>
            <a:off x="5700442" y="1728556"/>
            <a:ext cx="174118" cy="145792"/>
            <a:chOff x="63500" y="63500"/>
            <a:chExt cx="318516" cy="266700"/>
          </a:xfrm>
        </p:grpSpPr>
        <p:sp>
          <p:nvSpPr>
            <p:cNvPr id="215" name="Google Shape;215;p29"/>
            <p:cNvSpPr/>
            <p:nvPr/>
          </p:nvSpPr>
          <p:spPr>
            <a:xfrm>
              <a:off x="69596" y="68072"/>
              <a:ext cx="306324" cy="131064"/>
            </a:xfrm>
            <a:custGeom>
              <a:rect b="b" l="l" r="r" t="t"/>
              <a:pathLst>
                <a:path extrusionOk="0" h="131064" w="306324">
                  <a:moveTo>
                    <a:pt x="0" y="0"/>
                  </a:moveTo>
                  <a:lnTo>
                    <a:pt x="306324" y="0"/>
                  </a:lnTo>
                  <a:lnTo>
                    <a:pt x="306324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6" name="Google Shape;216;p29"/>
            <p:cNvSpPr/>
            <p:nvPr/>
          </p:nvSpPr>
          <p:spPr>
            <a:xfrm>
              <a:off x="63500" y="63500"/>
              <a:ext cx="318516" cy="266700"/>
            </a:xfrm>
            <a:custGeom>
              <a:rect b="b" l="l" r="r" t="t"/>
              <a:pathLst>
                <a:path extrusionOk="0" h="266700" w="31851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12420" y="0"/>
                  </a:lnTo>
                  <a:cubicBezTo>
                    <a:pt x="315468" y="0"/>
                    <a:pt x="318516" y="1524"/>
                    <a:pt x="318516" y="4572"/>
                  </a:cubicBezTo>
                  <a:lnTo>
                    <a:pt x="318516" y="135636"/>
                  </a:lnTo>
                  <a:cubicBezTo>
                    <a:pt x="318516" y="138684"/>
                    <a:pt x="315468" y="141732"/>
                    <a:pt x="312420" y="141732"/>
                  </a:cubicBezTo>
                  <a:lnTo>
                    <a:pt x="6096" y="141732"/>
                  </a:lnTo>
                  <a:cubicBezTo>
                    <a:pt x="3048" y="141732"/>
                    <a:pt x="0" y="138684"/>
                    <a:pt x="0" y="135636"/>
                  </a:cubicBezTo>
                  <a:close/>
                  <a:moveTo>
                    <a:pt x="10668" y="266700"/>
                  </a:moveTo>
                  <a:lnTo>
                    <a:pt x="6096" y="260604"/>
                  </a:lnTo>
                  <a:lnTo>
                    <a:pt x="312420" y="260604"/>
                  </a:lnTo>
                  <a:lnTo>
                    <a:pt x="307848" y="266700"/>
                  </a:lnTo>
                  <a:lnTo>
                    <a:pt x="307848" y="4572"/>
                  </a:lnTo>
                  <a:lnTo>
                    <a:pt x="312420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29"/>
          <p:cNvGrpSpPr/>
          <p:nvPr/>
        </p:nvGrpSpPr>
        <p:grpSpPr>
          <a:xfrm>
            <a:off x="6108664" y="2150107"/>
            <a:ext cx="259094" cy="77478"/>
            <a:chOff x="63500" y="63500"/>
            <a:chExt cx="473964" cy="141732"/>
          </a:xfrm>
        </p:grpSpPr>
        <p:sp>
          <p:nvSpPr>
            <p:cNvPr id="218" name="Google Shape;218;p29"/>
            <p:cNvSpPr/>
            <p:nvPr/>
          </p:nvSpPr>
          <p:spPr>
            <a:xfrm>
              <a:off x="69596" y="68072"/>
              <a:ext cx="461772" cy="132588"/>
            </a:xfrm>
            <a:custGeom>
              <a:rect b="b" l="l" r="r" t="t"/>
              <a:pathLst>
                <a:path extrusionOk="0" h="132588" w="461772">
                  <a:moveTo>
                    <a:pt x="0" y="0"/>
                  </a:moveTo>
                  <a:lnTo>
                    <a:pt x="461772" y="0"/>
                  </a:lnTo>
                  <a:lnTo>
                    <a:pt x="461772" y="132588"/>
                  </a:lnTo>
                  <a:lnTo>
                    <a:pt x="0" y="132588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219" name="Google Shape;219;p29"/>
            <p:cNvSpPr/>
            <p:nvPr/>
          </p:nvSpPr>
          <p:spPr>
            <a:xfrm>
              <a:off x="63500" y="63500"/>
              <a:ext cx="473964" cy="141732"/>
            </a:xfrm>
            <a:custGeom>
              <a:rect b="b" l="l" r="r" t="t"/>
              <a:pathLst>
                <a:path extrusionOk="0" h="141732" w="473964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467868" y="0"/>
                  </a:lnTo>
                  <a:cubicBezTo>
                    <a:pt x="470916" y="0"/>
                    <a:pt x="473964" y="1524"/>
                    <a:pt x="473964" y="4572"/>
                  </a:cubicBezTo>
                  <a:lnTo>
                    <a:pt x="473964" y="137160"/>
                  </a:lnTo>
                  <a:cubicBezTo>
                    <a:pt x="473964" y="140208"/>
                    <a:pt x="470916" y="141732"/>
                    <a:pt x="467868" y="141732"/>
                  </a:cubicBezTo>
                  <a:lnTo>
                    <a:pt x="6096" y="141732"/>
                  </a:lnTo>
                  <a:cubicBezTo>
                    <a:pt x="3048" y="141732"/>
                    <a:pt x="0" y="140208"/>
                    <a:pt x="0" y="137160"/>
                  </a:cubicBezTo>
                  <a:close/>
                  <a:moveTo>
                    <a:pt x="10668" y="137160"/>
                  </a:moveTo>
                  <a:lnTo>
                    <a:pt x="6096" y="131064"/>
                  </a:lnTo>
                  <a:lnTo>
                    <a:pt x="467868" y="131064"/>
                  </a:lnTo>
                  <a:lnTo>
                    <a:pt x="463296" y="137160"/>
                  </a:lnTo>
                  <a:lnTo>
                    <a:pt x="463296" y="4572"/>
                  </a:lnTo>
                  <a:lnTo>
                    <a:pt x="467868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29"/>
          <p:cNvGrpSpPr/>
          <p:nvPr/>
        </p:nvGrpSpPr>
        <p:grpSpPr>
          <a:xfrm>
            <a:off x="6719330" y="977095"/>
            <a:ext cx="191613" cy="138294"/>
            <a:chOff x="63500" y="63500"/>
            <a:chExt cx="350520" cy="252984"/>
          </a:xfrm>
        </p:grpSpPr>
        <p:sp>
          <p:nvSpPr>
            <p:cNvPr id="221" name="Google Shape;221;p29"/>
            <p:cNvSpPr/>
            <p:nvPr/>
          </p:nvSpPr>
          <p:spPr>
            <a:xfrm>
              <a:off x="68072" y="69596"/>
              <a:ext cx="339852" cy="123444"/>
            </a:xfrm>
            <a:custGeom>
              <a:rect b="b" l="l" r="r" t="t"/>
              <a:pathLst>
                <a:path extrusionOk="0" h="123444" w="339852">
                  <a:moveTo>
                    <a:pt x="0" y="0"/>
                  </a:moveTo>
                  <a:lnTo>
                    <a:pt x="339852" y="0"/>
                  </a:lnTo>
                  <a:lnTo>
                    <a:pt x="339852" y="123444"/>
                  </a:lnTo>
                  <a:lnTo>
                    <a:pt x="0" y="1234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2" name="Google Shape;222;p29"/>
            <p:cNvSpPr/>
            <p:nvPr/>
          </p:nvSpPr>
          <p:spPr>
            <a:xfrm>
              <a:off x="63500" y="63500"/>
              <a:ext cx="350520" cy="252984"/>
            </a:xfrm>
            <a:custGeom>
              <a:rect b="b" l="l" r="r" t="t"/>
              <a:pathLst>
                <a:path extrusionOk="0" h="252984" w="350520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344424" y="0"/>
                  </a:lnTo>
                  <a:cubicBezTo>
                    <a:pt x="347472" y="0"/>
                    <a:pt x="350520" y="3048"/>
                    <a:pt x="350520" y="6096"/>
                  </a:cubicBezTo>
                  <a:lnTo>
                    <a:pt x="350520" y="129540"/>
                  </a:lnTo>
                  <a:cubicBezTo>
                    <a:pt x="350520" y="132588"/>
                    <a:pt x="347472" y="134112"/>
                    <a:pt x="344424" y="134112"/>
                  </a:cubicBezTo>
                  <a:lnTo>
                    <a:pt x="4572" y="134112"/>
                  </a:lnTo>
                  <a:cubicBezTo>
                    <a:pt x="1524" y="134112"/>
                    <a:pt x="0" y="132588"/>
                    <a:pt x="0" y="129540"/>
                  </a:cubicBezTo>
                  <a:close/>
                  <a:moveTo>
                    <a:pt x="10668" y="252984"/>
                  </a:moveTo>
                  <a:lnTo>
                    <a:pt x="4572" y="246888"/>
                  </a:lnTo>
                  <a:lnTo>
                    <a:pt x="344424" y="246888"/>
                  </a:lnTo>
                  <a:lnTo>
                    <a:pt x="339852" y="252984"/>
                  </a:lnTo>
                  <a:lnTo>
                    <a:pt x="339852" y="6096"/>
                  </a:lnTo>
                  <a:lnTo>
                    <a:pt x="344424" y="12192"/>
                  </a:lnTo>
                  <a:lnTo>
                    <a:pt x="4572" y="12192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" name="Google Shape;223;p29"/>
          <p:cNvGrpSpPr/>
          <p:nvPr/>
        </p:nvGrpSpPr>
        <p:grpSpPr>
          <a:xfrm>
            <a:off x="7604088" y="977095"/>
            <a:ext cx="379895" cy="138294"/>
            <a:chOff x="63500" y="63500"/>
            <a:chExt cx="694944" cy="252984"/>
          </a:xfrm>
        </p:grpSpPr>
        <p:sp>
          <p:nvSpPr>
            <p:cNvPr id="224" name="Google Shape;224;p29"/>
            <p:cNvSpPr/>
            <p:nvPr/>
          </p:nvSpPr>
          <p:spPr>
            <a:xfrm>
              <a:off x="68072" y="69596"/>
              <a:ext cx="684276" cy="123444"/>
            </a:xfrm>
            <a:custGeom>
              <a:rect b="b" l="l" r="r" t="t"/>
              <a:pathLst>
                <a:path extrusionOk="0" h="123444" w="684276">
                  <a:moveTo>
                    <a:pt x="0" y="0"/>
                  </a:moveTo>
                  <a:lnTo>
                    <a:pt x="684276" y="0"/>
                  </a:lnTo>
                  <a:lnTo>
                    <a:pt x="684276" y="123444"/>
                  </a:lnTo>
                  <a:lnTo>
                    <a:pt x="0" y="1234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5" name="Google Shape;225;p29"/>
            <p:cNvSpPr/>
            <p:nvPr/>
          </p:nvSpPr>
          <p:spPr>
            <a:xfrm>
              <a:off x="63500" y="63500"/>
              <a:ext cx="694944" cy="252984"/>
            </a:xfrm>
            <a:custGeom>
              <a:rect b="b" l="l" r="r" t="t"/>
              <a:pathLst>
                <a:path extrusionOk="0" h="252984" w="694944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688848" y="0"/>
                  </a:lnTo>
                  <a:cubicBezTo>
                    <a:pt x="691896" y="0"/>
                    <a:pt x="694944" y="3048"/>
                    <a:pt x="694944" y="6096"/>
                  </a:cubicBezTo>
                  <a:lnTo>
                    <a:pt x="694944" y="129540"/>
                  </a:lnTo>
                  <a:cubicBezTo>
                    <a:pt x="694944" y="132588"/>
                    <a:pt x="691896" y="134112"/>
                    <a:pt x="688848" y="134112"/>
                  </a:cubicBezTo>
                  <a:lnTo>
                    <a:pt x="4572" y="134112"/>
                  </a:lnTo>
                  <a:cubicBezTo>
                    <a:pt x="1524" y="134112"/>
                    <a:pt x="0" y="132588"/>
                    <a:pt x="0" y="129540"/>
                  </a:cubicBezTo>
                  <a:close/>
                  <a:moveTo>
                    <a:pt x="10668" y="252984"/>
                  </a:moveTo>
                  <a:lnTo>
                    <a:pt x="4572" y="246888"/>
                  </a:lnTo>
                  <a:lnTo>
                    <a:pt x="688848" y="246888"/>
                  </a:lnTo>
                  <a:lnTo>
                    <a:pt x="682752" y="252984"/>
                  </a:lnTo>
                  <a:lnTo>
                    <a:pt x="682752" y="6096"/>
                  </a:lnTo>
                  <a:lnTo>
                    <a:pt x="688848" y="12192"/>
                  </a:lnTo>
                  <a:lnTo>
                    <a:pt x="4572" y="12192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29"/>
          <p:cNvSpPr/>
          <p:nvPr/>
        </p:nvSpPr>
        <p:spPr>
          <a:xfrm>
            <a:off x="7411643" y="1082902"/>
            <a:ext cx="34990" cy="257430"/>
          </a:xfrm>
          <a:custGeom>
            <a:rect b="b" l="l" r="r" t="t"/>
            <a:pathLst>
              <a:path extrusionOk="0" h="627888" w="85344">
                <a:moveTo>
                  <a:pt x="0" y="0"/>
                </a:moveTo>
                <a:lnTo>
                  <a:pt x="85344" y="0"/>
                </a:lnTo>
                <a:lnTo>
                  <a:pt x="85344" y="627888"/>
                </a:lnTo>
                <a:lnTo>
                  <a:pt x="0" y="627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29"/>
          <p:cNvSpPr/>
          <p:nvPr/>
        </p:nvSpPr>
        <p:spPr>
          <a:xfrm>
            <a:off x="7411643" y="1380320"/>
            <a:ext cx="34990" cy="132464"/>
          </a:xfrm>
          <a:custGeom>
            <a:rect b="b" l="l" r="r" t="t"/>
            <a:pathLst>
              <a:path extrusionOk="0" h="323088" w="85344">
                <a:moveTo>
                  <a:pt x="0" y="0"/>
                </a:moveTo>
                <a:lnTo>
                  <a:pt x="85344" y="0"/>
                </a:lnTo>
                <a:lnTo>
                  <a:pt x="85344" y="323088"/>
                </a:lnTo>
                <a:lnTo>
                  <a:pt x="0" y="323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8" name="Google Shape;228;p29"/>
          <p:cNvGrpSpPr/>
          <p:nvPr/>
        </p:nvGrpSpPr>
        <p:grpSpPr>
          <a:xfrm>
            <a:off x="7377483" y="1318668"/>
            <a:ext cx="107470" cy="187447"/>
            <a:chOff x="63500" y="63500"/>
            <a:chExt cx="196596" cy="342900"/>
          </a:xfrm>
        </p:grpSpPr>
        <p:sp>
          <p:nvSpPr>
            <p:cNvPr id="229" name="Google Shape;229;p29"/>
            <p:cNvSpPr/>
            <p:nvPr/>
          </p:nvSpPr>
          <p:spPr>
            <a:xfrm>
              <a:off x="69596" y="68072"/>
              <a:ext cx="184404" cy="169164"/>
            </a:xfrm>
            <a:custGeom>
              <a:rect b="b" l="l" r="r" t="t"/>
              <a:pathLst>
                <a:path extrusionOk="0" h="169164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69164"/>
                  </a:lnTo>
                  <a:lnTo>
                    <a:pt x="0" y="169164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230" name="Google Shape;230;p29"/>
            <p:cNvSpPr/>
            <p:nvPr/>
          </p:nvSpPr>
          <p:spPr>
            <a:xfrm>
              <a:off x="63500" y="63500"/>
              <a:ext cx="196596" cy="342900"/>
            </a:xfrm>
            <a:custGeom>
              <a:rect b="b" l="l" r="r" t="t"/>
              <a:pathLst>
                <a:path extrusionOk="0" h="342900" w="19659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1524"/>
                    <a:pt x="196596" y="4572"/>
                  </a:cubicBezTo>
                  <a:lnTo>
                    <a:pt x="196596" y="173736"/>
                  </a:lnTo>
                  <a:cubicBezTo>
                    <a:pt x="196596" y="176784"/>
                    <a:pt x="193548" y="179832"/>
                    <a:pt x="190500" y="179832"/>
                  </a:cubicBezTo>
                  <a:lnTo>
                    <a:pt x="6096" y="179832"/>
                  </a:lnTo>
                  <a:cubicBezTo>
                    <a:pt x="3048" y="179832"/>
                    <a:pt x="0" y="176784"/>
                    <a:pt x="0" y="173736"/>
                  </a:cubicBezTo>
                  <a:close/>
                  <a:moveTo>
                    <a:pt x="12192" y="342900"/>
                  </a:moveTo>
                  <a:lnTo>
                    <a:pt x="6096" y="338328"/>
                  </a:lnTo>
                  <a:lnTo>
                    <a:pt x="190500" y="338328"/>
                  </a:lnTo>
                  <a:lnTo>
                    <a:pt x="185928" y="342900"/>
                  </a:lnTo>
                  <a:lnTo>
                    <a:pt x="185928" y="4572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" name="Google Shape;231;p29"/>
          <p:cNvGrpSpPr/>
          <p:nvPr/>
        </p:nvGrpSpPr>
        <p:grpSpPr>
          <a:xfrm>
            <a:off x="7394145" y="968764"/>
            <a:ext cx="69147" cy="131630"/>
            <a:chOff x="63500" y="63500"/>
            <a:chExt cx="126492" cy="240792"/>
          </a:xfrm>
        </p:grpSpPr>
        <p:sp>
          <p:nvSpPr>
            <p:cNvPr id="232" name="Google Shape;232;p29"/>
            <p:cNvSpPr/>
            <p:nvPr/>
          </p:nvSpPr>
          <p:spPr>
            <a:xfrm>
              <a:off x="63500" y="63500"/>
              <a:ext cx="126492" cy="146304"/>
            </a:xfrm>
            <a:custGeom>
              <a:rect b="b" l="l" r="r" t="t"/>
              <a:pathLst>
                <a:path extrusionOk="0" h="146304" w="126492">
                  <a:moveTo>
                    <a:pt x="0" y="73152"/>
                  </a:moveTo>
                  <a:lnTo>
                    <a:pt x="0" y="65532"/>
                  </a:lnTo>
                  <a:lnTo>
                    <a:pt x="1524" y="59436"/>
                  </a:lnTo>
                  <a:lnTo>
                    <a:pt x="4572" y="45720"/>
                  </a:lnTo>
                  <a:cubicBezTo>
                    <a:pt x="4572" y="45720"/>
                    <a:pt x="4572" y="45720"/>
                    <a:pt x="6096" y="44196"/>
                  </a:cubicBezTo>
                  <a:lnTo>
                    <a:pt x="10668" y="33528"/>
                  </a:lnTo>
                  <a:cubicBezTo>
                    <a:pt x="10668" y="33528"/>
                    <a:pt x="10668" y="33528"/>
                    <a:pt x="10668" y="32004"/>
                  </a:cubicBezTo>
                  <a:lnTo>
                    <a:pt x="18288" y="22860"/>
                  </a:lnTo>
                  <a:cubicBezTo>
                    <a:pt x="18288" y="22860"/>
                    <a:pt x="18288" y="21336"/>
                    <a:pt x="18288" y="21336"/>
                  </a:cubicBezTo>
                  <a:lnTo>
                    <a:pt x="27432" y="13716"/>
                  </a:lnTo>
                  <a:cubicBezTo>
                    <a:pt x="27432" y="13716"/>
                    <a:pt x="27432" y="13716"/>
                    <a:pt x="28956" y="13716"/>
                  </a:cubicBezTo>
                  <a:lnTo>
                    <a:pt x="38100" y="6096"/>
                  </a:lnTo>
                  <a:cubicBezTo>
                    <a:pt x="38100" y="6096"/>
                    <a:pt x="38100" y="6096"/>
                    <a:pt x="39624" y="6096"/>
                  </a:cubicBezTo>
                  <a:lnTo>
                    <a:pt x="44196" y="4572"/>
                  </a:lnTo>
                  <a:lnTo>
                    <a:pt x="50292" y="1524"/>
                  </a:lnTo>
                  <a:lnTo>
                    <a:pt x="56388" y="1524"/>
                  </a:lnTo>
                  <a:lnTo>
                    <a:pt x="64008" y="0"/>
                  </a:lnTo>
                  <a:lnTo>
                    <a:pt x="70104" y="1524"/>
                  </a:lnTo>
                  <a:lnTo>
                    <a:pt x="76200" y="1524"/>
                  </a:lnTo>
                  <a:lnTo>
                    <a:pt x="82296" y="4572"/>
                  </a:lnTo>
                  <a:lnTo>
                    <a:pt x="88392" y="6096"/>
                  </a:lnTo>
                  <a:cubicBezTo>
                    <a:pt x="88392" y="6096"/>
                    <a:pt x="88392" y="6096"/>
                    <a:pt x="89916" y="6096"/>
                  </a:cubicBezTo>
                  <a:lnTo>
                    <a:pt x="99060" y="13716"/>
                  </a:lnTo>
                  <a:cubicBezTo>
                    <a:pt x="99060" y="13716"/>
                    <a:pt x="99060" y="13716"/>
                    <a:pt x="100584" y="13716"/>
                  </a:cubicBezTo>
                  <a:lnTo>
                    <a:pt x="108204" y="21336"/>
                  </a:lnTo>
                  <a:cubicBezTo>
                    <a:pt x="108204" y="21336"/>
                    <a:pt x="108204" y="22860"/>
                    <a:pt x="109728" y="22860"/>
                  </a:cubicBezTo>
                  <a:lnTo>
                    <a:pt x="115824" y="32004"/>
                  </a:lnTo>
                  <a:cubicBezTo>
                    <a:pt x="115824" y="32004"/>
                    <a:pt x="117348" y="33528"/>
                    <a:pt x="117348" y="33528"/>
                  </a:cubicBezTo>
                  <a:lnTo>
                    <a:pt x="121920" y="44196"/>
                  </a:lnTo>
                  <a:cubicBezTo>
                    <a:pt x="121920" y="45720"/>
                    <a:pt x="121920" y="45720"/>
                    <a:pt x="121920" y="45720"/>
                  </a:cubicBezTo>
                  <a:lnTo>
                    <a:pt x="126492" y="57912"/>
                  </a:lnTo>
                  <a:lnTo>
                    <a:pt x="126492" y="65532"/>
                  </a:lnTo>
                  <a:lnTo>
                    <a:pt x="126492" y="73152"/>
                  </a:lnTo>
                  <a:lnTo>
                    <a:pt x="126492" y="80772"/>
                  </a:lnTo>
                  <a:lnTo>
                    <a:pt x="126492" y="86868"/>
                  </a:lnTo>
                  <a:lnTo>
                    <a:pt x="121920" y="100584"/>
                  </a:lnTo>
                  <a:cubicBezTo>
                    <a:pt x="121920" y="100584"/>
                    <a:pt x="121920" y="100584"/>
                    <a:pt x="121920" y="102108"/>
                  </a:cubicBezTo>
                  <a:lnTo>
                    <a:pt x="117348" y="112776"/>
                  </a:lnTo>
                  <a:cubicBezTo>
                    <a:pt x="117348" y="112776"/>
                    <a:pt x="115824" y="114300"/>
                    <a:pt x="115824" y="114300"/>
                  </a:cubicBezTo>
                  <a:lnTo>
                    <a:pt x="109728" y="123444"/>
                  </a:lnTo>
                  <a:cubicBezTo>
                    <a:pt x="108204" y="123444"/>
                    <a:pt x="108204" y="124968"/>
                    <a:pt x="108204" y="124968"/>
                  </a:cubicBezTo>
                  <a:lnTo>
                    <a:pt x="100584" y="132588"/>
                  </a:lnTo>
                  <a:cubicBezTo>
                    <a:pt x="99060" y="132588"/>
                    <a:pt x="99060" y="132588"/>
                    <a:pt x="99060" y="134112"/>
                  </a:cubicBezTo>
                  <a:lnTo>
                    <a:pt x="89916" y="140208"/>
                  </a:lnTo>
                  <a:cubicBezTo>
                    <a:pt x="88392" y="140208"/>
                    <a:pt x="88392" y="140208"/>
                    <a:pt x="88392" y="140208"/>
                  </a:cubicBezTo>
                  <a:lnTo>
                    <a:pt x="83820" y="141732"/>
                  </a:lnTo>
                  <a:lnTo>
                    <a:pt x="77724" y="144780"/>
                  </a:lnTo>
                  <a:lnTo>
                    <a:pt x="70104" y="144780"/>
                  </a:lnTo>
                  <a:lnTo>
                    <a:pt x="64008" y="146304"/>
                  </a:lnTo>
                  <a:lnTo>
                    <a:pt x="57912" y="144780"/>
                  </a:lnTo>
                  <a:lnTo>
                    <a:pt x="51816" y="144780"/>
                  </a:lnTo>
                  <a:lnTo>
                    <a:pt x="44196" y="141732"/>
                  </a:lnTo>
                  <a:lnTo>
                    <a:pt x="39624" y="140208"/>
                  </a:lnTo>
                  <a:cubicBezTo>
                    <a:pt x="38100" y="140208"/>
                    <a:pt x="38100" y="140208"/>
                    <a:pt x="38100" y="140208"/>
                  </a:cubicBezTo>
                  <a:lnTo>
                    <a:pt x="28956" y="134112"/>
                  </a:lnTo>
                  <a:cubicBezTo>
                    <a:pt x="27432" y="132588"/>
                    <a:pt x="27432" y="132588"/>
                    <a:pt x="27432" y="132588"/>
                  </a:cubicBezTo>
                  <a:lnTo>
                    <a:pt x="18288" y="124968"/>
                  </a:lnTo>
                  <a:cubicBezTo>
                    <a:pt x="18288" y="124968"/>
                    <a:pt x="18288" y="123444"/>
                    <a:pt x="18288" y="123444"/>
                  </a:cubicBezTo>
                  <a:lnTo>
                    <a:pt x="10668" y="114300"/>
                  </a:lnTo>
                  <a:cubicBezTo>
                    <a:pt x="10668" y="114300"/>
                    <a:pt x="10668" y="112776"/>
                    <a:pt x="10668" y="112776"/>
                  </a:cubicBezTo>
                  <a:lnTo>
                    <a:pt x="6096" y="102108"/>
                  </a:lnTo>
                  <a:cubicBezTo>
                    <a:pt x="4572" y="100584"/>
                    <a:pt x="4572" y="100584"/>
                    <a:pt x="4572" y="100584"/>
                  </a:cubicBezTo>
                  <a:lnTo>
                    <a:pt x="1524" y="88392"/>
                  </a:lnTo>
                  <a:lnTo>
                    <a:pt x="0" y="80772"/>
                  </a:lnTo>
                  <a:close/>
                  <a:moveTo>
                    <a:pt x="12192" y="86868"/>
                  </a:moveTo>
                  <a:lnTo>
                    <a:pt x="12192" y="92964"/>
                  </a:lnTo>
                  <a:lnTo>
                    <a:pt x="15240" y="105156"/>
                  </a:lnTo>
                  <a:lnTo>
                    <a:pt x="21336" y="115824"/>
                  </a:lnTo>
                  <a:lnTo>
                    <a:pt x="19812" y="115824"/>
                  </a:lnTo>
                  <a:lnTo>
                    <a:pt x="27432" y="124968"/>
                  </a:lnTo>
                  <a:lnTo>
                    <a:pt x="25908" y="124968"/>
                  </a:lnTo>
                  <a:lnTo>
                    <a:pt x="35052" y="132588"/>
                  </a:lnTo>
                  <a:lnTo>
                    <a:pt x="44196" y="138684"/>
                  </a:lnTo>
                  <a:lnTo>
                    <a:pt x="42672" y="137160"/>
                  </a:lnTo>
                  <a:lnTo>
                    <a:pt x="48768" y="140208"/>
                  </a:lnTo>
                  <a:lnTo>
                    <a:pt x="53340" y="141732"/>
                  </a:lnTo>
                  <a:lnTo>
                    <a:pt x="57912" y="141732"/>
                  </a:lnTo>
                  <a:lnTo>
                    <a:pt x="64008" y="141732"/>
                  </a:lnTo>
                  <a:lnTo>
                    <a:pt x="68580" y="141732"/>
                  </a:lnTo>
                  <a:lnTo>
                    <a:pt x="73152" y="141732"/>
                  </a:lnTo>
                  <a:lnTo>
                    <a:pt x="79248" y="140208"/>
                  </a:lnTo>
                  <a:lnTo>
                    <a:pt x="83820" y="137160"/>
                  </a:lnTo>
                  <a:lnTo>
                    <a:pt x="83820" y="138684"/>
                  </a:lnTo>
                  <a:lnTo>
                    <a:pt x="92964" y="132588"/>
                  </a:lnTo>
                  <a:lnTo>
                    <a:pt x="100584" y="124968"/>
                  </a:lnTo>
                  <a:lnTo>
                    <a:pt x="106680" y="115824"/>
                  </a:lnTo>
                  <a:lnTo>
                    <a:pt x="112776" y="105156"/>
                  </a:lnTo>
                  <a:lnTo>
                    <a:pt x="111252" y="105156"/>
                  </a:lnTo>
                  <a:lnTo>
                    <a:pt x="115824" y="92964"/>
                  </a:lnTo>
                  <a:lnTo>
                    <a:pt x="115824" y="86868"/>
                  </a:lnTo>
                  <a:lnTo>
                    <a:pt x="115824" y="80772"/>
                  </a:lnTo>
                  <a:lnTo>
                    <a:pt x="115824" y="74676"/>
                  </a:lnTo>
                  <a:lnTo>
                    <a:pt x="115824" y="60960"/>
                  </a:lnTo>
                  <a:lnTo>
                    <a:pt x="111252" y="48768"/>
                  </a:lnTo>
                  <a:lnTo>
                    <a:pt x="112776" y="48768"/>
                  </a:lnTo>
                  <a:lnTo>
                    <a:pt x="106680" y="38100"/>
                  </a:lnTo>
                  <a:lnTo>
                    <a:pt x="106680" y="39624"/>
                  </a:lnTo>
                  <a:lnTo>
                    <a:pt x="100584" y="28956"/>
                  </a:lnTo>
                  <a:lnTo>
                    <a:pt x="92964" y="21336"/>
                  </a:lnTo>
                  <a:lnTo>
                    <a:pt x="92964" y="22860"/>
                  </a:lnTo>
                  <a:lnTo>
                    <a:pt x="83820" y="15240"/>
                  </a:lnTo>
                  <a:lnTo>
                    <a:pt x="83820" y="16764"/>
                  </a:lnTo>
                  <a:lnTo>
                    <a:pt x="79248" y="13716"/>
                  </a:lnTo>
                  <a:lnTo>
                    <a:pt x="74676" y="12192"/>
                  </a:lnTo>
                  <a:lnTo>
                    <a:pt x="68580" y="12192"/>
                  </a:lnTo>
                  <a:lnTo>
                    <a:pt x="64008" y="12192"/>
                  </a:lnTo>
                  <a:lnTo>
                    <a:pt x="59436" y="12192"/>
                  </a:lnTo>
                  <a:lnTo>
                    <a:pt x="53340" y="12192"/>
                  </a:lnTo>
                  <a:lnTo>
                    <a:pt x="48768" y="13716"/>
                  </a:lnTo>
                  <a:lnTo>
                    <a:pt x="42672" y="16764"/>
                  </a:lnTo>
                  <a:lnTo>
                    <a:pt x="44196" y="15240"/>
                  </a:lnTo>
                  <a:lnTo>
                    <a:pt x="35052" y="22860"/>
                  </a:lnTo>
                  <a:lnTo>
                    <a:pt x="35052" y="21336"/>
                  </a:lnTo>
                  <a:lnTo>
                    <a:pt x="25908" y="30480"/>
                  </a:lnTo>
                  <a:lnTo>
                    <a:pt x="27432" y="28956"/>
                  </a:lnTo>
                  <a:lnTo>
                    <a:pt x="19812" y="38100"/>
                  </a:lnTo>
                  <a:lnTo>
                    <a:pt x="21336" y="38100"/>
                  </a:lnTo>
                  <a:lnTo>
                    <a:pt x="15240" y="48768"/>
                  </a:lnTo>
                  <a:lnTo>
                    <a:pt x="12192" y="60960"/>
                  </a:lnTo>
                  <a:lnTo>
                    <a:pt x="12192" y="67056"/>
                  </a:lnTo>
                  <a:lnTo>
                    <a:pt x="10668" y="7315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63500" y="159512"/>
              <a:ext cx="126492" cy="144780"/>
            </a:xfrm>
            <a:custGeom>
              <a:rect b="b" l="l" r="r" t="t"/>
              <a:pathLst>
                <a:path extrusionOk="0" h="144780" w="126492">
                  <a:moveTo>
                    <a:pt x="0" y="71628"/>
                  </a:moveTo>
                  <a:lnTo>
                    <a:pt x="0" y="64008"/>
                  </a:lnTo>
                  <a:lnTo>
                    <a:pt x="1524" y="57912"/>
                  </a:lnTo>
                  <a:lnTo>
                    <a:pt x="4572" y="44196"/>
                  </a:lnTo>
                  <a:cubicBezTo>
                    <a:pt x="4572" y="44196"/>
                    <a:pt x="4572" y="44196"/>
                    <a:pt x="6096" y="42672"/>
                  </a:cubicBezTo>
                  <a:lnTo>
                    <a:pt x="10668" y="32004"/>
                  </a:lnTo>
                  <a:cubicBezTo>
                    <a:pt x="10668" y="32004"/>
                    <a:pt x="10668" y="32004"/>
                    <a:pt x="10668" y="30480"/>
                  </a:cubicBezTo>
                  <a:lnTo>
                    <a:pt x="18288" y="21336"/>
                  </a:lnTo>
                  <a:cubicBezTo>
                    <a:pt x="18288" y="21336"/>
                    <a:pt x="18288" y="21336"/>
                    <a:pt x="18288" y="19812"/>
                  </a:cubicBezTo>
                  <a:lnTo>
                    <a:pt x="27432" y="12192"/>
                  </a:lnTo>
                  <a:cubicBezTo>
                    <a:pt x="27432" y="12192"/>
                    <a:pt x="27432" y="12192"/>
                    <a:pt x="28956" y="12192"/>
                  </a:cubicBezTo>
                  <a:lnTo>
                    <a:pt x="38100" y="6096"/>
                  </a:lnTo>
                  <a:cubicBezTo>
                    <a:pt x="38100" y="4572"/>
                    <a:pt x="38100" y="4572"/>
                    <a:pt x="39624" y="4572"/>
                  </a:cubicBezTo>
                  <a:lnTo>
                    <a:pt x="44196" y="3048"/>
                  </a:lnTo>
                  <a:lnTo>
                    <a:pt x="50292" y="1524"/>
                  </a:lnTo>
                  <a:lnTo>
                    <a:pt x="56388" y="0"/>
                  </a:lnTo>
                  <a:lnTo>
                    <a:pt x="64008" y="0"/>
                  </a:lnTo>
                  <a:lnTo>
                    <a:pt x="70104" y="0"/>
                  </a:lnTo>
                  <a:lnTo>
                    <a:pt x="76200" y="0"/>
                  </a:lnTo>
                  <a:lnTo>
                    <a:pt x="82296" y="3048"/>
                  </a:lnTo>
                  <a:lnTo>
                    <a:pt x="88392" y="4572"/>
                  </a:lnTo>
                  <a:cubicBezTo>
                    <a:pt x="88392" y="4572"/>
                    <a:pt x="88392" y="4572"/>
                    <a:pt x="89916" y="6096"/>
                  </a:cubicBezTo>
                  <a:lnTo>
                    <a:pt x="99060" y="12192"/>
                  </a:lnTo>
                  <a:cubicBezTo>
                    <a:pt x="99060" y="12192"/>
                    <a:pt x="99060" y="12192"/>
                    <a:pt x="100584" y="12192"/>
                  </a:cubicBezTo>
                  <a:lnTo>
                    <a:pt x="108204" y="19812"/>
                  </a:lnTo>
                  <a:cubicBezTo>
                    <a:pt x="108204" y="21336"/>
                    <a:pt x="108204" y="21336"/>
                    <a:pt x="109728" y="21336"/>
                  </a:cubicBezTo>
                  <a:lnTo>
                    <a:pt x="115824" y="30480"/>
                  </a:lnTo>
                  <a:cubicBezTo>
                    <a:pt x="115824" y="32004"/>
                    <a:pt x="117348" y="32004"/>
                    <a:pt x="117348" y="32004"/>
                  </a:cubicBezTo>
                  <a:lnTo>
                    <a:pt x="121920" y="42672"/>
                  </a:lnTo>
                  <a:cubicBezTo>
                    <a:pt x="121920" y="44196"/>
                    <a:pt x="121920" y="44196"/>
                    <a:pt x="121920" y="44196"/>
                  </a:cubicBezTo>
                  <a:lnTo>
                    <a:pt x="126492" y="56388"/>
                  </a:lnTo>
                  <a:lnTo>
                    <a:pt x="126492" y="64008"/>
                  </a:lnTo>
                  <a:lnTo>
                    <a:pt x="126492" y="71628"/>
                  </a:lnTo>
                  <a:lnTo>
                    <a:pt x="126492" y="79248"/>
                  </a:lnTo>
                  <a:lnTo>
                    <a:pt x="126492" y="85344"/>
                  </a:lnTo>
                  <a:lnTo>
                    <a:pt x="121920" y="99060"/>
                  </a:lnTo>
                  <a:cubicBezTo>
                    <a:pt x="121920" y="99060"/>
                    <a:pt x="121920" y="100584"/>
                    <a:pt x="121920" y="100584"/>
                  </a:cubicBezTo>
                  <a:lnTo>
                    <a:pt x="117348" y="111252"/>
                  </a:lnTo>
                  <a:cubicBezTo>
                    <a:pt x="117348" y="111252"/>
                    <a:pt x="115824" y="112776"/>
                    <a:pt x="115824" y="112776"/>
                  </a:cubicBezTo>
                  <a:lnTo>
                    <a:pt x="109728" y="121920"/>
                  </a:lnTo>
                  <a:cubicBezTo>
                    <a:pt x="108204" y="121920"/>
                    <a:pt x="108204" y="123444"/>
                    <a:pt x="108204" y="123444"/>
                  </a:cubicBezTo>
                  <a:lnTo>
                    <a:pt x="100584" y="131064"/>
                  </a:lnTo>
                  <a:cubicBezTo>
                    <a:pt x="99060" y="131064"/>
                    <a:pt x="99060" y="131064"/>
                    <a:pt x="99060" y="132588"/>
                  </a:cubicBezTo>
                  <a:lnTo>
                    <a:pt x="89916" y="138684"/>
                  </a:lnTo>
                  <a:cubicBezTo>
                    <a:pt x="88392" y="138684"/>
                    <a:pt x="88392" y="138684"/>
                    <a:pt x="88392" y="138684"/>
                  </a:cubicBezTo>
                  <a:lnTo>
                    <a:pt x="83820" y="140208"/>
                  </a:lnTo>
                  <a:lnTo>
                    <a:pt x="77724" y="143256"/>
                  </a:lnTo>
                  <a:lnTo>
                    <a:pt x="70104" y="143256"/>
                  </a:lnTo>
                  <a:lnTo>
                    <a:pt x="64008" y="144780"/>
                  </a:lnTo>
                  <a:lnTo>
                    <a:pt x="57912" y="143256"/>
                  </a:lnTo>
                  <a:lnTo>
                    <a:pt x="51816" y="143256"/>
                  </a:lnTo>
                  <a:lnTo>
                    <a:pt x="44196" y="141732"/>
                  </a:lnTo>
                  <a:lnTo>
                    <a:pt x="39624" y="138684"/>
                  </a:lnTo>
                  <a:cubicBezTo>
                    <a:pt x="38100" y="138684"/>
                    <a:pt x="38100" y="138684"/>
                    <a:pt x="38100" y="138684"/>
                  </a:cubicBezTo>
                  <a:lnTo>
                    <a:pt x="28956" y="132588"/>
                  </a:lnTo>
                  <a:cubicBezTo>
                    <a:pt x="27432" y="132588"/>
                    <a:pt x="27432" y="131064"/>
                    <a:pt x="27432" y="131064"/>
                  </a:cubicBezTo>
                  <a:lnTo>
                    <a:pt x="18288" y="123444"/>
                  </a:lnTo>
                  <a:cubicBezTo>
                    <a:pt x="18288" y="123444"/>
                    <a:pt x="18288" y="121920"/>
                    <a:pt x="18288" y="121920"/>
                  </a:cubicBezTo>
                  <a:lnTo>
                    <a:pt x="10668" y="112776"/>
                  </a:lnTo>
                  <a:cubicBezTo>
                    <a:pt x="10668" y="112776"/>
                    <a:pt x="10668" y="111252"/>
                    <a:pt x="10668" y="111252"/>
                  </a:cubicBezTo>
                  <a:lnTo>
                    <a:pt x="6096" y="100584"/>
                  </a:lnTo>
                  <a:cubicBezTo>
                    <a:pt x="4572" y="100584"/>
                    <a:pt x="4572" y="99060"/>
                    <a:pt x="4572" y="99060"/>
                  </a:cubicBezTo>
                  <a:lnTo>
                    <a:pt x="1524" y="86868"/>
                  </a:lnTo>
                  <a:lnTo>
                    <a:pt x="0" y="79248"/>
                  </a:lnTo>
                  <a:close/>
                  <a:moveTo>
                    <a:pt x="12192" y="85344"/>
                  </a:moveTo>
                  <a:lnTo>
                    <a:pt x="12192" y="91440"/>
                  </a:lnTo>
                  <a:lnTo>
                    <a:pt x="15240" y="103632"/>
                  </a:lnTo>
                  <a:lnTo>
                    <a:pt x="21336" y="114300"/>
                  </a:lnTo>
                  <a:lnTo>
                    <a:pt x="19812" y="114300"/>
                  </a:lnTo>
                  <a:lnTo>
                    <a:pt x="27432" y="123444"/>
                  </a:lnTo>
                  <a:lnTo>
                    <a:pt x="25908" y="123444"/>
                  </a:lnTo>
                  <a:lnTo>
                    <a:pt x="35052" y="131064"/>
                  </a:lnTo>
                  <a:lnTo>
                    <a:pt x="44196" y="137160"/>
                  </a:lnTo>
                  <a:lnTo>
                    <a:pt x="42672" y="135636"/>
                  </a:lnTo>
                  <a:lnTo>
                    <a:pt x="48768" y="138684"/>
                  </a:lnTo>
                  <a:lnTo>
                    <a:pt x="53340" y="140208"/>
                  </a:lnTo>
                  <a:lnTo>
                    <a:pt x="57912" y="140208"/>
                  </a:lnTo>
                  <a:lnTo>
                    <a:pt x="64008" y="141732"/>
                  </a:lnTo>
                  <a:lnTo>
                    <a:pt x="68580" y="140208"/>
                  </a:lnTo>
                  <a:lnTo>
                    <a:pt x="73152" y="140208"/>
                  </a:lnTo>
                  <a:lnTo>
                    <a:pt x="79248" y="138684"/>
                  </a:lnTo>
                  <a:lnTo>
                    <a:pt x="83820" y="135636"/>
                  </a:lnTo>
                  <a:lnTo>
                    <a:pt x="83820" y="137160"/>
                  </a:lnTo>
                  <a:lnTo>
                    <a:pt x="92964" y="131064"/>
                  </a:lnTo>
                  <a:lnTo>
                    <a:pt x="100584" y="123444"/>
                  </a:lnTo>
                  <a:lnTo>
                    <a:pt x="106680" y="114300"/>
                  </a:lnTo>
                  <a:lnTo>
                    <a:pt x="112776" y="103632"/>
                  </a:lnTo>
                  <a:lnTo>
                    <a:pt x="111252" y="103632"/>
                  </a:lnTo>
                  <a:lnTo>
                    <a:pt x="115824" y="92964"/>
                  </a:lnTo>
                  <a:lnTo>
                    <a:pt x="115824" y="85344"/>
                  </a:lnTo>
                  <a:lnTo>
                    <a:pt x="115824" y="79248"/>
                  </a:lnTo>
                  <a:lnTo>
                    <a:pt x="115824" y="73152"/>
                  </a:lnTo>
                  <a:lnTo>
                    <a:pt x="115824" y="67056"/>
                  </a:lnTo>
                  <a:lnTo>
                    <a:pt x="111252" y="54864"/>
                  </a:lnTo>
                  <a:lnTo>
                    <a:pt x="112776" y="54864"/>
                  </a:lnTo>
                  <a:lnTo>
                    <a:pt x="106680" y="44196"/>
                  </a:lnTo>
                  <a:lnTo>
                    <a:pt x="106680" y="45720"/>
                  </a:lnTo>
                  <a:lnTo>
                    <a:pt x="100584" y="35052"/>
                  </a:lnTo>
                  <a:lnTo>
                    <a:pt x="100584" y="36576"/>
                  </a:lnTo>
                  <a:lnTo>
                    <a:pt x="92964" y="27432"/>
                  </a:lnTo>
                  <a:lnTo>
                    <a:pt x="92964" y="28956"/>
                  </a:lnTo>
                  <a:lnTo>
                    <a:pt x="83820" y="22860"/>
                  </a:lnTo>
                  <a:lnTo>
                    <a:pt x="79248" y="21336"/>
                  </a:lnTo>
                  <a:lnTo>
                    <a:pt x="74676" y="19812"/>
                  </a:lnTo>
                  <a:lnTo>
                    <a:pt x="68580" y="18288"/>
                  </a:lnTo>
                  <a:lnTo>
                    <a:pt x="64008" y="18288"/>
                  </a:lnTo>
                  <a:lnTo>
                    <a:pt x="59436" y="18288"/>
                  </a:lnTo>
                  <a:lnTo>
                    <a:pt x="53340" y="18288"/>
                  </a:lnTo>
                  <a:lnTo>
                    <a:pt x="48768" y="19812"/>
                  </a:lnTo>
                  <a:lnTo>
                    <a:pt x="42672" y="22860"/>
                  </a:lnTo>
                  <a:lnTo>
                    <a:pt x="44196" y="22860"/>
                  </a:lnTo>
                  <a:lnTo>
                    <a:pt x="35052" y="28956"/>
                  </a:lnTo>
                  <a:lnTo>
                    <a:pt x="35052" y="27432"/>
                  </a:lnTo>
                  <a:lnTo>
                    <a:pt x="25908" y="36576"/>
                  </a:lnTo>
                  <a:lnTo>
                    <a:pt x="27432" y="35052"/>
                  </a:lnTo>
                  <a:lnTo>
                    <a:pt x="19812" y="45720"/>
                  </a:lnTo>
                  <a:lnTo>
                    <a:pt x="21336" y="44196"/>
                  </a:lnTo>
                  <a:lnTo>
                    <a:pt x="15240" y="54864"/>
                  </a:lnTo>
                  <a:lnTo>
                    <a:pt x="12192" y="67056"/>
                  </a:lnTo>
                  <a:lnTo>
                    <a:pt x="12192" y="73152"/>
                  </a:lnTo>
                  <a:lnTo>
                    <a:pt x="10668" y="79248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29"/>
          <p:cNvSpPr/>
          <p:nvPr/>
        </p:nvSpPr>
        <p:spPr>
          <a:xfrm>
            <a:off x="5632963" y="1484458"/>
            <a:ext cx="32491" cy="250764"/>
          </a:xfrm>
          <a:custGeom>
            <a:rect b="b" l="l" r="r" t="t"/>
            <a:pathLst>
              <a:path extrusionOk="0" h="611632" w="79248">
                <a:moveTo>
                  <a:pt x="0" y="0"/>
                </a:moveTo>
                <a:lnTo>
                  <a:pt x="79248" y="0"/>
                </a:lnTo>
                <a:lnTo>
                  <a:pt x="79248" y="611632"/>
                </a:lnTo>
                <a:lnTo>
                  <a:pt x="0" y="61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29"/>
          <p:cNvSpPr/>
          <p:nvPr/>
        </p:nvSpPr>
        <p:spPr>
          <a:xfrm>
            <a:off x="5632963" y="1809370"/>
            <a:ext cx="32491" cy="916416"/>
          </a:xfrm>
          <a:custGeom>
            <a:rect b="b" l="l" r="r" t="t"/>
            <a:pathLst>
              <a:path extrusionOk="0" h="2235200" w="79248">
                <a:moveTo>
                  <a:pt x="0" y="0"/>
                </a:moveTo>
                <a:lnTo>
                  <a:pt x="79248" y="0"/>
                </a:lnTo>
                <a:lnTo>
                  <a:pt x="79248" y="2235200"/>
                </a:lnTo>
                <a:lnTo>
                  <a:pt x="0" y="223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6" name="Google Shape;236;p29"/>
          <p:cNvGrpSpPr/>
          <p:nvPr/>
        </p:nvGrpSpPr>
        <p:grpSpPr>
          <a:xfrm>
            <a:off x="2248886" y="977928"/>
            <a:ext cx="175784" cy="77478"/>
            <a:chOff x="63500" y="63500"/>
            <a:chExt cx="321564" cy="141732"/>
          </a:xfrm>
        </p:grpSpPr>
        <p:sp>
          <p:nvSpPr>
            <p:cNvPr id="237" name="Google Shape;237;p29"/>
            <p:cNvSpPr/>
            <p:nvPr/>
          </p:nvSpPr>
          <p:spPr>
            <a:xfrm>
              <a:off x="69596" y="68072"/>
              <a:ext cx="309372" cy="132588"/>
            </a:xfrm>
            <a:custGeom>
              <a:rect b="b" l="l" r="r" t="t"/>
              <a:pathLst>
                <a:path extrusionOk="0" h="132588" w="309372">
                  <a:moveTo>
                    <a:pt x="0" y="0"/>
                  </a:moveTo>
                  <a:lnTo>
                    <a:pt x="309372" y="0"/>
                  </a:lnTo>
                  <a:lnTo>
                    <a:pt x="309372" y="132588"/>
                  </a:lnTo>
                  <a:lnTo>
                    <a:pt x="0" y="1325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8" name="Google Shape;238;p29"/>
            <p:cNvSpPr/>
            <p:nvPr/>
          </p:nvSpPr>
          <p:spPr>
            <a:xfrm>
              <a:off x="63500" y="63500"/>
              <a:ext cx="321564" cy="141732"/>
            </a:xfrm>
            <a:custGeom>
              <a:rect b="b" l="l" r="r" t="t"/>
              <a:pathLst>
                <a:path extrusionOk="0" h="141732" w="321564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15468" y="0"/>
                  </a:lnTo>
                  <a:cubicBezTo>
                    <a:pt x="318516" y="0"/>
                    <a:pt x="321564" y="1524"/>
                    <a:pt x="321564" y="4572"/>
                  </a:cubicBezTo>
                  <a:lnTo>
                    <a:pt x="321564" y="137160"/>
                  </a:lnTo>
                  <a:cubicBezTo>
                    <a:pt x="321564" y="140208"/>
                    <a:pt x="318516" y="141732"/>
                    <a:pt x="315468" y="141732"/>
                  </a:cubicBezTo>
                  <a:lnTo>
                    <a:pt x="6096" y="141732"/>
                  </a:lnTo>
                  <a:cubicBezTo>
                    <a:pt x="3048" y="141732"/>
                    <a:pt x="0" y="140208"/>
                    <a:pt x="0" y="137160"/>
                  </a:cubicBezTo>
                  <a:close/>
                  <a:moveTo>
                    <a:pt x="12192" y="137160"/>
                  </a:moveTo>
                  <a:lnTo>
                    <a:pt x="6096" y="131064"/>
                  </a:lnTo>
                  <a:lnTo>
                    <a:pt x="315468" y="131064"/>
                  </a:lnTo>
                  <a:lnTo>
                    <a:pt x="310896" y="137160"/>
                  </a:lnTo>
                  <a:lnTo>
                    <a:pt x="310896" y="4572"/>
                  </a:lnTo>
                  <a:lnTo>
                    <a:pt x="315468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" name="Google Shape;239;p29"/>
          <p:cNvGrpSpPr/>
          <p:nvPr/>
        </p:nvGrpSpPr>
        <p:grpSpPr>
          <a:xfrm>
            <a:off x="2885379" y="977095"/>
            <a:ext cx="174951" cy="77478"/>
            <a:chOff x="63500" y="63500"/>
            <a:chExt cx="320040" cy="141732"/>
          </a:xfrm>
        </p:grpSpPr>
        <p:sp>
          <p:nvSpPr>
            <p:cNvPr id="240" name="Google Shape;240;p29"/>
            <p:cNvSpPr/>
            <p:nvPr/>
          </p:nvSpPr>
          <p:spPr>
            <a:xfrm>
              <a:off x="69596" y="68072"/>
              <a:ext cx="309372" cy="132588"/>
            </a:xfrm>
            <a:custGeom>
              <a:rect b="b" l="l" r="r" t="t"/>
              <a:pathLst>
                <a:path extrusionOk="0" h="132588" w="309372">
                  <a:moveTo>
                    <a:pt x="0" y="0"/>
                  </a:moveTo>
                  <a:lnTo>
                    <a:pt x="309372" y="0"/>
                  </a:lnTo>
                  <a:lnTo>
                    <a:pt x="309372" y="132588"/>
                  </a:lnTo>
                  <a:lnTo>
                    <a:pt x="0" y="1325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1" name="Google Shape;241;p29"/>
            <p:cNvSpPr/>
            <p:nvPr/>
          </p:nvSpPr>
          <p:spPr>
            <a:xfrm>
              <a:off x="63500" y="63500"/>
              <a:ext cx="320040" cy="141732"/>
            </a:xfrm>
            <a:custGeom>
              <a:rect b="b" l="l" r="r" t="t"/>
              <a:pathLst>
                <a:path extrusionOk="0" h="141732" w="320040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15468" y="0"/>
                  </a:lnTo>
                  <a:cubicBezTo>
                    <a:pt x="318516" y="0"/>
                    <a:pt x="320040" y="1524"/>
                    <a:pt x="320040" y="4572"/>
                  </a:cubicBezTo>
                  <a:lnTo>
                    <a:pt x="320040" y="137160"/>
                  </a:lnTo>
                  <a:cubicBezTo>
                    <a:pt x="320040" y="140208"/>
                    <a:pt x="318516" y="141732"/>
                    <a:pt x="315468" y="141732"/>
                  </a:cubicBezTo>
                  <a:lnTo>
                    <a:pt x="6096" y="141732"/>
                  </a:lnTo>
                  <a:cubicBezTo>
                    <a:pt x="3048" y="141732"/>
                    <a:pt x="0" y="140208"/>
                    <a:pt x="0" y="137160"/>
                  </a:cubicBezTo>
                  <a:close/>
                  <a:moveTo>
                    <a:pt x="12192" y="137160"/>
                  </a:moveTo>
                  <a:lnTo>
                    <a:pt x="6096" y="131064"/>
                  </a:lnTo>
                  <a:lnTo>
                    <a:pt x="315468" y="131064"/>
                  </a:lnTo>
                  <a:lnTo>
                    <a:pt x="309372" y="137160"/>
                  </a:lnTo>
                  <a:lnTo>
                    <a:pt x="309372" y="4572"/>
                  </a:lnTo>
                  <a:lnTo>
                    <a:pt x="315468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29"/>
          <p:cNvGrpSpPr/>
          <p:nvPr/>
        </p:nvGrpSpPr>
        <p:grpSpPr>
          <a:xfrm>
            <a:off x="4267500" y="1052907"/>
            <a:ext cx="149125" cy="78311"/>
            <a:chOff x="63500" y="63500"/>
            <a:chExt cx="272796" cy="143256"/>
          </a:xfrm>
        </p:grpSpPr>
        <p:sp>
          <p:nvSpPr>
            <p:cNvPr id="243" name="Google Shape;243;p29"/>
            <p:cNvSpPr/>
            <p:nvPr/>
          </p:nvSpPr>
          <p:spPr>
            <a:xfrm>
              <a:off x="69596" y="69596"/>
              <a:ext cx="262128" cy="131064"/>
            </a:xfrm>
            <a:custGeom>
              <a:rect b="b" l="l" r="r" t="t"/>
              <a:pathLst>
                <a:path extrusionOk="0" h="131064" w="262128">
                  <a:moveTo>
                    <a:pt x="0" y="0"/>
                  </a:moveTo>
                  <a:lnTo>
                    <a:pt x="262128" y="0"/>
                  </a:lnTo>
                  <a:lnTo>
                    <a:pt x="262128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4" name="Google Shape;244;p29"/>
            <p:cNvSpPr/>
            <p:nvPr/>
          </p:nvSpPr>
          <p:spPr>
            <a:xfrm>
              <a:off x="63500" y="63500"/>
              <a:ext cx="272796" cy="143256"/>
            </a:xfrm>
            <a:custGeom>
              <a:rect b="b" l="l" r="r" t="t"/>
              <a:pathLst>
                <a:path extrusionOk="0" h="143256" w="2727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268224" y="0"/>
                  </a:lnTo>
                  <a:cubicBezTo>
                    <a:pt x="271272" y="0"/>
                    <a:pt x="272796" y="3048"/>
                    <a:pt x="272796" y="6096"/>
                  </a:cubicBezTo>
                  <a:lnTo>
                    <a:pt x="272796" y="137160"/>
                  </a:lnTo>
                  <a:cubicBezTo>
                    <a:pt x="272796" y="140208"/>
                    <a:pt x="271272" y="143256"/>
                    <a:pt x="268224" y="143256"/>
                  </a:cubicBezTo>
                  <a:lnTo>
                    <a:pt x="6096" y="143256"/>
                  </a:lnTo>
                  <a:cubicBezTo>
                    <a:pt x="3048" y="143256"/>
                    <a:pt x="0" y="140208"/>
                    <a:pt x="0" y="137160"/>
                  </a:cubicBezTo>
                  <a:close/>
                  <a:moveTo>
                    <a:pt x="10668" y="137160"/>
                  </a:moveTo>
                  <a:lnTo>
                    <a:pt x="6096" y="132588"/>
                  </a:lnTo>
                  <a:lnTo>
                    <a:pt x="268224" y="132588"/>
                  </a:lnTo>
                  <a:lnTo>
                    <a:pt x="262128" y="137160"/>
                  </a:lnTo>
                  <a:lnTo>
                    <a:pt x="262128" y="6096"/>
                  </a:lnTo>
                  <a:lnTo>
                    <a:pt x="268224" y="12192"/>
                  </a:lnTo>
                  <a:lnTo>
                    <a:pt x="6096" y="12192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29"/>
          <p:cNvGrpSpPr/>
          <p:nvPr/>
        </p:nvGrpSpPr>
        <p:grpSpPr>
          <a:xfrm>
            <a:off x="4841510" y="1052074"/>
            <a:ext cx="148292" cy="145792"/>
            <a:chOff x="63500" y="63500"/>
            <a:chExt cx="271272" cy="266700"/>
          </a:xfrm>
        </p:grpSpPr>
        <p:sp>
          <p:nvSpPr>
            <p:cNvPr id="246" name="Google Shape;246;p29"/>
            <p:cNvSpPr/>
            <p:nvPr/>
          </p:nvSpPr>
          <p:spPr>
            <a:xfrm>
              <a:off x="68072" y="68072"/>
              <a:ext cx="262128" cy="131064"/>
            </a:xfrm>
            <a:custGeom>
              <a:rect b="b" l="l" r="r" t="t"/>
              <a:pathLst>
                <a:path extrusionOk="0" h="131064" w="262128">
                  <a:moveTo>
                    <a:pt x="0" y="0"/>
                  </a:moveTo>
                  <a:lnTo>
                    <a:pt x="262128" y="0"/>
                  </a:lnTo>
                  <a:lnTo>
                    <a:pt x="262128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7" name="Google Shape;247;p29"/>
            <p:cNvSpPr/>
            <p:nvPr/>
          </p:nvSpPr>
          <p:spPr>
            <a:xfrm>
              <a:off x="63500" y="63500"/>
              <a:ext cx="271272" cy="266700"/>
            </a:xfrm>
            <a:custGeom>
              <a:rect b="b" l="l" r="r" t="t"/>
              <a:pathLst>
                <a:path extrusionOk="0" h="266700" w="271272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266700" y="0"/>
                  </a:lnTo>
                  <a:cubicBezTo>
                    <a:pt x="269748" y="0"/>
                    <a:pt x="271272" y="1524"/>
                    <a:pt x="271272" y="4572"/>
                  </a:cubicBezTo>
                  <a:lnTo>
                    <a:pt x="271272" y="135636"/>
                  </a:lnTo>
                  <a:cubicBezTo>
                    <a:pt x="271272" y="138684"/>
                    <a:pt x="269748" y="141732"/>
                    <a:pt x="266700" y="141732"/>
                  </a:cubicBezTo>
                  <a:lnTo>
                    <a:pt x="4572" y="141732"/>
                  </a:lnTo>
                  <a:cubicBezTo>
                    <a:pt x="1524" y="141732"/>
                    <a:pt x="0" y="138684"/>
                    <a:pt x="0" y="135636"/>
                  </a:cubicBezTo>
                  <a:close/>
                  <a:moveTo>
                    <a:pt x="10668" y="266700"/>
                  </a:moveTo>
                  <a:lnTo>
                    <a:pt x="4572" y="262128"/>
                  </a:lnTo>
                  <a:lnTo>
                    <a:pt x="266700" y="262128"/>
                  </a:lnTo>
                  <a:lnTo>
                    <a:pt x="260604" y="266700"/>
                  </a:lnTo>
                  <a:lnTo>
                    <a:pt x="260604" y="4572"/>
                  </a:lnTo>
                  <a:lnTo>
                    <a:pt x="26670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29"/>
          <p:cNvGrpSpPr/>
          <p:nvPr/>
        </p:nvGrpSpPr>
        <p:grpSpPr>
          <a:xfrm>
            <a:off x="5597137" y="1544440"/>
            <a:ext cx="107470" cy="149957"/>
            <a:chOff x="63500" y="63500"/>
            <a:chExt cx="196596" cy="274320"/>
          </a:xfrm>
        </p:grpSpPr>
        <p:sp>
          <p:nvSpPr>
            <p:cNvPr id="249" name="Google Shape;249;p29"/>
            <p:cNvSpPr/>
            <p:nvPr/>
          </p:nvSpPr>
          <p:spPr>
            <a:xfrm>
              <a:off x="69596" y="69596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250" name="Google Shape;250;p29"/>
            <p:cNvSpPr/>
            <p:nvPr/>
          </p:nvSpPr>
          <p:spPr>
            <a:xfrm>
              <a:off x="63500" y="63500"/>
              <a:ext cx="196596" cy="274320"/>
            </a:xfrm>
            <a:custGeom>
              <a:rect b="b" l="l" r="r" t="t"/>
              <a:pathLst>
                <a:path extrusionOk="0" h="274320" w="1965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3048"/>
                    <a:pt x="196596" y="6096"/>
                  </a:cubicBezTo>
                  <a:lnTo>
                    <a:pt x="196596" y="140208"/>
                  </a:lnTo>
                  <a:cubicBezTo>
                    <a:pt x="196596" y="143256"/>
                    <a:pt x="193548" y="144780"/>
                    <a:pt x="190500" y="144780"/>
                  </a:cubicBezTo>
                  <a:lnTo>
                    <a:pt x="6096" y="144780"/>
                  </a:lnTo>
                  <a:cubicBezTo>
                    <a:pt x="3048" y="144780"/>
                    <a:pt x="0" y="143256"/>
                    <a:pt x="0" y="140208"/>
                  </a:cubicBezTo>
                  <a:close/>
                  <a:moveTo>
                    <a:pt x="10668" y="274320"/>
                  </a:moveTo>
                  <a:lnTo>
                    <a:pt x="6096" y="268224"/>
                  </a:lnTo>
                  <a:lnTo>
                    <a:pt x="190500" y="268224"/>
                  </a:lnTo>
                  <a:lnTo>
                    <a:pt x="184404" y="274320"/>
                  </a:lnTo>
                  <a:lnTo>
                    <a:pt x="184404" y="6096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" name="Google Shape;251;p29"/>
          <p:cNvGrpSpPr/>
          <p:nvPr/>
        </p:nvGrpSpPr>
        <p:grpSpPr>
          <a:xfrm>
            <a:off x="5597137" y="2549165"/>
            <a:ext cx="107470" cy="149957"/>
            <a:chOff x="63500" y="63500"/>
            <a:chExt cx="196596" cy="274320"/>
          </a:xfrm>
        </p:grpSpPr>
        <p:sp>
          <p:nvSpPr>
            <p:cNvPr id="252" name="Google Shape;252;p29"/>
            <p:cNvSpPr/>
            <p:nvPr/>
          </p:nvSpPr>
          <p:spPr>
            <a:xfrm>
              <a:off x="69596" y="69596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253" name="Google Shape;253;p29"/>
            <p:cNvSpPr/>
            <p:nvPr/>
          </p:nvSpPr>
          <p:spPr>
            <a:xfrm>
              <a:off x="63500" y="63500"/>
              <a:ext cx="196596" cy="274320"/>
            </a:xfrm>
            <a:custGeom>
              <a:rect b="b" l="l" r="r" t="t"/>
              <a:pathLst>
                <a:path extrusionOk="0" h="274320" w="1965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3048"/>
                    <a:pt x="196596" y="6096"/>
                  </a:cubicBezTo>
                  <a:lnTo>
                    <a:pt x="196596" y="140208"/>
                  </a:lnTo>
                  <a:cubicBezTo>
                    <a:pt x="196596" y="143256"/>
                    <a:pt x="193548" y="144780"/>
                    <a:pt x="190500" y="144780"/>
                  </a:cubicBezTo>
                  <a:lnTo>
                    <a:pt x="6096" y="144780"/>
                  </a:lnTo>
                  <a:cubicBezTo>
                    <a:pt x="3048" y="144780"/>
                    <a:pt x="0" y="143256"/>
                    <a:pt x="0" y="140208"/>
                  </a:cubicBezTo>
                  <a:close/>
                  <a:moveTo>
                    <a:pt x="10668" y="274320"/>
                  </a:moveTo>
                  <a:lnTo>
                    <a:pt x="6096" y="268224"/>
                  </a:lnTo>
                  <a:lnTo>
                    <a:pt x="190500" y="268224"/>
                  </a:lnTo>
                  <a:lnTo>
                    <a:pt x="184404" y="274320"/>
                  </a:lnTo>
                  <a:lnTo>
                    <a:pt x="184404" y="6096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" name="Google Shape;254;p29"/>
          <p:cNvGrpSpPr/>
          <p:nvPr/>
        </p:nvGrpSpPr>
        <p:grpSpPr>
          <a:xfrm>
            <a:off x="5616298" y="1715226"/>
            <a:ext cx="69147" cy="104970"/>
            <a:chOff x="63500" y="63500"/>
            <a:chExt cx="126492" cy="192024"/>
          </a:xfrm>
        </p:grpSpPr>
        <p:sp>
          <p:nvSpPr>
            <p:cNvPr id="255" name="Google Shape;255;p29"/>
            <p:cNvSpPr/>
            <p:nvPr/>
          </p:nvSpPr>
          <p:spPr>
            <a:xfrm>
              <a:off x="63500" y="63500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7912"/>
                  </a:moveTo>
                  <a:lnTo>
                    <a:pt x="0" y="51816"/>
                  </a:lnTo>
                  <a:lnTo>
                    <a:pt x="0" y="47244"/>
                  </a:lnTo>
                  <a:cubicBezTo>
                    <a:pt x="1524" y="45720"/>
                    <a:pt x="1524" y="45720"/>
                    <a:pt x="1524" y="45720"/>
                  </a:cubicBezTo>
                  <a:lnTo>
                    <a:pt x="4572" y="35052"/>
                  </a:lnTo>
                  <a:lnTo>
                    <a:pt x="10668" y="25908"/>
                  </a:lnTo>
                  <a:cubicBezTo>
                    <a:pt x="10668" y="25908"/>
                    <a:pt x="10668" y="24384"/>
                    <a:pt x="10668" y="24384"/>
                  </a:cubicBezTo>
                  <a:lnTo>
                    <a:pt x="18288" y="16764"/>
                  </a:lnTo>
                  <a:lnTo>
                    <a:pt x="27432" y="9144"/>
                  </a:lnTo>
                  <a:cubicBezTo>
                    <a:pt x="27432" y="9144"/>
                    <a:pt x="27432" y="9144"/>
                    <a:pt x="28956" y="9144"/>
                  </a:cubicBezTo>
                  <a:lnTo>
                    <a:pt x="38100" y="4572"/>
                  </a:lnTo>
                  <a:cubicBezTo>
                    <a:pt x="38100" y="4572"/>
                    <a:pt x="38100" y="4572"/>
                    <a:pt x="39624" y="4572"/>
                  </a:cubicBezTo>
                  <a:lnTo>
                    <a:pt x="50292" y="1524"/>
                  </a:lnTo>
                  <a:cubicBezTo>
                    <a:pt x="50292" y="0"/>
                    <a:pt x="50292" y="0"/>
                    <a:pt x="50292" y="0"/>
                  </a:cubicBezTo>
                  <a:lnTo>
                    <a:pt x="62484" y="0"/>
                  </a:lnTo>
                  <a:cubicBezTo>
                    <a:pt x="62484" y="0"/>
                    <a:pt x="62484" y="0"/>
                    <a:pt x="64008" y="0"/>
                  </a:cubicBezTo>
                  <a:lnTo>
                    <a:pt x="74676" y="0"/>
                  </a:lnTo>
                  <a:cubicBezTo>
                    <a:pt x="76200" y="0"/>
                    <a:pt x="76200" y="0"/>
                    <a:pt x="76200" y="1524"/>
                  </a:cubicBezTo>
                  <a:lnTo>
                    <a:pt x="86868" y="4572"/>
                  </a:lnTo>
                  <a:cubicBezTo>
                    <a:pt x="86868" y="4572"/>
                    <a:pt x="88392" y="4572"/>
                    <a:pt x="88392" y="4572"/>
                  </a:cubicBezTo>
                  <a:lnTo>
                    <a:pt x="97536" y="9144"/>
                  </a:lnTo>
                  <a:cubicBezTo>
                    <a:pt x="97536" y="9144"/>
                    <a:pt x="99060" y="9144"/>
                    <a:pt x="99060" y="9144"/>
                  </a:cubicBezTo>
                  <a:lnTo>
                    <a:pt x="106680" y="16764"/>
                  </a:lnTo>
                  <a:cubicBezTo>
                    <a:pt x="108204" y="16764"/>
                    <a:pt x="108204" y="16764"/>
                    <a:pt x="108204" y="16764"/>
                  </a:cubicBezTo>
                  <a:lnTo>
                    <a:pt x="115824" y="24384"/>
                  </a:lnTo>
                  <a:cubicBezTo>
                    <a:pt x="115824" y="24384"/>
                    <a:pt x="115824" y="25908"/>
                    <a:pt x="115824" y="25908"/>
                  </a:cubicBezTo>
                  <a:lnTo>
                    <a:pt x="121920" y="35052"/>
                  </a:lnTo>
                  <a:lnTo>
                    <a:pt x="124968" y="45720"/>
                  </a:lnTo>
                  <a:cubicBezTo>
                    <a:pt x="124968" y="45720"/>
                    <a:pt x="124968" y="45720"/>
                    <a:pt x="124968" y="47244"/>
                  </a:cubicBezTo>
                  <a:lnTo>
                    <a:pt x="126492" y="51816"/>
                  </a:lnTo>
                  <a:lnTo>
                    <a:pt x="126492" y="57912"/>
                  </a:lnTo>
                  <a:lnTo>
                    <a:pt x="126492" y="64008"/>
                  </a:lnTo>
                  <a:lnTo>
                    <a:pt x="124968" y="70104"/>
                  </a:lnTo>
                  <a:lnTo>
                    <a:pt x="121920" y="80772"/>
                  </a:lnTo>
                  <a:cubicBezTo>
                    <a:pt x="121920" y="80772"/>
                    <a:pt x="121920" y="80772"/>
                    <a:pt x="121920" y="82296"/>
                  </a:cubicBezTo>
                  <a:lnTo>
                    <a:pt x="115824" y="91440"/>
                  </a:lnTo>
                  <a:lnTo>
                    <a:pt x="108204" y="99060"/>
                  </a:lnTo>
                  <a:cubicBezTo>
                    <a:pt x="108204" y="99060"/>
                    <a:pt x="108204" y="100584"/>
                    <a:pt x="106680" y="100584"/>
                  </a:cubicBezTo>
                  <a:lnTo>
                    <a:pt x="99060" y="106680"/>
                  </a:lnTo>
                  <a:cubicBezTo>
                    <a:pt x="99060" y="106680"/>
                    <a:pt x="97536" y="106680"/>
                    <a:pt x="97536" y="106680"/>
                  </a:cubicBezTo>
                  <a:lnTo>
                    <a:pt x="88392" y="112776"/>
                  </a:lnTo>
                  <a:cubicBezTo>
                    <a:pt x="88392" y="112776"/>
                    <a:pt x="86868" y="112776"/>
                    <a:pt x="86868" y="112776"/>
                  </a:cubicBezTo>
                  <a:lnTo>
                    <a:pt x="76200" y="115824"/>
                  </a:lnTo>
                  <a:cubicBezTo>
                    <a:pt x="76200" y="115824"/>
                    <a:pt x="76200" y="115824"/>
                    <a:pt x="74676" y="115824"/>
                  </a:cubicBezTo>
                  <a:lnTo>
                    <a:pt x="64008" y="117348"/>
                  </a:lnTo>
                  <a:cubicBezTo>
                    <a:pt x="62484" y="117348"/>
                    <a:pt x="62484" y="117348"/>
                    <a:pt x="62484" y="117348"/>
                  </a:cubicBezTo>
                  <a:lnTo>
                    <a:pt x="50292" y="115824"/>
                  </a:lnTo>
                  <a:lnTo>
                    <a:pt x="39624" y="112776"/>
                  </a:lnTo>
                  <a:cubicBezTo>
                    <a:pt x="38100" y="112776"/>
                    <a:pt x="38100" y="112776"/>
                    <a:pt x="38100" y="112776"/>
                  </a:cubicBezTo>
                  <a:lnTo>
                    <a:pt x="27432" y="106680"/>
                  </a:lnTo>
                  <a:lnTo>
                    <a:pt x="18288" y="100584"/>
                  </a:lnTo>
                  <a:cubicBezTo>
                    <a:pt x="18288" y="100584"/>
                    <a:pt x="18288" y="99060"/>
                    <a:pt x="18288" y="99060"/>
                  </a:cubicBezTo>
                  <a:lnTo>
                    <a:pt x="10668" y="91440"/>
                  </a:lnTo>
                  <a:lnTo>
                    <a:pt x="4572" y="82296"/>
                  </a:lnTo>
                  <a:cubicBezTo>
                    <a:pt x="4572" y="80772"/>
                    <a:pt x="4572" y="80772"/>
                    <a:pt x="4572" y="80772"/>
                  </a:cubicBezTo>
                  <a:lnTo>
                    <a:pt x="1524" y="70104"/>
                  </a:lnTo>
                  <a:cubicBezTo>
                    <a:pt x="1524" y="70104"/>
                    <a:pt x="1524" y="70104"/>
                    <a:pt x="0" y="70104"/>
                  </a:cubicBezTo>
                  <a:lnTo>
                    <a:pt x="0" y="64008"/>
                  </a:lnTo>
                  <a:close/>
                  <a:moveTo>
                    <a:pt x="10668" y="68580"/>
                  </a:moveTo>
                  <a:lnTo>
                    <a:pt x="12192" y="74676"/>
                  </a:lnTo>
                  <a:lnTo>
                    <a:pt x="10668" y="73152"/>
                  </a:lnTo>
                  <a:lnTo>
                    <a:pt x="15240" y="83820"/>
                  </a:lnTo>
                  <a:lnTo>
                    <a:pt x="13716" y="76200"/>
                  </a:lnTo>
                  <a:lnTo>
                    <a:pt x="19812" y="85344"/>
                  </a:lnTo>
                  <a:lnTo>
                    <a:pt x="18288" y="83820"/>
                  </a:lnTo>
                  <a:lnTo>
                    <a:pt x="25908" y="92964"/>
                  </a:lnTo>
                  <a:lnTo>
                    <a:pt x="25908" y="91440"/>
                  </a:lnTo>
                  <a:lnTo>
                    <a:pt x="33528" y="97536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51816" y="105156"/>
                  </a:lnTo>
                  <a:lnTo>
                    <a:pt x="64008" y="106680"/>
                  </a:lnTo>
                  <a:lnTo>
                    <a:pt x="62484" y="106680"/>
                  </a:lnTo>
                  <a:lnTo>
                    <a:pt x="74676" y="105156"/>
                  </a:lnTo>
                  <a:lnTo>
                    <a:pt x="73152" y="105156"/>
                  </a:lnTo>
                  <a:lnTo>
                    <a:pt x="83820" y="102108"/>
                  </a:lnTo>
                  <a:lnTo>
                    <a:pt x="92964" y="97536"/>
                  </a:lnTo>
                  <a:lnTo>
                    <a:pt x="91440" y="97536"/>
                  </a:lnTo>
                  <a:lnTo>
                    <a:pt x="100584" y="91440"/>
                  </a:lnTo>
                  <a:lnTo>
                    <a:pt x="100584" y="92964"/>
                  </a:lnTo>
                  <a:lnTo>
                    <a:pt x="106680" y="83820"/>
                  </a:lnTo>
                  <a:lnTo>
                    <a:pt x="106680" y="85344"/>
                  </a:lnTo>
                  <a:lnTo>
                    <a:pt x="111252" y="76200"/>
                  </a:lnTo>
                  <a:lnTo>
                    <a:pt x="111252" y="77724"/>
                  </a:lnTo>
                  <a:lnTo>
                    <a:pt x="114300" y="67056"/>
                  </a:lnTo>
                  <a:lnTo>
                    <a:pt x="114300" y="68580"/>
                  </a:lnTo>
                  <a:lnTo>
                    <a:pt x="115824" y="64008"/>
                  </a:lnTo>
                  <a:lnTo>
                    <a:pt x="115824" y="57912"/>
                  </a:lnTo>
                  <a:lnTo>
                    <a:pt x="115824" y="53340"/>
                  </a:lnTo>
                  <a:lnTo>
                    <a:pt x="114300" y="48768"/>
                  </a:lnTo>
                  <a:lnTo>
                    <a:pt x="111252" y="39624"/>
                  </a:lnTo>
                  <a:lnTo>
                    <a:pt x="106680" y="30480"/>
                  </a:lnTo>
                  <a:lnTo>
                    <a:pt x="106680" y="32004"/>
                  </a:lnTo>
                  <a:lnTo>
                    <a:pt x="100584" y="24384"/>
                  </a:lnTo>
                  <a:lnTo>
                    <a:pt x="91440" y="18288"/>
                  </a:lnTo>
                  <a:lnTo>
                    <a:pt x="92964" y="18288"/>
                  </a:lnTo>
                  <a:lnTo>
                    <a:pt x="83820" y="13716"/>
                  </a:lnTo>
                  <a:lnTo>
                    <a:pt x="73152" y="10668"/>
                  </a:lnTo>
                  <a:lnTo>
                    <a:pt x="74676" y="12192"/>
                  </a:lnTo>
                  <a:lnTo>
                    <a:pt x="62484" y="10668"/>
                  </a:lnTo>
                  <a:lnTo>
                    <a:pt x="64008" y="10668"/>
                  </a:lnTo>
                  <a:lnTo>
                    <a:pt x="51816" y="12192"/>
                  </a:lnTo>
                  <a:lnTo>
                    <a:pt x="53340" y="10668"/>
                  </a:lnTo>
                  <a:lnTo>
                    <a:pt x="42672" y="13716"/>
                  </a:lnTo>
                  <a:lnTo>
                    <a:pt x="33528" y="18288"/>
                  </a:lnTo>
                  <a:lnTo>
                    <a:pt x="25908" y="24384"/>
                  </a:lnTo>
                  <a:lnTo>
                    <a:pt x="18288" y="32004"/>
                  </a:lnTo>
                  <a:lnTo>
                    <a:pt x="19812" y="30480"/>
                  </a:lnTo>
                  <a:lnTo>
                    <a:pt x="13716" y="39624"/>
                  </a:lnTo>
                  <a:lnTo>
                    <a:pt x="15240" y="39624"/>
                  </a:lnTo>
                  <a:lnTo>
                    <a:pt x="10668" y="48768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63500" y="138176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9436"/>
                  </a:moveTo>
                  <a:lnTo>
                    <a:pt x="0" y="53340"/>
                  </a:lnTo>
                  <a:lnTo>
                    <a:pt x="0" y="47244"/>
                  </a:lnTo>
                  <a:cubicBezTo>
                    <a:pt x="1524" y="47244"/>
                    <a:pt x="1524" y="45720"/>
                    <a:pt x="1524" y="45720"/>
                  </a:cubicBezTo>
                  <a:lnTo>
                    <a:pt x="4572" y="36576"/>
                  </a:lnTo>
                  <a:cubicBezTo>
                    <a:pt x="4572" y="35052"/>
                    <a:pt x="4572" y="35052"/>
                    <a:pt x="4572" y="35052"/>
                  </a:cubicBezTo>
                  <a:lnTo>
                    <a:pt x="10668" y="25908"/>
                  </a:lnTo>
                  <a:cubicBezTo>
                    <a:pt x="10668" y="25908"/>
                    <a:pt x="10668" y="25908"/>
                    <a:pt x="10668" y="24384"/>
                  </a:cubicBezTo>
                  <a:lnTo>
                    <a:pt x="18288" y="16764"/>
                  </a:lnTo>
                  <a:lnTo>
                    <a:pt x="27432" y="10668"/>
                  </a:lnTo>
                  <a:cubicBezTo>
                    <a:pt x="27432" y="9144"/>
                    <a:pt x="27432" y="9144"/>
                    <a:pt x="27432" y="9144"/>
                  </a:cubicBezTo>
                  <a:lnTo>
                    <a:pt x="38100" y="4572"/>
                  </a:lnTo>
                  <a:cubicBezTo>
                    <a:pt x="38100" y="4572"/>
                    <a:pt x="38100" y="4572"/>
                    <a:pt x="39624" y="4572"/>
                  </a:cubicBezTo>
                  <a:lnTo>
                    <a:pt x="50292" y="1524"/>
                  </a:lnTo>
                  <a:lnTo>
                    <a:pt x="62484" y="0"/>
                  </a:lnTo>
                  <a:cubicBezTo>
                    <a:pt x="62484" y="0"/>
                    <a:pt x="62484" y="0"/>
                    <a:pt x="64008" y="0"/>
                  </a:cubicBezTo>
                  <a:lnTo>
                    <a:pt x="74676" y="1524"/>
                  </a:lnTo>
                  <a:cubicBezTo>
                    <a:pt x="76200" y="1524"/>
                    <a:pt x="76200" y="1524"/>
                    <a:pt x="76200" y="1524"/>
                  </a:cubicBezTo>
                  <a:lnTo>
                    <a:pt x="86868" y="4572"/>
                  </a:lnTo>
                  <a:cubicBezTo>
                    <a:pt x="86868" y="4572"/>
                    <a:pt x="88392" y="4572"/>
                    <a:pt x="88392" y="4572"/>
                  </a:cubicBezTo>
                  <a:lnTo>
                    <a:pt x="97536" y="9144"/>
                  </a:lnTo>
                  <a:cubicBezTo>
                    <a:pt x="97536" y="9144"/>
                    <a:pt x="99060" y="9144"/>
                    <a:pt x="99060" y="10668"/>
                  </a:cubicBezTo>
                  <a:lnTo>
                    <a:pt x="106680" y="16764"/>
                  </a:lnTo>
                  <a:cubicBezTo>
                    <a:pt x="108204" y="16764"/>
                    <a:pt x="108204" y="16764"/>
                    <a:pt x="108204" y="16764"/>
                  </a:cubicBezTo>
                  <a:lnTo>
                    <a:pt x="115824" y="24384"/>
                  </a:lnTo>
                  <a:cubicBezTo>
                    <a:pt x="115824" y="25908"/>
                    <a:pt x="115824" y="25908"/>
                    <a:pt x="115824" y="25908"/>
                  </a:cubicBezTo>
                  <a:lnTo>
                    <a:pt x="121920" y="35052"/>
                  </a:lnTo>
                  <a:cubicBezTo>
                    <a:pt x="121920" y="35052"/>
                    <a:pt x="121920" y="35052"/>
                    <a:pt x="121920" y="36576"/>
                  </a:cubicBezTo>
                  <a:lnTo>
                    <a:pt x="124968" y="45720"/>
                  </a:lnTo>
                  <a:cubicBezTo>
                    <a:pt x="124968" y="45720"/>
                    <a:pt x="124968" y="47244"/>
                    <a:pt x="124968" y="47244"/>
                  </a:cubicBezTo>
                  <a:lnTo>
                    <a:pt x="126492" y="51816"/>
                  </a:lnTo>
                  <a:lnTo>
                    <a:pt x="126492" y="57912"/>
                  </a:lnTo>
                  <a:lnTo>
                    <a:pt x="126492" y="64008"/>
                  </a:lnTo>
                  <a:lnTo>
                    <a:pt x="124968" y="70104"/>
                  </a:lnTo>
                  <a:cubicBezTo>
                    <a:pt x="124968" y="70104"/>
                    <a:pt x="124968" y="70104"/>
                    <a:pt x="124968" y="71628"/>
                  </a:cubicBezTo>
                  <a:lnTo>
                    <a:pt x="121920" y="80772"/>
                  </a:lnTo>
                  <a:cubicBezTo>
                    <a:pt x="121920" y="80772"/>
                    <a:pt x="121920" y="82296"/>
                    <a:pt x="121920" y="82296"/>
                  </a:cubicBezTo>
                  <a:lnTo>
                    <a:pt x="115824" y="91440"/>
                  </a:lnTo>
                  <a:lnTo>
                    <a:pt x="108204" y="99060"/>
                  </a:lnTo>
                  <a:cubicBezTo>
                    <a:pt x="108204" y="100584"/>
                    <a:pt x="108204" y="100584"/>
                    <a:pt x="106680" y="100584"/>
                  </a:cubicBezTo>
                  <a:lnTo>
                    <a:pt x="99060" y="106680"/>
                  </a:lnTo>
                  <a:cubicBezTo>
                    <a:pt x="99060" y="106680"/>
                    <a:pt x="97536" y="106680"/>
                    <a:pt x="97536" y="108204"/>
                  </a:cubicBezTo>
                  <a:lnTo>
                    <a:pt x="88392" y="112776"/>
                  </a:lnTo>
                  <a:cubicBezTo>
                    <a:pt x="88392" y="112776"/>
                    <a:pt x="86868" y="112776"/>
                    <a:pt x="86868" y="112776"/>
                  </a:cubicBezTo>
                  <a:lnTo>
                    <a:pt x="76200" y="115824"/>
                  </a:lnTo>
                  <a:cubicBezTo>
                    <a:pt x="76200" y="115824"/>
                    <a:pt x="76200" y="115824"/>
                    <a:pt x="74676" y="115824"/>
                  </a:cubicBezTo>
                  <a:lnTo>
                    <a:pt x="64008" y="117348"/>
                  </a:lnTo>
                  <a:cubicBezTo>
                    <a:pt x="62484" y="117348"/>
                    <a:pt x="62484" y="117348"/>
                    <a:pt x="62484" y="117348"/>
                  </a:cubicBezTo>
                  <a:lnTo>
                    <a:pt x="50292" y="115824"/>
                  </a:lnTo>
                  <a:lnTo>
                    <a:pt x="39624" y="112776"/>
                  </a:lnTo>
                  <a:cubicBezTo>
                    <a:pt x="38100" y="112776"/>
                    <a:pt x="38100" y="112776"/>
                    <a:pt x="38100" y="112776"/>
                  </a:cubicBezTo>
                  <a:lnTo>
                    <a:pt x="28956" y="108204"/>
                  </a:lnTo>
                  <a:cubicBezTo>
                    <a:pt x="27432" y="106680"/>
                    <a:pt x="27432" y="106680"/>
                    <a:pt x="27432" y="106680"/>
                  </a:cubicBezTo>
                  <a:lnTo>
                    <a:pt x="18288" y="100584"/>
                  </a:lnTo>
                  <a:cubicBezTo>
                    <a:pt x="18288" y="100584"/>
                    <a:pt x="18288" y="100584"/>
                    <a:pt x="18288" y="99060"/>
                  </a:cubicBezTo>
                  <a:lnTo>
                    <a:pt x="10668" y="91440"/>
                  </a:lnTo>
                  <a:lnTo>
                    <a:pt x="4572" y="82296"/>
                  </a:lnTo>
                  <a:cubicBezTo>
                    <a:pt x="4572" y="82296"/>
                    <a:pt x="4572" y="80772"/>
                    <a:pt x="4572" y="80772"/>
                  </a:cubicBezTo>
                  <a:lnTo>
                    <a:pt x="1524" y="71628"/>
                  </a:lnTo>
                  <a:cubicBezTo>
                    <a:pt x="1524" y="70104"/>
                    <a:pt x="1524" y="70104"/>
                    <a:pt x="0" y="70104"/>
                  </a:cubicBezTo>
                  <a:lnTo>
                    <a:pt x="0" y="64008"/>
                  </a:lnTo>
                  <a:close/>
                  <a:moveTo>
                    <a:pt x="10668" y="67056"/>
                  </a:moveTo>
                  <a:lnTo>
                    <a:pt x="12192" y="73152"/>
                  </a:lnTo>
                  <a:lnTo>
                    <a:pt x="10668" y="71628"/>
                  </a:lnTo>
                  <a:lnTo>
                    <a:pt x="15240" y="82296"/>
                  </a:lnTo>
                  <a:lnTo>
                    <a:pt x="13716" y="80772"/>
                  </a:lnTo>
                  <a:lnTo>
                    <a:pt x="19812" y="89916"/>
                  </a:lnTo>
                  <a:lnTo>
                    <a:pt x="18288" y="88392"/>
                  </a:lnTo>
                  <a:lnTo>
                    <a:pt x="25908" y="97536"/>
                  </a:lnTo>
                  <a:lnTo>
                    <a:pt x="25908" y="96012"/>
                  </a:lnTo>
                  <a:lnTo>
                    <a:pt x="33528" y="102108"/>
                  </a:lnTo>
                  <a:lnTo>
                    <a:pt x="42672" y="106680"/>
                  </a:lnTo>
                  <a:lnTo>
                    <a:pt x="53340" y="109728"/>
                  </a:lnTo>
                  <a:lnTo>
                    <a:pt x="51816" y="109728"/>
                  </a:lnTo>
                  <a:lnTo>
                    <a:pt x="64008" y="111252"/>
                  </a:lnTo>
                  <a:lnTo>
                    <a:pt x="62484" y="111252"/>
                  </a:lnTo>
                  <a:lnTo>
                    <a:pt x="74676" y="109728"/>
                  </a:lnTo>
                  <a:lnTo>
                    <a:pt x="73152" y="109728"/>
                  </a:lnTo>
                  <a:lnTo>
                    <a:pt x="83820" y="106680"/>
                  </a:lnTo>
                  <a:lnTo>
                    <a:pt x="92964" y="102108"/>
                  </a:lnTo>
                  <a:lnTo>
                    <a:pt x="91440" y="102108"/>
                  </a:lnTo>
                  <a:lnTo>
                    <a:pt x="100584" y="96012"/>
                  </a:lnTo>
                  <a:lnTo>
                    <a:pt x="100584" y="97536"/>
                  </a:lnTo>
                  <a:lnTo>
                    <a:pt x="106680" y="88392"/>
                  </a:lnTo>
                  <a:lnTo>
                    <a:pt x="106680" y="89916"/>
                  </a:lnTo>
                  <a:lnTo>
                    <a:pt x="111252" y="80772"/>
                  </a:lnTo>
                  <a:lnTo>
                    <a:pt x="111252" y="77724"/>
                  </a:lnTo>
                  <a:lnTo>
                    <a:pt x="114300" y="67056"/>
                  </a:lnTo>
                  <a:lnTo>
                    <a:pt x="114300" y="68580"/>
                  </a:lnTo>
                  <a:lnTo>
                    <a:pt x="115824" y="64008"/>
                  </a:lnTo>
                  <a:lnTo>
                    <a:pt x="115824" y="59436"/>
                  </a:lnTo>
                  <a:lnTo>
                    <a:pt x="115824" y="53340"/>
                  </a:lnTo>
                  <a:lnTo>
                    <a:pt x="114300" y="48768"/>
                  </a:lnTo>
                  <a:lnTo>
                    <a:pt x="114300" y="50292"/>
                  </a:lnTo>
                  <a:lnTo>
                    <a:pt x="111252" y="39624"/>
                  </a:lnTo>
                  <a:lnTo>
                    <a:pt x="111252" y="41148"/>
                  </a:lnTo>
                  <a:lnTo>
                    <a:pt x="106680" y="32004"/>
                  </a:lnTo>
                  <a:lnTo>
                    <a:pt x="100584" y="24384"/>
                  </a:lnTo>
                  <a:lnTo>
                    <a:pt x="100584" y="25908"/>
                  </a:lnTo>
                  <a:lnTo>
                    <a:pt x="91440" y="18288"/>
                  </a:lnTo>
                  <a:lnTo>
                    <a:pt x="92964" y="19812"/>
                  </a:lnTo>
                  <a:lnTo>
                    <a:pt x="83820" y="13716"/>
                  </a:lnTo>
                  <a:lnTo>
                    <a:pt x="83820" y="15240"/>
                  </a:lnTo>
                  <a:lnTo>
                    <a:pt x="73152" y="12192"/>
                  </a:lnTo>
                  <a:lnTo>
                    <a:pt x="74676" y="12192"/>
                  </a:lnTo>
                  <a:lnTo>
                    <a:pt x="62484" y="10668"/>
                  </a:lnTo>
                  <a:lnTo>
                    <a:pt x="64008" y="10668"/>
                  </a:lnTo>
                  <a:lnTo>
                    <a:pt x="51816" y="12192"/>
                  </a:lnTo>
                  <a:lnTo>
                    <a:pt x="53340" y="12192"/>
                  </a:lnTo>
                  <a:lnTo>
                    <a:pt x="42672" y="15240"/>
                  </a:lnTo>
                  <a:lnTo>
                    <a:pt x="42672" y="13716"/>
                  </a:lnTo>
                  <a:lnTo>
                    <a:pt x="33528" y="19812"/>
                  </a:lnTo>
                  <a:lnTo>
                    <a:pt x="33528" y="18288"/>
                  </a:lnTo>
                  <a:lnTo>
                    <a:pt x="25908" y="25908"/>
                  </a:lnTo>
                  <a:lnTo>
                    <a:pt x="25908" y="24384"/>
                  </a:lnTo>
                  <a:lnTo>
                    <a:pt x="18288" y="32004"/>
                  </a:lnTo>
                  <a:lnTo>
                    <a:pt x="19812" y="32004"/>
                  </a:lnTo>
                  <a:lnTo>
                    <a:pt x="13716" y="41148"/>
                  </a:lnTo>
                  <a:lnTo>
                    <a:pt x="15240" y="39624"/>
                  </a:lnTo>
                  <a:lnTo>
                    <a:pt x="10668" y="50292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29"/>
          <p:cNvSpPr/>
          <p:nvPr/>
        </p:nvSpPr>
        <p:spPr>
          <a:xfrm>
            <a:off x="5703777" y="2100123"/>
            <a:ext cx="395725" cy="484867"/>
          </a:xfrm>
          <a:custGeom>
            <a:rect b="b" l="l" r="r" t="t"/>
            <a:pathLst>
              <a:path extrusionOk="0" h="1182624" w="965200">
                <a:moveTo>
                  <a:pt x="0" y="0"/>
                </a:moveTo>
                <a:lnTo>
                  <a:pt x="965200" y="0"/>
                </a:lnTo>
                <a:lnTo>
                  <a:pt x="965200" y="1182624"/>
                </a:lnTo>
                <a:lnTo>
                  <a:pt x="0" y="1182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29"/>
          <p:cNvSpPr/>
          <p:nvPr/>
        </p:nvSpPr>
        <p:spPr>
          <a:xfrm>
            <a:off x="2411344" y="2698293"/>
            <a:ext cx="82478" cy="118301"/>
          </a:xfrm>
          <a:custGeom>
            <a:rect b="b" l="l" r="r" t="t"/>
            <a:pathLst>
              <a:path extrusionOk="0" h="288544" w="201168">
                <a:moveTo>
                  <a:pt x="0" y="0"/>
                </a:moveTo>
                <a:lnTo>
                  <a:pt x="201168" y="0"/>
                </a:lnTo>
                <a:lnTo>
                  <a:pt x="201168" y="288544"/>
                </a:lnTo>
                <a:lnTo>
                  <a:pt x="0" y="288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29"/>
          <p:cNvSpPr/>
          <p:nvPr/>
        </p:nvSpPr>
        <p:spPr>
          <a:xfrm>
            <a:off x="3424400" y="2698293"/>
            <a:ext cx="441546" cy="629828"/>
          </a:xfrm>
          <a:custGeom>
            <a:rect b="b" l="l" r="r" t="t"/>
            <a:pathLst>
              <a:path extrusionOk="0" h="1536192" w="1076960">
                <a:moveTo>
                  <a:pt x="0" y="0"/>
                </a:moveTo>
                <a:lnTo>
                  <a:pt x="1076960" y="0"/>
                </a:lnTo>
                <a:lnTo>
                  <a:pt x="1076960" y="1536192"/>
                </a:lnTo>
                <a:lnTo>
                  <a:pt x="0" y="153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29"/>
          <p:cNvSpPr/>
          <p:nvPr/>
        </p:nvSpPr>
        <p:spPr>
          <a:xfrm>
            <a:off x="5258065" y="2704958"/>
            <a:ext cx="79978" cy="116635"/>
          </a:xfrm>
          <a:custGeom>
            <a:rect b="b" l="l" r="r" t="t"/>
            <a:pathLst>
              <a:path extrusionOk="0" h="284480" w="195072">
                <a:moveTo>
                  <a:pt x="0" y="0"/>
                </a:moveTo>
                <a:lnTo>
                  <a:pt x="195072" y="0"/>
                </a:lnTo>
                <a:lnTo>
                  <a:pt x="195072" y="284480"/>
                </a:lnTo>
                <a:lnTo>
                  <a:pt x="0" y="284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29"/>
          <p:cNvSpPr/>
          <p:nvPr/>
        </p:nvSpPr>
        <p:spPr>
          <a:xfrm>
            <a:off x="6114497" y="2704958"/>
            <a:ext cx="82478" cy="116635"/>
          </a:xfrm>
          <a:custGeom>
            <a:rect b="b" l="l" r="r" t="t"/>
            <a:pathLst>
              <a:path extrusionOk="0" h="284480" w="201168">
                <a:moveTo>
                  <a:pt x="0" y="0"/>
                </a:moveTo>
                <a:lnTo>
                  <a:pt x="201168" y="0"/>
                </a:lnTo>
                <a:lnTo>
                  <a:pt x="201168" y="284480"/>
                </a:lnTo>
                <a:lnTo>
                  <a:pt x="0" y="284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29"/>
          <p:cNvSpPr/>
          <p:nvPr/>
        </p:nvSpPr>
        <p:spPr>
          <a:xfrm>
            <a:off x="2195570" y="2757444"/>
            <a:ext cx="536520" cy="629827"/>
          </a:xfrm>
          <a:custGeom>
            <a:rect b="b" l="l" r="r" t="t"/>
            <a:pathLst>
              <a:path extrusionOk="0" h="1536192" w="1308608">
                <a:moveTo>
                  <a:pt x="0" y="0"/>
                </a:moveTo>
                <a:lnTo>
                  <a:pt x="1308608" y="0"/>
                </a:lnTo>
                <a:lnTo>
                  <a:pt x="1308608" y="1536192"/>
                </a:lnTo>
                <a:lnTo>
                  <a:pt x="0" y="153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3" name="Google Shape;263;p29"/>
          <p:cNvGrpSpPr/>
          <p:nvPr/>
        </p:nvGrpSpPr>
        <p:grpSpPr>
          <a:xfrm>
            <a:off x="3188629" y="2657468"/>
            <a:ext cx="231602" cy="98305"/>
            <a:chOff x="63500" y="63500"/>
            <a:chExt cx="423672" cy="179832"/>
          </a:xfrm>
        </p:grpSpPr>
        <p:sp>
          <p:nvSpPr>
            <p:cNvPr id="264" name="Google Shape;264;p29"/>
            <p:cNvSpPr/>
            <p:nvPr/>
          </p:nvSpPr>
          <p:spPr>
            <a:xfrm>
              <a:off x="68072" y="69596"/>
              <a:ext cx="413004" cy="169164"/>
            </a:xfrm>
            <a:custGeom>
              <a:rect b="b" l="l" r="r" t="t"/>
              <a:pathLst>
                <a:path extrusionOk="0" h="169164" w="413004">
                  <a:moveTo>
                    <a:pt x="0" y="0"/>
                  </a:moveTo>
                  <a:lnTo>
                    <a:pt x="413004" y="0"/>
                  </a:lnTo>
                  <a:lnTo>
                    <a:pt x="413004" y="169164"/>
                  </a:lnTo>
                  <a:lnTo>
                    <a:pt x="0" y="16916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265" name="Google Shape;265;p29"/>
            <p:cNvSpPr/>
            <p:nvPr/>
          </p:nvSpPr>
          <p:spPr>
            <a:xfrm>
              <a:off x="63500" y="63500"/>
              <a:ext cx="423672" cy="179832"/>
            </a:xfrm>
            <a:custGeom>
              <a:rect b="b" l="l" r="r" t="t"/>
              <a:pathLst>
                <a:path extrusionOk="0" h="179832" w="423672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417576" y="0"/>
                  </a:lnTo>
                  <a:cubicBezTo>
                    <a:pt x="420624" y="0"/>
                    <a:pt x="423672" y="3048"/>
                    <a:pt x="423672" y="6096"/>
                  </a:cubicBezTo>
                  <a:lnTo>
                    <a:pt x="423672" y="175260"/>
                  </a:lnTo>
                  <a:cubicBezTo>
                    <a:pt x="423672" y="178308"/>
                    <a:pt x="420624" y="179832"/>
                    <a:pt x="417576" y="179832"/>
                  </a:cubicBezTo>
                  <a:lnTo>
                    <a:pt x="4572" y="179832"/>
                  </a:lnTo>
                  <a:cubicBezTo>
                    <a:pt x="1524" y="179832"/>
                    <a:pt x="0" y="178308"/>
                    <a:pt x="0" y="175260"/>
                  </a:cubicBezTo>
                  <a:close/>
                  <a:moveTo>
                    <a:pt x="10668" y="175260"/>
                  </a:moveTo>
                  <a:lnTo>
                    <a:pt x="4572" y="169164"/>
                  </a:lnTo>
                  <a:lnTo>
                    <a:pt x="417576" y="169164"/>
                  </a:lnTo>
                  <a:lnTo>
                    <a:pt x="413004" y="175260"/>
                  </a:lnTo>
                  <a:lnTo>
                    <a:pt x="413004" y="6096"/>
                  </a:lnTo>
                  <a:lnTo>
                    <a:pt x="417576" y="10668"/>
                  </a:lnTo>
                  <a:lnTo>
                    <a:pt x="4572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90932" y="72644"/>
              <a:ext cx="373380" cy="134112"/>
            </a:xfrm>
            <a:custGeom>
              <a:rect b="b" l="l" r="r" t="t"/>
              <a:pathLst>
                <a:path extrusionOk="0" h="134112" w="373380">
                  <a:moveTo>
                    <a:pt x="0" y="0"/>
                  </a:moveTo>
                  <a:lnTo>
                    <a:pt x="373380" y="0"/>
                  </a:lnTo>
                  <a:lnTo>
                    <a:pt x="37338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</p:grpSp>
      <p:grpSp>
        <p:nvGrpSpPr>
          <p:cNvPr id="267" name="Google Shape;267;p29"/>
          <p:cNvGrpSpPr/>
          <p:nvPr/>
        </p:nvGrpSpPr>
        <p:grpSpPr>
          <a:xfrm>
            <a:off x="6902613" y="1728556"/>
            <a:ext cx="175784" cy="145792"/>
            <a:chOff x="63500" y="63500"/>
            <a:chExt cx="321564" cy="266700"/>
          </a:xfrm>
        </p:grpSpPr>
        <p:sp>
          <p:nvSpPr>
            <p:cNvPr id="268" name="Google Shape;268;p29"/>
            <p:cNvSpPr/>
            <p:nvPr/>
          </p:nvSpPr>
          <p:spPr>
            <a:xfrm>
              <a:off x="69596" y="68072"/>
              <a:ext cx="309372" cy="131064"/>
            </a:xfrm>
            <a:custGeom>
              <a:rect b="b" l="l" r="r" t="t"/>
              <a:pathLst>
                <a:path extrusionOk="0" h="131064" w="309372">
                  <a:moveTo>
                    <a:pt x="0" y="0"/>
                  </a:moveTo>
                  <a:lnTo>
                    <a:pt x="309372" y="0"/>
                  </a:lnTo>
                  <a:lnTo>
                    <a:pt x="309372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9" name="Google Shape;269;p29"/>
            <p:cNvSpPr/>
            <p:nvPr/>
          </p:nvSpPr>
          <p:spPr>
            <a:xfrm>
              <a:off x="63500" y="63500"/>
              <a:ext cx="321564" cy="266700"/>
            </a:xfrm>
            <a:custGeom>
              <a:rect b="b" l="l" r="r" t="t"/>
              <a:pathLst>
                <a:path extrusionOk="0" h="266700" w="321564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15468" y="0"/>
                  </a:lnTo>
                  <a:cubicBezTo>
                    <a:pt x="318516" y="0"/>
                    <a:pt x="321564" y="1524"/>
                    <a:pt x="321564" y="4572"/>
                  </a:cubicBezTo>
                  <a:lnTo>
                    <a:pt x="321564" y="135636"/>
                  </a:lnTo>
                  <a:cubicBezTo>
                    <a:pt x="321564" y="138684"/>
                    <a:pt x="318516" y="140208"/>
                    <a:pt x="315468" y="140208"/>
                  </a:cubicBezTo>
                  <a:lnTo>
                    <a:pt x="6096" y="140208"/>
                  </a:lnTo>
                  <a:cubicBezTo>
                    <a:pt x="3048" y="140208"/>
                    <a:pt x="0" y="138684"/>
                    <a:pt x="0" y="135636"/>
                  </a:cubicBezTo>
                  <a:close/>
                  <a:moveTo>
                    <a:pt x="10668" y="266700"/>
                  </a:moveTo>
                  <a:lnTo>
                    <a:pt x="6096" y="260604"/>
                  </a:lnTo>
                  <a:lnTo>
                    <a:pt x="315468" y="260604"/>
                  </a:lnTo>
                  <a:lnTo>
                    <a:pt x="309372" y="266700"/>
                  </a:lnTo>
                  <a:lnTo>
                    <a:pt x="309372" y="4572"/>
                  </a:lnTo>
                  <a:lnTo>
                    <a:pt x="315468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29"/>
          <p:cNvSpPr/>
          <p:nvPr/>
        </p:nvSpPr>
        <p:spPr>
          <a:xfrm>
            <a:off x="780124" y="1525281"/>
            <a:ext cx="79978" cy="309915"/>
          </a:xfrm>
          <a:custGeom>
            <a:rect b="b" l="l" r="r" t="t"/>
            <a:pathLst>
              <a:path extrusionOk="0" h="755904" w="195072">
                <a:moveTo>
                  <a:pt x="0" y="0"/>
                </a:moveTo>
                <a:lnTo>
                  <a:pt x="195072" y="0"/>
                </a:lnTo>
                <a:lnTo>
                  <a:pt x="195072" y="755904"/>
                </a:lnTo>
                <a:lnTo>
                  <a:pt x="0" y="755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9"/>
          <p:cNvSpPr/>
          <p:nvPr/>
        </p:nvSpPr>
        <p:spPr>
          <a:xfrm>
            <a:off x="8098122" y="1509452"/>
            <a:ext cx="80811" cy="309915"/>
          </a:xfrm>
          <a:custGeom>
            <a:rect b="b" l="l" r="r" t="t"/>
            <a:pathLst>
              <a:path extrusionOk="0" h="755904" w="197104">
                <a:moveTo>
                  <a:pt x="0" y="0"/>
                </a:moveTo>
                <a:lnTo>
                  <a:pt x="197104" y="0"/>
                </a:lnTo>
                <a:lnTo>
                  <a:pt x="197104" y="755904"/>
                </a:lnTo>
                <a:lnTo>
                  <a:pt x="0" y="755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2" name="Google Shape;272;p29"/>
          <p:cNvGrpSpPr/>
          <p:nvPr/>
        </p:nvGrpSpPr>
        <p:grpSpPr>
          <a:xfrm>
            <a:off x="630996" y="2390042"/>
            <a:ext cx="1479594" cy="922244"/>
            <a:chOff x="63500" y="63500"/>
            <a:chExt cx="2706624" cy="1687068"/>
          </a:xfrm>
        </p:grpSpPr>
        <p:sp>
          <p:nvSpPr>
            <p:cNvPr id="273" name="Google Shape;273;p29"/>
            <p:cNvSpPr/>
            <p:nvPr/>
          </p:nvSpPr>
          <p:spPr>
            <a:xfrm>
              <a:off x="65024" y="65024"/>
              <a:ext cx="2703576" cy="842772"/>
            </a:xfrm>
            <a:custGeom>
              <a:rect b="b" l="l" r="r" t="t"/>
              <a:pathLst>
                <a:path extrusionOk="0" h="842772" w="2703576">
                  <a:moveTo>
                    <a:pt x="0" y="0"/>
                  </a:moveTo>
                  <a:lnTo>
                    <a:pt x="2703576" y="0"/>
                  </a:lnTo>
                  <a:lnTo>
                    <a:pt x="2703576" y="842772"/>
                  </a:lnTo>
                  <a:lnTo>
                    <a:pt x="0" y="8427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4" name="Google Shape;274;p29"/>
            <p:cNvSpPr/>
            <p:nvPr/>
          </p:nvSpPr>
          <p:spPr>
            <a:xfrm>
              <a:off x="63500" y="63500"/>
              <a:ext cx="2706624" cy="1687068"/>
            </a:xfrm>
            <a:custGeom>
              <a:rect b="b" l="l" r="r" t="t"/>
              <a:pathLst>
                <a:path extrusionOk="0" h="1687068" w="2706624">
                  <a:moveTo>
                    <a:pt x="0" y="1524"/>
                  </a:moveTo>
                  <a:cubicBezTo>
                    <a:pt x="0" y="0"/>
                    <a:pt x="1524" y="0"/>
                    <a:pt x="1524" y="0"/>
                  </a:cubicBezTo>
                  <a:lnTo>
                    <a:pt x="2705100" y="0"/>
                  </a:lnTo>
                  <a:cubicBezTo>
                    <a:pt x="2705100" y="0"/>
                    <a:pt x="2706624" y="0"/>
                    <a:pt x="2706624" y="1524"/>
                  </a:cubicBezTo>
                  <a:lnTo>
                    <a:pt x="2706624" y="844296"/>
                  </a:lnTo>
                  <a:cubicBezTo>
                    <a:pt x="2706624" y="844296"/>
                    <a:pt x="2705100" y="845820"/>
                    <a:pt x="2705100" y="845820"/>
                  </a:cubicBezTo>
                  <a:lnTo>
                    <a:pt x="1524" y="845820"/>
                  </a:lnTo>
                  <a:cubicBezTo>
                    <a:pt x="1524" y="845820"/>
                    <a:pt x="0" y="844296"/>
                    <a:pt x="0" y="844296"/>
                  </a:cubicBezTo>
                  <a:close/>
                  <a:moveTo>
                    <a:pt x="4572" y="1687068"/>
                  </a:moveTo>
                  <a:lnTo>
                    <a:pt x="1524" y="1684020"/>
                  </a:lnTo>
                  <a:lnTo>
                    <a:pt x="2705100" y="1684020"/>
                  </a:lnTo>
                  <a:lnTo>
                    <a:pt x="2702052" y="1687068"/>
                  </a:lnTo>
                  <a:lnTo>
                    <a:pt x="2702052" y="1524"/>
                  </a:lnTo>
                  <a:lnTo>
                    <a:pt x="2705100" y="3048"/>
                  </a:lnTo>
                  <a:lnTo>
                    <a:pt x="1524" y="3048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1200404" y="159512"/>
              <a:ext cx="432816" cy="6096"/>
            </a:xfrm>
            <a:custGeom>
              <a:rect b="b" l="l" r="r" t="t"/>
              <a:pathLst>
                <a:path extrusionOk="0" h="6096" w="432816">
                  <a:moveTo>
                    <a:pt x="0" y="0"/>
                  </a:moveTo>
                  <a:lnTo>
                    <a:pt x="432816" y="0"/>
                  </a:lnTo>
                  <a:lnTo>
                    <a:pt x="432816" y="6096"/>
                  </a:lnTo>
                  <a:lnTo>
                    <a:pt x="0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276" name="Google Shape;276;p29"/>
          <p:cNvSpPr/>
          <p:nvPr/>
        </p:nvSpPr>
        <p:spPr>
          <a:xfrm>
            <a:off x="7225860" y="2752445"/>
            <a:ext cx="423218" cy="494031"/>
          </a:xfrm>
          <a:custGeom>
            <a:rect b="b" l="l" r="r" t="t"/>
            <a:pathLst>
              <a:path extrusionOk="0" h="1204976" w="1032256">
                <a:moveTo>
                  <a:pt x="0" y="0"/>
                </a:moveTo>
                <a:lnTo>
                  <a:pt x="1032256" y="0"/>
                </a:lnTo>
                <a:lnTo>
                  <a:pt x="1032256" y="1204976"/>
                </a:lnTo>
                <a:lnTo>
                  <a:pt x="0" y="12049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29"/>
          <p:cNvSpPr/>
          <p:nvPr/>
        </p:nvSpPr>
        <p:spPr>
          <a:xfrm>
            <a:off x="7404977" y="2695793"/>
            <a:ext cx="80811" cy="119134"/>
          </a:xfrm>
          <a:custGeom>
            <a:rect b="b" l="l" r="r" t="t"/>
            <a:pathLst>
              <a:path extrusionOk="0" h="290576" w="197104">
                <a:moveTo>
                  <a:pt x="0" y="0"/>
                </a:moveTo>
                <a:lnTo>
                  <a:pt x="197104" y="0"/>
                </a:lnTo>
                <a:lnTo>
                  <a:pt x="197104" y="290576"/>
                </a:lnTo>
                <a:lnTo>
                  <a:pt x="0" y="290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29"/>
          <p:cNvSpPr/>
          <p:nvPr/>
        </p:nvSpPr>
        <p:spPr>
          <a:xfrm>
            <a:off x="660156" y="3320623"/>
            <a:ext cx="63316" cy="14996"/>
          </a:xfrm>
          <a:custGeom>
            <a:rect b="b" l="l" r="r" t="t"/>
            <a:pathLst>
              <a:path extrusionOk="0" h="27432" w="115824">
                <a:moveTo>
                  <a:pt x="0" y="0"/>
                </a:moveTo>
                <a:lnTo>
                  <a:pt x="115824" y="0"/>
                </a:lnTo>
                <a:lnTo>
                  <a:pt x="115824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</p:sp>
      <p:grpSp>
        <p:nvGrpSpPr>
          <p:cNvPr id="279" name="Google Shape;279;p29"/>
          <p:cNvGrpSpPr/>
          <p:nvPr/>
        </p:nvGrpSpPr>
        <p:grpSpPr>
          <a:xfrm>
            <a:off x="3575190" y="1085398"/>
            <a:ext cx="174951" cy="144959"/>
            <a:chOff x="63500" y="63500"/>
            <a:chExt cx="320040" cy="265176"/>
          </a:xfrm>
        </p:grpSpPr>
        <p:sp>
          <p:nvSpPr>
            <p:cNvPr id="280" name="Google Shape;280;p29"/>
            <p:cNvSpPr/>
            <p:nvPr/>
          </p:nvSpPr>
          <p:spPr>
            <a:xfrm>
              <a:off x="69596" y="69596"/>
              <a:ext cx="309372" cy="129540"/>
            </a:xfrm>
            <a:custGeom>
              <a:rect b="b" l="l" r="r" t="t"/>
              <a:pathLst>
                <a:path extrusionOk="0" h="129540" w="309372">
                  <a:moveTo>
                    <a:pt x="0" y="0"/>
                  </a:moveTo>
                  <a:lnTo>
                    <a:pt x="309372" y="0"/>
                  </a:lnTo>
                  <a:lnTo>
                    <a:pt x="309372" y="129540"/>
                  </a:lnTo>
                  <a:lnTo>
                    <a:pt x="0" y="1295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1" name="Google Shape;281;p29"/>
            <p:cNvSpPr/>
            <p:nvPr/>
          </p:nvSpPr>
          <p:spPr>
            <a:xfrm>
              <a:off x="63500" y="63500"/>
              <a:ext cx="320040" cy="265176"/>
            </a:xfrm>
            <a:custGeom>
              <a:rect b="b" l="l" r="r" t="t"/>
              <a:pathLst>
                <a:path extrusionOk="0" h="265176" w="320040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315468" y="0"/>
                  </a:lnTo>
                  <a:cubicBezTo>
                    <a:pt x="318516" y="0"/>
                    <a:pt x="320040" y="3048"/>
                    <a:pt x="320040" y="6096"/>
                  </a:cubicBezTo>
                  <a:lnTo>
                    <a:pt x="320040" y="135636"/>
                  </a:lnTo>
                  <a:cubicBezTo>
                    <a:pt x="320040" y="138684"/>
                    <a:pt x="318516" y="141732"/>
                    <a:pt x="315468" y="141732"/>
                  </a:cubicBezTo>
                  <a:lnTo>
                    <a:pt x="6096" y="141732"/>
                  </a:lnTo>
                  <a:cubicBezTo>
                    <a:pt x="3048" y="141732"/>
                    <a:pt x="0" y="138684"/>
                    <a:pt x="0" y="135636"/>
                  </a:cubicBezTo>
                  <a:close/>
                  <a:moveTo>
                    <a:pt x="12192" y="265176"/>
                  </a:moveTo>
                  <a:lnTo>
                    <a:pt x="6096" y="260604"/>
                  </a:lnTo>
                  <a:lnTo>
                    <a:pt x="315468" y="260604"/>
                  </a:lnTo>
                  <a:lnTo>
                    <a:pt x="309372" y="265176"/>
                  </a:lnTo>
                  <a:lnTo>
                    <a:pt x="309372" y="6096"/>
                  </a:lnTo>
                  <a:lnTo>
                    <a:pt x="315468" y="12192"/>
                  </a:lnTo>
                  <a:lnTo>
                    <a:pt x="6096" y="12192"/>
                  </a:lnTo>
                  <a:lnTo>
                    <a:pt x="12192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2" name="Google Shape;282;p29"/>
          <p:cNvGrpSpPr/>
          <p:nvPr/>
        </p:nvGrpSpPr>
        <p:grpSpPr>
          <a:xfrm>
            <a:off x="3375245" y="1272014"/>
            <a:ext cx="564844" cy="167453"/>
            <a:chOff x="63500" y="63500"/>
            <a:chExt cx="1033272" cy="306324"/>
          </a:xfrm>
        </p:grpSpPr>
        <p:sp>
          <p:nvSpPr>
            <p:cNvPr id="283" name="Google Shape;283;p29"/>
            <p:cNvSpPr/>
            <p:nvPr/>
          </p:nvSpPr>
          <p:spPr>
            <a:xfrm>
              <a:off x="68072" y="68072"/>
              <a:ext cx="1022604" cy="150876"/>
            </a:xfrm>
            <a:custGeom>
              <a:rect b="b" l="l" r="r" t="t"/>
              <a:pathLst>
                <a:path extrusionOk="0" h="150876" w="1022604">
                  <a:moveTo>
                    <a:pt x="0" y="0"/>
                  </a:moveTo>
                  <a:lnTo>
                    <a:pt x="1022604" y="0"/>
                  </a:lnTo>
                  <a:lnTo>
                    <a:pt x="1022604" y="150876"/>
                  </a:lnTo>
                  <a:lnTo>
                    <a:pt x="0" y="1508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4" name="Google Shape;284;p29"/>
            <p:cNvSpPr/>
            <p:nvPr/>
          </p:nvSpPr>
          <p:spPr>
            <a:xfrm>
              <a:off x="63500" y="63500"/>
              <a:ext cx="1033272" cy="306324"/>
            </a:xfrm>
            <a:custGeom>
              <a:rect b="b" l="l" r="r" t="t"/>
              <a:pathLst>
                <a:path extrusionOk="0" h="306324" w="1033272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027176" y="0"/>
                  </a:lnTo>
                  <a:cubicBezTo>
                    <a:pt x="1030224" y="0"/>
                    <a:pt x="1033272" y="1524"/>
                    <a:pt x="1033272" y="4572"/>
                  </a:cubicBezTo>
                  <a:lnTo>
                    <a:pt x="1033272" y="155448"/>
                  </a:lnTo>
                  <a:cubicBezTo>
                    <a:pt x="1033272" y="158496"/>
                    <a:pt x="1030224" y="160020"/>
                    <a:pt x="1027176" y="160020"/>
                  </a:cubicBezTo>
                  <a:lnTo>
                    <a:pt x="4572" y="160020"/>
                  </a:lnTo>
                  <a:cubicBezTo>
                    <a:pt x="1524" y="160020"/>
                    <a:pt x="0" y="158496"/>
                    <a:pt x="0" y="155448"/>
                  </a:cubicBezTo>
                  <a:close/>
                  <a:moveTo>
                    <a:pt x="10668" y="306324"/>
                  </a:moveTo>
                  <a:lnTo>
                    <a:pt x="4572" y="300228"/>
                  </a:lnTo>
                  <a:lnTo>
                    <a:pt x="1027176" y="300228"/>
                  </a:lnTo>
                  <a:lnTo>
                    <a:pt x="1022604" y="306324"/>
                  </a:lnTo>
                  <a:lnTo>
                    <a:pt x="1022604" y="4572"/>
                  </a:lnTo>
                  <a:lnTo>
                    <a:pt x="1027176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3930093" y="1076234"/>
            <a:ext cx="174951" cy="78311"/>
            <a:chOff x="63500" y="63500"/>
            <a:chExt cx="320040" cy="143256"/>
          </a:xfrm>
        </p:grpSpPr>
        <p:sp>
          <p:nvSpPr>
            <p:cNvPr id="286" name="Google Shape;286;p29"/>
            <p:cNvSpPr/>
            <p:nvPr/>
          </p:nvSpPr>
          <p:spPr>
            <a:xfrm>
              <a:off x="68072" y="69596"/>
              <a:ext cx="310896" cy="131064"/>
            </a:xfrm>
            <a:custGeom>
              <a:rect b="b" l="l" r="r" t="t"/>
              <a:pathLst>
                <a:path extrusionOk="0" h="131064" w="310896">
                  <a:moveTo>
                    <a:pt x="0" y="0"/>
                  </a:moveTo>
                  <a:lnTo>
                    <a:pt x="310896" y="0"/>
                  </a:lnTo>
                  <a:lnTo>
                    <a:pt x="310896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7" name="Google Shape;287;p29"/>
            <p:cNvSpPr/>
            <p:nvPr/>
          </p:nvSpPr>
          <p:spPr>
            <a:xfrm>
              <a:off x="63500" y="63500"/>
              <a:ext cx="320040" cy="143256"/>
            </a:xfrm>
            <a:custGeom>
              <a:rect b="b" l="l" r="r" t="t"/>
              <a:pathLst>
                <a:path extrusionOk="0" h="143256" w="320040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315468" y="0"/>
                  </a:lnTo>
                  <a:cubicBezTo>
                    <a:pt x="316992" y="0"/>
                    <a:pt x="320040" y="3048"/>
                    <a:pt x="320040" y="6096"/>
                  </a:cubicBezTo>
                  <a:lnTo>
                    <a:pt x="320040" y="137160"/>
                  </a:lnTo>
                  <a:cubicBezTo>
                    <a:pt x="320040" y="140208"/>
                    <a:pt x="316992" y="143256"/>
                    <a:pt x="315468" y="143256"/>
                  </a:cubicBezTo>
                  <a:lnTo>
                    <a:pt x="4572" y="143256"/>
                  </a:lnTo>
                  <a:cubicBezTo>
                    <a:pt x="1524" y="143256"/>
                    <a:pt x="0" y="140208"/>
                    <a:pt x="0" y="137160"/>
                  </a:cubicBezTo>
                  <a:close/>
                  <a:moveTo>
                    <a:pt x="10668" y="137160"/>
                  </a:moveTo>
                  <a:lnTo>
                    <a:pt x="4572" y="131064"/>
                  </a:lnTo>
                  <a:lnTo>
                    <a:pt x="315468" y="131064"/>
                  </a:lnTo>
                  <a:lnTo>
                    <a:pt x="309372" y="137160"/>
                  </a:lnTo>
                  <a:lnTo>
                    <a:pt x="309372" y="6096"/>
                  </a:lnTo>
                  <a:lnTo>
                    <a:pt x="315468" y="10668"/>
                  </a:lnTo>
                  <a:lnTo>
                    <a:pt x="4572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" name="Google Shape;288;p29"/>
          <p:cNvGrpSpPr/>
          <p:nvPr/>
        </p:nvGrpSpPr>
        <p:grpSpPr>
          <a:xfrm>
            <a:off x="5160589" y="1096229"/>
            <a:ext cx="175784" cy="145792"/>
            <a:chOff x="63500" y="63500"/>
            <a:chExt cx="321564" cy="266700"/>
          </a:xfrm>
        </p:grpSpPr>
        <p:sp>
          <p:nvSpPr>
            <p:cNvPr id="289" name="Google Shape;289;p29"/>
            <p:cNvSpPr/>
            <p:nvPr/>
          </p:nvSpPr>
          <p:spPr>
            <a:xfrm>
              <a:off x="69596" y="68072"/>
              <a:ext cx="309372" cy="131064"/>
            </a:xfrm>
            <a:custGeom>
              <a:rect b="b" l="l" r="r" t="t"/>
              <a:pathLst>
                <a:path extrusionOk="0" h="131064" w="309372">
                  <a:moveTo>
                    <a:pt x="0" y="0"/>
                  </a:moveTo>
                  <a:lnTo>
                    <a:pt x="309372" y="0"/>
                  </a:lnTo>
                  <a:lnTo>
                    <a:pt x="309372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0" name="Google Shape;290;p29"/>
            <p:cNvSpPr/>
            <p:nvPr/>
          </p:nvSpPr>
          <p:spPr>
            <a:xfrm>
              <a:off x="63500" y="63500"/>
              <a:ext cx="321564" cy="266700"/>
            </a:xfrm>
            <a:custGeom>
              <a:rect b="b" l="l" r="r" t="t"/>
              <a:pathLst>
                <a:path extrusionOk="0" h="266700" w="321564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15468" y="0"/>
                  </a:lnTo>
                  <a:cubicBezTo>
                    <a:pt x="318516" y="0"/>
                    <a:pt x="321564" y="1524"/>
                    <a:pt x="321564" y="4572"/>
                  </a:cubicBezTo>
                  <a:lnTo>
                    <a:pt x="321564" y="135636"/>
                  </a:lnTo>
                  <a:cubicBezTo>
                    <a:pt x="321564" y="138684"/>
                    <a:pt x="318516" y="141732"/>
                    <a:pt x="315468" y="141732"/>
                  </a:cubicBezTo>
                  <a:lnTo>
                    <a:pt x="6096" y="141732"/>
                  </a:lnTo>
                  <a:cubicBezTo>
                    <a:pt x="3048" y="141732"/>
                    <a:pt x="0" y="138684"/>
                    <a:pt x="0" y="135636"/>
                  </a:cubicBezTo>
                  <a:close/>
                  <a:moveTo>
                    <a:pt x="12192" y="266700"/>
                  </a:moveTo>
                  <a:lnTo>
                    <a:pt x="6096" y="262128"/>
                  </a:lnTo>
                  <a:lnTo>
                    <a:pt x="315468" y="262128"/>
                  </a:lnTo>
                  <a:lnTo>
                    <a:pt x="310896" y="266700"/>
                  </a:lnTo>
                  <a:lnTo>
                    <a:pt x="310896" y="4572"/>
                  </a:lnTo>
                  <a:lnTo>
                    <a:pt x="315468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29"/>
          <p:cNvGrpSpPr/>
          <p:nvPr/>
        </p:nvGrpSpPr>
        <p:grpSpPr>
          <a:xfrm>
            <a:off x="5308883" y="1272847"/>
            <a:ext cx="564844" cy="167453"/>
            <a:chOff x="63500" y="63500"/>
            <a:chExt cx="1033272" cy="306324"/>
          </a:xfrm>
        </p:grpSpPr>
        <p:sp>
          <p:nvSpPr>
            <p:cNvPr id="292" name="Google Shape;292;p29"/>
            <p:cNvSpPr/>
            <p:nvPr/>
          </p:nvSpPr>
          <p:spPr>
            <a:xfrm>
              <a:off x="69596" y="68072"/>
              <a:ext cx="1021080" cy="150876"/>
            </a:xfrm>
            <a:custGeom>
              <a:rect b="b" l="l" r="r" t="t"/>
              <a:pathLst>
                <a:path extrusionOk="0" h="150876" w="1021080">
                  <a:moveTo>
                    <a:pt x="0" y="0"/>
                  </a:moveTo>
                  <a:lnTo>
                    <a:pt x="1021080" y="0"/>
                  </a:lnTo>
                  <a:lnTo>
                    <a:pt x="1021080" y="150876"/>
                  </a:lnTo>
                  <a:lnTo>
                    <a:pt x="0" y="1508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3" name="Google Shape;293;p29"/>
            <p:cNvSpPr/>
            <p:nvPr/>
          </p:nvSpPr>
          <p:spPr>
            <a:xfrm>
              <a:off x="63500" y="63500"/>
              <a:ext cx="1033272" cy="306324"/>
            </a:xfrm>
            <a:custGeom>
              <a:rect b="b" l="l" r="r" t="t"/>
              <a:pathLst>
                <a:path extrusionOk="0" h="306324" w="1033272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027176" y="0"/>
                  </a:lnTo>
                  <a:cubicBezTo>
                    <a:pt x="1030224" y="0"/>
                    <a:pt x="1033272" y="1524"/>
                    <a:pt x="1033272" y="4572"/>
                  </a:cubicBezTo>
                  <a:lnTo>
                    <a:pt x="1033272" y="155448"/>
                  </a:lnTo>
                  <a:cubicBezTo>
                    <a:pt x="1033272" y="158496"/>
                    <a:pt x="1030224" y="160020"/>
                    <a:pt x="1027176" y="160020"/>
                  </a:cubicBezTo>
                  <a:lnTo>
                    <a:pt x="6096" y="160020"/>
                  </a:lnTo>
                  <a:cubicBezTo>
                    <a:pt x="3048" y="160020"/>
                    <a:pt x="0" y="158496"/>
                    <a:pt x="0" y="155448"/>
                  </a:cubicBezTo>
                  <a:close/>
                  <a:moveTo>
                    <a:pt x="10668" y="306324"/>
                  </a:moveTo>
                  <a:lnTo>
                    <a:pt x="6096" y="300228"/>
                  </a:lnTo>
                  <a:lnTo>
                    <a:pt x="1027176" y="300228"/>
                  </a:lnTo>
                  <a:lnTo>
                    <a:pt x="1022604" y="306324"/>
                  </a:lnTo>
                  <a:lnTo>
                    <a:pt x="1022604" y="4572"/>
                  </a:lnTo>
                  <a:lnTo>
                    <a:pt x="1027176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4" name="Google Shape;294;p29"/>
          <p:cNvGrpSpPr/>
          <p:nvPr/>
        </p:nvGrpSpPr>
        <p:grpSpPr>
          <a:xfrm>
            <a:off x="5524656" y="1114557"/>
            <a:ext cx="175784" cy="145792"/>
            <a:chOff x="63500" y="63500"/>
            <a:chExt cx="321564" cy="266700"/>
          </a:xfrm>
        </p:grpSpPr>
        <p:sp>
          <p:nvSpPr>
            <p:cNvPr id="295" name="Google Shape;295;p29"/>
            <p:cNvSpPr/>
            <p:nvPr/>
          </p:nvSpPr>
          <p:spPr>
            <a:xfrm>
              <a:off x="69596" y="68072"/>
              <a:ext cx="309372" cy="131064"/>
            </a:xfrm>
            <a:custGeom>
              <a:rect b="b" l="l" r="r" t="t"/>
              <a:pathLst>
                <a:path extrusionOk="0" h="131064" w="309372">
                  <a:moveTo>
                    <a:pt x="0" y="0"/>
                  </a:moveTo>
                  <a:lnTo>
                    <a:pt x="309372" y="0"/>
                  </a:lnTo>
                  <a:lnTo>
                    <a:pt x="309372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6" name="Google Shape;296;p29"/>
            <p:cNvSpPr/>
            <p:nvPr/>
          </p:nvSpPr>
          <p:spPr>
            <a:xfrm>
              <a:off x="63500" y="63500"/>
              <a:ext cx="321564" cy="266700"/>
            </a:xfrm>
            <a:custGeom>
              <a:rect b="b" l="l" r="r" t="t"/>
              <a:pathLst>
                <a:path extrusionOk="0" h="266700" w="321564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15468" y="0"/>
                  </a:lnTo>
                  <a:cubicBezTo>
                    <a:pt x="318516" y="0"/>
                    <a:pt x="321564" y="1524"/>
                    <a:pt x="321564" y="4572"/>
                  </a:cubicBezTo>
                  <a:lnTo>
                    <a:pt x="321564" y="135636"/>
                  </a:lnTo>
                  <a:cubicBezTo>
                    <a:pt x="321564" y="138684"/>
                    <a:pt x="318516" y="141732"/>
                    <a:pt x="315468" y="141732"/>
                  </a:cubicBezTo>
                  <a:lnTo>
                    <a:pt x="6096" y="141732"/>
                  </a:lnTo>
                  <a:cubicBezTo>
                    <a:pt x="3048" y="141732"/>
                    <a:pt x="0" y="138684"/>
                    <a:pt x="0" y="135636"/>
                  </a:cubicBezTo>
                  <a:close/>
                  <a:moveTo>
                    <a:pt x="10668" y="266700"/>
                  </a:moveTo>
                  <a:lnTo>
                    <a:pt x="6096" y="262128"/>
                  </a:lnTo>
                  <a:lnTo>
                    <a:pt x="315468" y="262128"/>
                  </a:lnTo>
                  <a:lnTo>
                    <a:pt x="309372" y="266700"/>
                  </a:lnTo>
                  <a:lnTo>
                    <a:pt x="309372" y="4572"/>
                  </a:lnTo>
                  <a:lnTo>
                    <a:pt x="315468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9"/>
          <p:cNvSpPr/>
          <p:nvPr/>
        </p:nvSpPr>
        <p:spPr>
          <a:xfrm>
            <a:off x="4160865" y="3213985"/>
            <a:ext cx="154957" cy="70814"/>
          </a:xfrm>
          <a:custGeom>
            <a:rect b="b" l="l" r="r" t="t"/>
            <a:pathLst>
              <a:path extrusionOk="0" h="172720" w="377952">
                <a:moveTo>
                  <a:pt x="0" y="0"/>
                </a:moveTo>
                <a:lnTo>
                  <a:pt x="377952" y="0"/>
                </a:lnTo>
                <a:lnTo>
                  <a:pt x="377952" y="172720"/>
                </a:lnTo>
                <a:lnTo>
                  <a:pt x="0" y="172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29"/>
          <p:cNvSpPr/>
          <p:nvPr/>
        </p:nvSpPr>
        <p:spPr>
          <a:xfrm>
            <a:off x="645994" y="3365610"/>
            <a:ext cx="123300" cy="83311"/>
          </a:xfrm>
          <a:custGeom>
            <a:rect b="b" l="l" r="r" t="t"/>
            <a:pathLst>
              <a:path extrusionOk="0" h="203200" w="300736">
                <a:moveTo>
                  <a:pt x="0" y="0"/>
                </a:moveTo>
                <a:lnTo>
                  <a:pt x="300736" y="0"/>
                </a:lnTo>
                <a:lnTo>
                  <a:pt x="300736" y="203200"/>
                </a:lnTo>
                <a:lnTo>
                  <a:pt x="0" y="203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9" name="Google Shape;299;p29"/>
          <p:cNvGrpSpPr/>
          <p:nvPr/>
        </p:nvGrpSpPr>
        <p:grpSpPr>
          <a:xfrm>
            <a:off x="913418" y="1732721"/>
            <a:ext cx="309914" cy="257428"/>
            <a:chOff x="63500" y="63500"/>
            <a:chExt cx="566928" cy="470917"/>
          </a:xfrm>
        </p:grpSpPr>
        <p:sp>
          <p:nvSpPr>
            <p:cNvPr id="300" name="Google Shape;300;p29"/>
            <p:cNvSpPr/>
            <p:nvPr/>
          </p:nvSpPr>
          <p:spPr>
            <a:xfrm>
              <a:off x="69596" y="68072"/>
              <a:ext cx="554736" cy="233172"/>
            </a:xfrm>
            <a:custGeom>
              <a:rect b="b" l="l" r="r" t="t"/>
              <a:pathLst>
                <a:path extrusionOk="0" h="233172" w="554736">
                  <a:moveTo>
                    <a:pt x="0" y="0"/>
                  </a:moveTo>
                  <a:lnTo>
                    <a:pt x="554736" y="0"/>
                  </a:lnTo>
                  <a:lnTo>
                    <a:pt x="554736" y="233172"/>
                  </a:lnTo>
                  <a:lnTo>
                    <a:pt x="0" y="2331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1" name="Google Shape;301;p29"/>
            <p:cNvSpPr/>
            <p:nvPr/>
          </p:nvSpPr>
          <p:spPr>
            <a:xfrm>
              <a:off x="63500" y="63500"/>
              <a:ext cx="566928" cy="470917"/>
            </a:xfrm>
            <a:custGeom>
              <a:rect b="b" l="l" r="r" t="t"/>
              <a:pathLst>
                <a:path extrusionOk="0" h="470917" w="566928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560832" y="0"/>
                  </a:lnTo>
                  <a:cubicBezTo>
                    <a:pt x="563880" y="0"/>
                    <a:pt x="566928" y="1524"/>
                    <a:pt x="566928" y="4572"/>
                  </a:cubicBezTo>
                  <a:lnTo>
                    <a:pt x="566928" y="237744"/>
                  </a:lnTo>
                  <a:cubicBezTo>
                    <a:pt x="566928" y="240792"/>
                    <a:pt x="563880" y="242316"/>
                    <a:pt x="560832" y="242316"/>
                  </a:cubicBezTo>
                  <a:lnTo>
                    <a:pt x="6096" y="242316"/>
                  </a:lnTo>
                  <a:cubicBezTo>
                    <a:pt x="3048" y="242316"/>
                    <a:pt x="0" y="240792"/>
                    <a:pt x="0" y="237744"/>
                  </a:cubicBezTo>
                  <a:close/>
                  <a:moveTo>
                    <a:pt x="12192" y="470917"/>
                  </a:moveTo>
                  <a:lnTo>
                    <a:pt x="6096" y="464821"/>
                  </a:lnTo>
                  <a:lnTo>
                    <a:pt x="560832" y="464821"/>
                  </a:lnTo>
                  <a:lnTo>
                    <a:pt x="554736" y="470917"/>
                  </a:lnTo>
                  <a:lnTo>
                    <a:pt x="554736" y="4572"/>
                  </a:lnTo>
                  <a:lnTo>
                    <a:pt x="560832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29"/>
          <p:cNvGrpSpPr/>
          <p:nvPr/>
        </p:nvGrpSpPr>
        <p:grpSpPr>
          <a:xfrm>
            <a:off x="2127253" y="1359490"/>
            <a:ext cx="108303" cy="149124"/>
            <a:chOff x="63500" y="63500"/>
            <a:chExt cx="198120" cy="272796"/>
          </a:xfrm>
        </p:grpSpPr>
        <p:sp>
          <p:nvSpPr>
            <p:cNvPr id="303" name="Google Shape;303;p29"/>
            <p:cNvSpPr/>
            <p:nvPr/>
          </p:nvSpPr>
          <p:spPr>
            <a:xfrm>
              <a:off x="69596" y="68072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304" name="Google Shape;304;p29"/>
            <p:cNvSpPr/>
            <p:nvPr/>
          </p:nvSpPr>
          <p:spPr>
            <a:xfrm>
              <a:off x="63500" y="63500"/>
              <a:ext cx="198120" cy="272796"/>
            </a:xfrm>
            <a:custGeom>
              <a:rect b="b" l="l" r="r" t="t"/>
              <a:pathLst>
                <a:path extrusionOk="0" h="272796" w="198120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2024" y="0"/>
                  </a:lnTo>
                  <a:cubicBezTo>
                    <a:pt x="195072" y="0"/>
                    <a:pt x="198120" y="1524"/>
                    <a:pt x="198120" y="4572"/>
                  </a:cubicBezTo>
                  <a:lnTo>
                    <a:pt x="198120" y="138684"/>
                  </a:lnTo>
                  <a:cubicBezTo>
                    <a:pt x="198120" y="141732"/>
                    <a:pt x="195072" y="144780"/>
                    <a:pt x="192024" y="144780"/>
                  </a:cubicBezTo>
                  <a:lnTo>
                    <a:pt x="6096" y="144780"/>
                  </a:lnTo>
                  <a:cubicBezTo>
                    <a:pt x="3048" y="144780"/>
                    <a:pt x="0" y="141732"/>
                    <a:pt x="0" y="138684"/>
                  </a:cubicBezTo>
                  <a:close/>
                  <a:moveTo>
                    <a:pt x="10668" y="272796"/>
                  </a:moveTo>
                  <a:lnTo>
                    <a:pt x="6096" y="268224"/>
                  </a:lnTo>
                  <a:lnTo>
                    <a:pt x="192024" y="268224"/>
                  </a:lnTo>
                  <a:lnTo>
                    <a:pt x="185928" y="272796"/>
                  </a:lnTo>
                  <a:lnTo>
                    <a:pt x="185928" y="4572"/>
                  </a:lnTo>
                  <a:lnTo>
                    <a:pt x="192024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29"/>
          <p:cNvGrpSpPr/>
          <p:nvPr/>
        </p:nvGrpSpPr>
        <p:grpSpPr>
          <a:xfrm>
            <a:off x="3955086" y="3015704"/>
            <a:ext cx="104970" cy="144959"/>
            <a:chOff x="63500" y="63500"/>
            <a:chExt cx="192024" cy="265176"/>
          </a:xfrm>
        </p:grpSpPr>
        <p:sp>
          <p:nvSpPr>
            <p:cNvPr id="306" name="Google Shape;306;p29"/>
            <p:cNvSpPr/>
            <p:nvPr/>
          </p:nvSpPr>
          <p:spPr>
            <a:xfrm>
              <a:off x="69596" y="69596"/>
              <a:ext cx="179832" cy="129540"/>
            </a:xfrm>
            <a:custGeom>
              <a:rect b="b" l="l" r="r" t="t"/>
              <a:pathLst>
                <a:path extrusionOk="0" h="129540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129540"/>
                  </a:lnTo>
                  <a:lnTo>
                    <a:pt x="0" y="129540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07" name="Google Shape;307;p29"/>
            <p:cNvSpPr/>
            <p:nvPr/>
          </p:nvSpPr>
          <p:spPr>
            <a:xfrm>
              <a:off x="63500" y="63500"/>
              <a:ext cx="192024" cy="265176"/>
            </a:xfrm>
            <a:custGeom>
              <a:rect b="b" l="l" r="r" t="t"/>
              <a:pathLst>
                <a:path extrusionOk="0" h="265176" w="192024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85928" y="0"/>
                  </a:lnTo>
                  <a:cubicBezTo>
                    <a:pt x="188976" y="0"/>
                    <a:pt x="192024" y="3048"/>
                    <a:pt x="192024" y="6096"/>
                  </a:cubicBezTo>
                  <a:lnTo>
                    <a:pt x="192024" y="135636"/>
                  </a:lnTo>
                  <a:cubicBezTo>
                    <a:pt x="192024" y="138684"/>
                    <a:pt x="188976" y="141732"/>
                    <a:pt x="185928" y="141732"/>
                  </a:cubicBezTo>
                  <a:lnTo>
                    <a:pt x="6096" y="141732"/>
                  </a:lnTo>
                  <a:cubicBezTo>
                    <a:pt x="3048" y="141732"/>
                    <a:pt x="0" y="138684"/>
                    <a:pt x="0" y="135636"/>
                  </a:cubicBezTo>
                  <a:close/>
                  <a:moveTo>
                    <a:pt x="10668" y="265176"/>
                  </a:moveTo>
                  <a:lnTo>
                    <a:pt x="6096" y="260604"/>
                  </a:lnTo>
                  <a:lnTo>
                    <a:pt x="185928" y="260604"/>
                  </a:lnTo>
                  <a:lnTo>
                    <a:pt x="181356" y="265176"/>
                  </a:lnTo>
                  <a:lnTo>
                    <a:pt x="181356" y="6096"/>
                  </a:lnTo>
                  <a:lnTo>
                    <a:pt x="185928" y="10668"/>
                  </a:lnTo>
                  <a:lnTo>
                    <a:pt x="6096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8" name="Google Shape;308;p29"/>
          <p:cNvGrpSpPr/>
          <p:nvPr/>
        </p:nvGrpSpPr>
        <p:grpSpPr>
          <a:xfrm>
            <a:off x="7055071" y="2549165"/>
            <a:ext cx="107470" cy="149957"/>
            <a:chOff x="63500" y="63500"/>
            <a:chExt cx="196596" cy="274320"/>
          </a:xfrm>
        </p:grpSpPr>
        <p:sp>
          <p:nvSpPr>
            <p:cNvPr id="309" name="Google Shape;309;p29"/>
            <p:cNvSpPr/>
            <p:nvPr/>
          </p:nvSpPr>
          <p:spPr>
            <a:xfrm>
              <a:off x="69596" y="69596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10" name="Google Shape;310;p29"/>
            <p:cNvSpPr/>
            <p:nvPr/>
          </p:nvSpPr>
          <p:spPr>
            <a:xfrm>
              <a:off x="63500" y="63500"/>
              <a:ext cx="196596" cy="274320"/>
            </a:xfrm>
            <a:custGeom>
              <a:rect b="b" l="l" r="r" t="t"/>
              <a:pathLst>
                <a:path extrusionOk="0" h="274320" w="1965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2024" y="0"/>
                  </a:lnTo>
                  <a:cubicBezTo>
                    <a:pt x="195072" y="0"/>
                    <a:pt x="196596" y="3048"/>
                    <a:pt x="196596" y="6096"/>
                  </a:cubicBezTo>
                  <a:lnTo>
                    <a:pt x="196596" y="140208"/>
                  </a:lnTo>
                  <a:cubicBezTo>
                    <a:pt x="196596" y="143256"/>
                    <a:pt x="195072" y="144780"/>
                    <a:pt x="192024" y="144780"/>
                  </a:cubicBezTo>
                  <a:lnTo>
                    <a:pt x="6096" y="144780"/>
                  </a:lnTo>
                  <a:cubicBezTo>
                    <a:pt x="3048" y="144780"/>
                    <a:pt x="0" y="143256"/>
                    <a:pt x="0" y="140208"/>
                  </a:cubicBezTo>
                  <a:close/>
                  <a:moveTo>
                    <a:pt x="12192" y="274320"/>
                  </a:moveTo>
                  <a:lnTo>
                    <a:pt x="6096" y="268224"/>
                  </a:lnTo>
                  <a:lnTo>
                    <a:pt x="192024" y="268224"/>
                  </a:lnTo>
                  <a:lnTo>
                    <a:pt x="185928" y="274320"/>
                  </a:lnTo>
                  <a:lnTo>
                    <a:pt x="185928" y="6096"/>
                  </a:lnTo>
                  <a:lnTo>
                    <a:pt x="192024" y="10668"/>
                  </a:lnTo>
                  <a:lnTo>
                    <a:pt x="6096" y="10668"/>
                  </a:lnTo>
                  <a:lnTo>
                    <a:pt x="12192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29"/>
          <p:cNvGrpSpPr/>
          <p:nvPr/>
        </p:nvGrpSpPr>
        <p:grpSpPr>
          <a:xfrm>
            <a:off x="7061736" y="2555830"/>
            <a:ext cx="94140" cy="130796"/>
            <a:chOff x="63500" y="63500"/>
            <a:chExt cx="172212" cy="239268"/>
          </a:xfrm>
        </p:grpSpPr>
        <p:sp>
          <p:nvSpPr>
            <p:cNvPr id="312" name="Google Shape;312;p29"/>
            <p:cNvSpPr/>
            <p:nvPr/>
          </p:nvSpPr>
          <p:spPr>
            <a:xfrm>
              <a:off x="66548" y="65024"/>
              <a:ext cx="167640" cy="118872"/>
            </a:xfrm>
            <a:custGeom>
              <a:rect b="b" l="l" r="r" t="t"/>
              <a:pathLst>
                <a:path extrusionOk="0" h="118872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8872"/>
                  </a:lnTo>
                  <a:lnTo>
                    <a:pt x="0" y="11887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13" name="Google Shape;313;p29"/>
            <p:cNvSpPr/>
            <p:nvPr/>
          </p:nvSpPr>
          <p:spPr>
            <a:xfrm>
              <a:off x="63500" y="63500"/>
              <a:ext cx="172212" cy="239268"/>
            </a:xfrm>
            <a:custGeom>
              <a:rect b="b" l="l" r="r" t="t"/>
              <a:pathLst>
                <a:path extrusionOk="0" h="239268" w="172212">
                  <a:moveTo>
                    <a:pt x="0" y="1524"/>
                  </a:moveTo>
                  <a:cubicBezTo>
                    <a:pt x="0" y="0"/>
                    <a:pt x="1524" y="0"/>
                    <a:pt x="3048" y="0"/>
                  </a:cubicBezTo>
                  <a:lnTo>
                    <a:pt x="170688" y="0"/>
                  </a:lnTo>
                  <a:cubicBezTo>
                    <a:pt x="172212" y="0"/>
                    <a:pt x="172212" y="0"/>
                    <a:pt x="172212" y="1524"/>
                  </a:cubicBezTo>
                  <a:lnTo>
                    <a:pt x="172212" y="120396"/>
                  </a:lnTo>
                  <a:cubicBezTo>
                    <a:pt x="172212" y="120396"/>
                    <a:pt x="172212" y="121920"/>
                    <a:pt x="170688" y="121920"/>
                  </a:cubicBezTo>
                  <a:lnTo>
                    <a:pt x="3048" y="121920"/>
                  </a:lnTo>
                  <a:cubicBezTo>
                    <a:pt x="1524" y="121920"/>
                    <a:pt x="0" y="120396"/>
                    <a:pt x="0" y="120396"/>
                  </a:cubicBezTo>
                  <a:close/>
                  <a:moveTo>
                    <a:pt x="4572" y="239268"/>
                  </a:moveTo>
                  <a:lnTo>
                    <a:pt x="3048" y="236220"/>
                  </a:lnTo>
                  <a:lnTo>
                    <a:pt x="170688" y="236220"/>
                  </a:lnTo>
                  <a:lnTo>
                    <a:pt x="169164" y="239268"/>
                  </a:lnTo>
                  <a:lnTo>
                    <a:pt x="169164" y="1524"/>
                  </a:lnTo>
                  <a:lnTo>
                    <a:pt x="170688" y="3048"/>
                  </a:lnTo>
                  <a:lnTo>
                    <a:pt x="3048" y="3048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4" name="Google Shape;314;p29"/>
          <p:cNvGrpSpPr/>
          <p:nvPr/>
        </p:nvGrpSpPr>
        <p:grpSpPr>
          <a:xfrm>
            <a:off x="7734885" y="2549165"/>
            <a:ext cx="107470" cy="149957"/>
            <a:chOff x="63500" y="63500"/>
            <a:chExt cx="196596" cy="274320"/>
          </a:xfrm>
        </p:grpSpPr>
        <p:sp>
          <p:nvSpPr>
            <p:cNvPr id="315" name="Google Shape;315;p29"/>
            <p:cNvSpPr/>
            <p:nvPr/>
          </p:nvSpPr>
          <p:spPr>
            <a:xfrm>
              <a:off x="69596" y="69596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16" name="Google Shape;316;p29"/>
            <p:cNvSpPr/>
            <p:nvPr/>
          </p:nvSpPr>
          <p:spPr>
            <a:xfrm>
              <a:off x="63500" y="63500"/>
              <a:ext cx="196596" cy="274320"/>
            </a:xfrm>
            <a:custGeom>
              <a:rect b="b" l="l" r="r" t="t"/>
              <a:pathLst>
                <a:path extrusionOk="0" h="274320" w="1965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2024" y="0"/>
                  </a:lnTo>
                  <a:cubicBezTo>
                    <a:pt x="195072" y="0"/>
                    <a:pt x="196596" y="3048"/>
                    <a:pt x="196596" y="6096"/>
                  </a:cubicBezTo>
                  <a:lnTo>
                    <a:pt x="196596" y="140208"/>
                  </a:lnTo>
                  <a:cubicBezTo>
                    <a:pt x="196596" y="143256"/>
                    <a:pt x="195072" y="144780"/>
                    <a:pt x="192024" y="144780"/>
                  </a:cubicBezTo>
                  <a:lnTo>
                    <a:pt x="6096" y="144780"/>
                  </a:lnTo>
                  <a:cubicBezTo>
                    <a:pt x="3048" y="144780"/>
                    <a:pt x="0" y="143256"/>
                    <a:pt x="0" y="140208"/>
                  </a:cubicBezTo>
                  <a:close/>
                  <a:moveTo>
                    <a:pt x="12192" y="274320"/>
                  </a:moveTo>
                  <a:lnTo>
                    <a:pt x="6096" y="268224"/>
                  </a:lnTo>
                  <a:lnTo>
                    <a:pt x="192024" y="268224"/>
                  </a:lnTo>
                  <a:lnTo>
                    <a:pt x="185928" y="274320"/>
                  </a:lnTo>
                  <a:lnTo>
                    <a:pt x="185928" y="6096"/>
                  </a:lnTo>
                  <a:lnTo>
                    <a:pt x="192024" y="10668"/>
                  </a:lnTo>
                  <a:lnTo>
                    <a:pt x="6096" y="10668"/>
                  </a:lnTo>
                  <a:lnTo>
                    <a:pt x="12192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29"/>
          <p:cNvSpPr/>
          <p:nvPr/>
        </p:nvSpPr>
        <p:spPr>
          <a:xfrm>
            <a:off x="7089230" y="2480019"/>
            <a:ext cx="34990" cy="91642"/>
          </a:xfrm>
          <a:custGeom>
            <a:rect b="b" l="l" r="r" t="t"/>
            <a:pathLst>
              <a:path extrusionOk="0" h="223520" w="85344">
                <a:moveTo>
                  <a:pt x="0" y="0"/>
                </a:moveTo>
                <a:lnTo>
                  <a:pt x="85344" y="0"/>
                </a:lnTo>
                <a:lnTo>
                  <a:pt x="85344" y="223520"/>
                </a:lnTo>
                <a:lnTo>
                  <a:pt x="0" y="223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9"/>
          <p:cNvSpPr/>
          <p:nvPr/>
        </p:nvSpPr>
        <p:spPr>
          <a:xfrm>
            <a:off x="7089230" y="2618314"/>
            <a:ext cx="34990" cy="109970"/>
          </a:xfrm>
          <a:custGeom>
            <a:rect b="b" l="l" r="r" t="t"/>
            <a:pathLst>
              <a:path extrusionOk="0" h="268224" w="85344">
                <a:moveTo>
                  <a:pt x="0" y="0"/>
                </a:moveTo>
                <a:lnTo>
                  <a:pt x="85344" y="0"/>
                </a:lnTo>
                <a:lnTo>
                  <a:pt x="85344" y="268224"/>
                </a:lnTo>
                <a:lnTo>
                  <a:pt x="0" y="26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29"/>
          <p:cNvSpPr/>
          <p:nvPr/>
        </p:nvSpPr>
        <p:spPr>
          <a:xfrm>
            <a:off x="7773210" y="2484185"/>
            <a:ext cx="32491" cy="91642"/>
          </a:xfrm>
          <a:custGeom>
            <a:rect b="b" l="l" r="r" t="t"/>
            <a:pathLst>
              <a:path extrusionOk="0" h="223520" w="79248">
                <a:moveTo>
                  <a:pt x="0" y="0"/>
                </a:moveTo>
                <a:lnTo>
                  <a:pt x="79248" y="0"/>
                </a:lnTo>
                <a:lnTo>
                  <a:pt x="79248" y="223520"/>
                </a:lnTo>
                <a:lnTo>
                  <a:pt x="0" y="223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29"/>
          <p:cNvSpPr/>
          <p:nvPr/>
        </p:nvSpPr>
        <p:spPr>
          <a:xfrm>
            <a:off x="7773210" y="2611650"/>
            <a:ext cx="32491" cy="109970"/>
          </a:xfrm>
          <a:custGeom>
            <a:rect b="b" l="l" r="r" t="t"/>
            <a:pathLst>
              <a:path extrusionOk="0" h="268224" w="79248">
                <a:moveTo>
                  <a:pt x="0" y="0"/>
                </a:moveTo>
                <a:lnTo>
                  <a:pt x="79248" y="0"/>
                </a:lnTo>
                <a:lnTo>
                  <a:pt x="79248" y="268224"/>
                </a:lnTo>
                <a:lnTo>
                  <a:pt x="0" y="26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1" name="Google Shape;321;p29"/>
          <p:cNvGrpSpPr/>
          <p:nvPr/>
        </p:nvGrpSpPr>
        <p:grpSpPr>
          <a:xfrm>
            <a:off x="7741550" y="2555830"/>
            <a:ext cx="94140" cy="130796"/>
            <a:chOff x="63500" y="63500"/>
            <a:chExt cx="172212" cy="239268"/>
          </a:xfrm>
        </p:grpSpPr>
        <p:sp>
          <p:nvSpPr>
            <p:cNvPr id="322" name="Google Shape;322;p29"/>
            <p:cNvSpPr/>
            <p:nvPr/>
          </p:nvSpPr>
          <p:spPr>
            <a:xfrm>
              <a:off x="66548" y="65024"/>
              <a:ext cx="167640" cy="118872"/>
            </a:xfrm>
            <a:custGeom>
              <a:rect b="b" l="l" r="r" t="t"/>
              <a:pathLst>
                <a:path extrusionOk="0" h="118872" w="167640">
                  <a:moveTo>
                    <a:pt x="0" y="0"/>
                  </a:moveTo>
                  <a:lnTo>
                    <a:pt x="167639" y="0"/>
                  </a:lnTo>
                  <a:lnTo>
                    <a:pt x="167639" y="118872"/>
                  </a:lnTo>
                  <a:lnTo>
                    <a:pt x="0" y="11887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23" name="Google Shape;323;p29"/>
            <p:cNvSpPr/>
            <p:nvPr/>
          </p:nvSpPr>
          <p:spPr>
            <a:xfrm>
              <a:off x="63500" y="63500"/>
              <a:ext cx="172212" cy="239268"/>
            </a:xfrm>
            <a:custGeom>
              <a:rect b="b" l="l" r="r" t="t"/>
              <a:pathLst>
                <a:path extrusionOk="0" h="239268" w="172212">
                  <a:moveTo>
                    <a:pt x="0" y="1524"/>
                  </a:moveTo>
                  <a:cubicBezTo>
                    <a:pt x="0" y="0"/>
                    <a:pt x="1524" y="0"/>
                    <a:pt x="3048" y="0"/>
                  </a:cubicBezTo>
                  <a:lnTo>
                    <a:pt x="170687" y="0"/>
                  </a:lnTo>
                  <a:cubicBezTo>
                    <a:pt x="172211" y="0"/>
                    <a:pt x="172211" y="0"/>
                    <a:pt x="172211" y="1524"/>
                  </a:cubicBezTo>
                  <a:lnTo>
                    <a:pt x="172211" y="120396"/>
                  </a:lnTo>
                  <a:cubicBezTo>
                    <a:pt x="172211" y="120396"/>
                    <a:pt x="172211" y="121920"/>
                    <a:pt x="170687" y="121920"/>
                  </a:cubicBezTo>
                  <a:lnTo>
                    <a:pt x="3048" y="121920"/>
                  </a:lnTo>
                  <a:cubicBezTo>
                    <a:pt x="1524" y="121920"/>
                    <a:pt x="0" y="120396"/>
                    <a:pt x="0" y="120396"/>
                  </a:cubicBezTo>
                  <a:close/>
                  <a:moveTo>
                    <a:pt x="4572" y="239268"/>
                  </a:moveTo>
                  <a:lnTo>
                    <a:pt x="3048" y="236220"/>
                  </a:lnTo>
                  <a:lnTo>
                    <a:pt x="170687" y="236220"/>
                  </a:lnTo>
                  <a:lnTo>
                    <a:pt x="169163" y="239268"/>
                  </a:lnTo>
                  <a:lnTo>
                    <a:pt x="169163" y="1524"/>
                  </a:lnTo>
                  <a:lnTo>
                    <a:pt x="170687" y="3048"/>
                  </a:lnTo>
                  <a:lnTo>
                    <a:pt x="3048" y="3048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" name="Google Shape;324;p29"/>
          <p:cNvSpPr/>
          <p:nvPr/>
        </p:nvSpPr>
        <p:spPr>
          <a:xfrm>
            <a:off x="6028688" y="1484458"/>
            <a:ext cx="32491" cy="125799"/>
          </a:xfrm>
          <a:custGeom>
            <a:rect b="b" l="l" r="r" t="t"/>
            <a:pathLst>
              <a:path extrusionOk="0" h="306832" w="79248">
                <a:moveTo>
                  <a:pt x="0" y="0"/>
                </a:moveTo>
                <a:lnTo>
                  <a:pt x="79248" y="0"/>
                </a:lnTo>
                <a:lnTo>
                  <a:pt x="79248" y="306832"/>
                </a:lnTo>
                <a:lnTo>
                  <a:pt x="0" y="30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5" name="Google Shape;325;p29"/>
          <p:cNvGrpSpPr/>
          <p:nvPr/>
        </p:nvGrpSpPr>
        <p:grpSpPr>
          <a:xfrm>
            <a:off x="5992029" y="1544440"/>
            <a:ext cx="107470" cy="149957"/>
            <a:chOff x="63500" y="63500"/>
            <a:chExt cx="196596" cy="274320"/>
          </a:xfrm>
        </p:grpSpPr>
        <p:sp>
          <p:nvSpPr>
            <p:cNvPr id="326" name="Google Shape;326;p29"/>
            <p:cNvSpPr/>
            <p:nvPr/>
          </p:nvSpPr>
          <p:spPr>
            <a:xfrm>
              <a:off x="69596" y="69596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327" name="Google Shape;327;p29"/>
            <p:cNvSpPr/>
            <p:nvPr/>
          </p:nvSpPr>
          <p:spPr>
            <a:xfrm>
              <a:off x="63500" y="63500"/>
              <a:ext cx="196596" cy="274320"/>
            </a:xfrm>
            <a:custGeom>
              <a:rect b="b" l="l" r="r" t="t"/>
              <a:pathLst>
                <a:path extrusionOk="0" h="274320" w="1965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3048"/>
                    <a:pt x="196596" y="6096"/>
                  </a:cubicBezTo>
                  <a:lnTo>
                    <a:pt x="196596" y="140208"/>
                  </a:lnTo>
                  <a:cubicBezTo>
                    <a:pt x="196596" y="143256"/>
                    <a:pt x="193548" y="144780"/>
                    <a:pt x="190500" y="144780"/>
                  </a:cubicBezTo>
                  <a:lnTo>
                    <a:pt x="6096" y="144780"/>
                  </a:lnTo>
                  <a:cubicBezTo>
                    <a:pt x="3048" y="144780"/>
                    <a:pt x="0" y="143256"/>
                    <a:pt x="0" y="140208"/>
                  </a:cubicBezTo>
                  <a:close/>
                  <a:moveTo>
                    <a:pt x="12192" y="274320"/>
                  </a:moveTo>
                  <a:lnTo>
                    <a:pt x="6096" y="268224"/>
                  </a:lnTo>
                  <a:lnTo>
                    <a:pt x="190500" y="268224"/>
                  </a:lnTo>
                  <a:lnTo>
                    <a:pt x="185928" y="274320"/>
                  </a:lnTo>
                  <a:lnTo>
                    <a:pt x="185928" y="6096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2192" y="609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8" name="Google Shape;328;p29"/>
          <p:cNvSpPr/>
          <p:nvPr/>
        </p:nvSpPr>
        <p:spPr>
          <a:xfrm>
            <a:off x="6023689" y="1614422"/>
            <a:ext cx="37489" cy="123300"/>
          </a:xfrm>
          <a:custGeom>
            <a:rect b="b" l="l" r="r" t="t"/>
            <a:pathLst>
              <a:path extrusionOk="0" h="300736" w="91440">
                <a:moveTo>
                  <a:pt x="0" y="0"/>
                </a:moveTo>
                <a:lnTo>
                  <a:pt x="91440" y="0"/>
                </a:lnTo>
                <a:lnTo>
                  <a:pt x="91440" y="300736"/>
                </a:lnTo>
                <a:lnTo>
                  <a:pt x="0" y="30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29"/>
          <p:cNvSpPr/>
          <p:nvPr/>
        </p:nvSpPr>
        <p:spPr>
          <a:xfrm>
            <a:off x="6028688" y="1805204"/>
            <a:ext cx="32491" cy="257429"/>
          </a:xfrm>
          <a:custGeom>
            <a:rect b="b" l="l" r="r" t="t"/>
            <a:pathLst>
              <a:path extrusionOk="0" h="627888" w="79248">
                <a:moveTo>
                  <a:pt x="0" y="0"/>
                </a:moveTo>
                <a:lnTo>
                  <a:pt x="79248" y="0"/>
                </a:lnTo>
                <a:lnTo>
                  <a:pt x="79248" y="627888"/>
                </a:lnTo>
                <a:lnTo>
                  <a:pt x="0" y="627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0" name="Google Shape;330;p29"/>
          <p:cNvGrpSpPr/>
          <p:nvPr/>
        </p:nvGrpSpPr>
        <p:grpSpPr>
          <a:xfrm>
            <a:off x="5992029" y="1889345"/>
            <a:ext cx="107470" cy="149957"/>
            <a:chOff x="63500" y="63500"/>
            <a:chExt cx="196596" cy="274320"/>
          </a:xfrm>
        </p:grpSpPr>
        <p:sp>
          <p:nvSpPr>
            <p:cNvPr id="331" name="Google Shape;331;p29"/>
            <p:cNvSpPr/>
            <p:nvPr/>
          </p:nvSpPr>
          <p:spPr>
            <a:xfrm>
              <a:off x="69596" y="69596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32" name="Google Shape;332;p29"/>
            <p:cNvSpPr/>
            <p:nvPr/>
          </p:nvSpPr>
          <p:spPr>
            <a:xfrm>
              <a:off x="63500" y="63500"/>
              <a:ext cx="196596" cy="274320"/>
            </a:xfrm>
            <a:custGeom>
              <a:rect b="b" l="l" r="r" t="t"/>
              <a:pathLst>
                <a:path extrusionOk="0" h="274320" w="1965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3048"/>
                    <a:pt x="196596" y="6096"/>
                  </a:cubicBezTo>
                  <a:lnTo>
                    <a:pt x="196596" y="140208"/>
                  </a:lnTo>
                  <a:cubicBezTo>
                    <a:pt x="196596" y="143256"/>
                    <a:pt x="193548" y="144780"/>
                    <a:pt x="190500" y="144780"/>
                  </a:cubicBezTo>
                  <a:lnTo>
                    <a:pt x="6096" y="144780"/>
                  </a:lnTo>
                  <a:cubicBezTo>
                    <a:pt x="3048" y="144780"/>
                    <a:pt x="0" y="143256"/>
                    <a:pt x="0" y="140208"/>
                  </a:cubicBezTo>
                  <a:close/>
                  <a:moveTo>
                    <a:pt x="12192" y="274320"/>
                  </a:moveTo>
                  <a:lnTo>
                    <a:pt x="6096" y="268224"/>
                  </a:lnTo>
                  <a:lnTo>
                    <a:pt x="190500" y="268224"/>
                  </a:lnTo>
                  <a:lnTo>
                    <a:pt x="185928" y="274320"/>
                  </a:lnTo>
                  <a:lnTo>
                    <a:pt x="185928" y="6096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2192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" name="Google Shape;333;p29"/>
          <p:cNvSpPr/>
          <p:nvPr/>
        </p:nvSpPr>
        <p:spPr>
          <a:xfrm>
            <a:off x="5664621" y="2007649"/>
            <a:ext cx="662319" cy="143294"/>
          </a:xfrm>
          <a:custGeom>
            <a:rect b="b" l="l" r="r" t="t"/>
            <a:pathLst>
              <a:path extrusionOk="0" h="349504" w="1615440">
                <a:moveTo>
                  <a:pt x="0" y="0"/>
                </a:moveTo>
                <a:lnTo>
                  <a:pt x="1615440" y="0"/>
                </a:lnTo>
                <a:lnTo>
                  <a:pt x="1615440" y="349504"/>
                </a:lnTo>
                <a:lnTo>
                  <a:pt x="0" y="349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4" name="Google Shape;334;p29"/>
          <p:cNvGrpSpPr/>
          <p:nvPr/>
        </p:nvGrpSpPr>
        <p:grpSpPr>
          <a:xfrm>
            <a:off x="6008691" y="1715226"/>
            <a:ext cx="69980" cy="104970"/>
            <a:chOff x="63500" y="63500"/>
            <a:chExt cx="128016" cy="192024"/>
          </a:xfrm>
        </p:grpSpPr>
        <p:sp>
          <p:nvSpPr>
            <p:cNvPr id="335" name="Google Shape;335;p29"/>
            <p:cNvSpPr/>
            <p:nvPr/>
          </p:nvSpPr>
          <p:spPr>
            <a:xfrm>
              <a:off x="63500" y="63500"/>
              <a:ext cx="128016" cy="117348"/>
            </a:xfrm>
            <a:custGeom>
              <a:rect b="b" l="l" r="r" t="t"/>
              <a:pathLst>
                <a:path extrusionOk="0" h="117348" w="128016">
                  <a:moveTo>
                    <a:pt x="0" y="57912"/>
                  </a:moveTo>
                  <a:lnTo>
                    <a:pt x="0" y="51816"/>
                  </a:lnTo>
                  <a:lnTo>
                    <a:pt x="1524" y="47244"/>
                  </a:lnTo>
                  <a:cubicBezTo>
                    <a:pt x="1524" y="45720"/>
                    <a:pt x="1524" y="45720"/>
                    <a:pt x="1524" y="45720"/>
                  </a:cubicBezTo>
                  <a:lnTo>
                    <a:pt x="4572" y="35052"/>
                  </a:lnTo>
                  <a:cubicBezTo>
                    <a:pt x="4572" y="35052"/>
                    <a:pt x="6096" y="35052"/>
                    <a:pt x="6096" y="35052"/>
                  </a:cubicBezTo>
                  <a:lnTo>
                    <a:pt x="10668" y="25908"/>
                  </a:lnTo>
                  <a:cubicBezTo>
                    <a:pt x="10668" y="25908"/>
                    <a:pt x="10668" y="24384"/>
                    <a:pt x="12192" y="24384"/>
                  </a:cubicBezTo>
                  <a:lnTo>
                    <a:pt x="18288" y="16764"/>
                  </a:lnTo>
                  <a:cubicBezTo>
                    <a:pt x="18288" y="16764"/>
                    <a:pt x="19812" y="16764"/>
                    <a:pt x="19812" y="16764"/>
                  </a:cubicBezTo>
                  <a:lnTo>
                    <a:pt x="27432" y="9144"/>
                  </a:lnTo>
                  <a:cubicBezTo>
                    <a:pt x="28956" y="9144"/>
                    <a:pt x="28956" y="9144"/>
                    <a:pt x="28956" y="9144"/>
                  </a:cubicBezTo>
                  <a:lnTo>
                    <a:pt x="38100" y="4572"/>
                  </a:lnTo>
                  <a:cubicBezTo>
                    <a:pt x="39624" y="4572"/>
                    <a:pt x="39624" y="4572"/>
                    <a:pt x="39624" y="4572"/>
                  </a:cubicBezTo>
                  <a:lnTo>
                    <a:pt x="50292" y="0"/>
                  </a:lnTo>
                  <a:cubicBezTo>
                    <a:pt x="50292" y="0"/>
                    <a:pt x="51816" y="0"/>
                    <a:pt x="51816" y="0"/>
                  </a:cubicBezTo>
                  <a:lnTo>
                    <a:pt x="64008" y="0"/>
                  </a:lnTo>
                  <a:lnTo>
                    <a:pt x="76200" y="0"/>
                  </a:lnTo>
                  <a:cubicBezTo>
                    <a:pt x="76200" y="0"/>
                    <a:pt x="76200" y="0"/>
                    <a:pt x="77724" y="0"/>
                  </a:cubicBezTo>
                  <a:lnTo>
                    <a:pt x="88392" y="4572"/>
                  </a:lnTo>
                  <a:lnTo>
                    <a:pt x="99060" y="9144"/>
                  </a:lnTo>
                  <a:lnTo>
                    <a:pt x="108204" y="16764"/>
                  </a:lnTo>
                  <a:lnTo>
                    <a:pt x="115824" y="24384"/>
                  </a:lnTo>
                  <a:cubicBezTo>
                    <a:pt x="115824" y="24384"/>
                    <a:pt x="115824" y="25908"/>
                    <a:pt x="117348" y="25908"/>
                  </a:cubicBezTo>
                  <a:lnTo>
                    <a:pt x="121920" y="35052"/>
                  </a:lnTo>
                  <a:lnTo>
                    <a:pt x="126492" y="45720"/>
                  </a:lnTo>
                  <a:cubicBezTo>
                    <a:pt x="126492" y="45720"/>
                    <a:pt x="126492" y="45720"/>
                    <a:pt x="126492" y="47244"/>
                  </a:cubicBezTo>
                  <a:lnTo>
                    <a:pt x="126492" y="51816"/>
                  </a:lnTo>
                  <a:lnTo>
                    <a:pt x="128016" y="57912"/>
                  </a:lnTo>
                  <a:lnTo>
                    <a:pt x="126492" y="64008"/>
                  </a:lnTo>
                  <a:lnTo>
                    <a:pt x="126492" y="70104"/>
                  </a:lnTo>
                  <a:lnTo>
                    <a:pt x="121920" y="80772"/>
                  </a:lnTo>
                  <a:cubicBezTo>
                    <a:pt x="121920" y="80772"/>
                    <a:pt x="121920" y="80772"/>
                    <a:pt x="121920" y="82296"/>
                  </a:cubicBezTo>
                  <a:lnTo>
                    <a:pt x="117348" y="91440"/>
                  </a:lnTo>
                  <a:cubicBezTo>
                    <a:pt x="115824" y="91440"/>
                    <a:pt x="115824" y="91440"/>
                    <a:pt x="115824" y="91440"/>
                  </a:cubicBezTo>
                  <a:lnTo>
                    <a:pt x="108204" y="99060"/>
                  </a:lnTo>
                  <a:cubicBezTo>
                    <a:pt x="108204" y="99060"/>
                    <a:pt x="108204" y="100584"/>
                    <a:pt x="108204" y="100584"/>
                  </a:cubicBezTo>
                  <a:lnTo>
                    <a:pt x="99060" y="106680"/>
                  </a:lnTo>
                  <a:lnTo>
                    <a:pt x="88392" y="112776"/>
                  </a:lnTo>
                  <a:lnTo>
                    <a:pt x="77724" y="115824"/>
                  </a:lnTo>
                  <a:cubicBezTo>
                    <a:pt x="76200" y="115824"/>
                    <a:pt x="76200" y="115824"/>
                    <a:pt x="76200" y="115824"/>
                  </a:cubicBezTo>
                  <a:lnTo>
                    <a:pt x="64008" y="117348"/>
                  </a:lnTo>
                  <a:lnTo>
                    <a:pt x="51816" y="115824"/>
                  </a:lnTo>
                  <a:cubicBezTo>
                    <a:pt x="51816" y="115824"/>
                    <a:pt x="50292" y="115824"/>
                    <a:pt x="50292" y="115824"/>
                  </a:cubicBezTo>
                  <a:lnTo>
                    <a:pt x="39624" y="112776"/>
                  </a:lnTo>
                  <a:cubicBezTo>
                    <a:pt x="39624" y="112776"/>
                    <a:pt x="39624" y="112776"/>
                    <a:pt x="38100" y="112776"/>
                  </a:cubicBezTo>
                  <a:lnTo>
                    <a:pt x="28956" y="106680"/>
                  </a:lnTo>
                  <a:cubicBezTo>
                    <a:pt x="28956" y="106680"/>
                    <a:pt x="28956" y="106680"/>
                    <a:pt x="27432" y="106680"/>
                  </a:cubicBezTo>
                  <a:lnTo>
                    <a:pt x="19812" y="100584"/>
                  </a:lnTo>
                  <a:cubicBezTo>
                    <a:pt x="19812" y="100584"/>
                    <a:pt x="18288" y="99060"/>
                    <a:pt x="18288" y="99060"/>
                  </a:cubicBezTo>
                  <a:lnTo>
                    <a:pt x="12192" y="91440"/>
                  </a:lnTo>
                  <a:cubicBezTo>
                    <a:pt x="10668" y="91440"/>
                    <a:pt x="10668" y="91440"/>
                    <a:pt x="10668" y="91440"/>
                  </a:cubicBezTo>
                  <a:lnTo>
                    <a:pt x="6096" y="82296"/>
                  </a:lnTo>
                  <a:cubicBezTo>
                    <a:pt x="6096" y="80772"/>
                    <a:pt x="4572" y="80772"/>
                    <a:pt x="4572" y="80772"/>
                  </a:cubicBezTo>
                  <a:lnTo>
                    <a:pt x="1524" y="70104"/>
                  </a:lnTo>
                  <a:lnTo>
                    <a:pt x="0" y="64008"/>
                  </a:lnTo>
                  <a:close/>
                  <a:moveTo>
                    <a:pt x="10668" y="68580"/>
                  </a:moveTo>
                  <a:lnTo>
                    <a:pt x="12192" y="74676"/>
                  </a:lnTo>
                  <a:lnTo>
                    <a:pt x="12192" y="73152"/>
                  </a:lnTo>
                  <a:lnTo>
                    <a:pt x="15240" y="83820"/>
                  </a:lnTo>
                  <a:lnTo>
                    <a:pt x="15240" y="76200"/>
                  </a:lnTo>
                  <a:lnTo>
                    <a:pt x="19812" y="85344"/>
                  </a:lnTo>
                  <a:lnTo>
                    <a:pt x="19812" y="83820"/>
                  </a:lnTo>
                  <a:lnTo>
                    <a:pt x="27432" y="91440"/>
                  </a:lnTo>
                  <a:lnTo>
                    <a:pt x="25908" y="91440"/>
                  </a:lnTo>
                  <a:lnTo>
                    <a:pt x="35052" y="97536"/>
                  </a:lnTo>
                  <a:lnTo>
                    <a:pt x="33528" y="97536"/>
                  </a:lnTo>
                  <a:lnTo>
                    <a:pt x="44196" y="102108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51816" y="105156"/>
                  </a:lnTo>
                  <a:lnTo>
                    <a:pt x="64008" y="106680"/>
                  </a:lnTo>
                  <a:lnTo>
                    <a:pt x="74676" y="105156"/>
                  </a:lnTo>
                  <a:lnTo>
                    <a:pt x="85344" y="102108"/>
                  </a:lnTo>
                  <a:lnTo>
                    <a:pt x="83820" y="102108"/>
                  </a:lnTo>
                  <a:lnTo>
                    <a:pt x="94488" y="97536"/>
                  </a:lnTo>
                  <a:lnTo>
                    <a:pt x="92964" y="97536"/>
                  </a:lnTo>
                  <a:lnTo>
                    <a:pt x="102108" y="91440"/>
                  </a:lnTo>
                  <a:lnTo>
                    <a:pt x="100584" y="91440"/>
                  </a:lnTo>
                  <a:lnTo>
                    <a:pt x="108204" y="83820"/>
                  </a:lnTo>
                  <a:lnTo>
                    <a:pt x="106680" y="85344"/>
                  </a:lnTo>
                  <a:lnTo>
                    <a:pt x="112776" y="76200"/>
                  </a:lnTo>
                  <a:lnTo>
                    <a:pt x="112776" y="77724"/>
                  </a:lnTo>
                  <a:lnTo>
                    <a:pt x="115824" y="67056"/>
                  </a:lnTo>
                  <a:lnTo>
                    <a:pt x="115824" y="68580"/>
                  </a:lnTo>
                  <a:lnTo>
                    <a:pt x="115824" y="64008"/>
                  </a:lnTo>
                  <a:lnTo>
                    <a:pt x="115824" y="57912"/>
                  </a:lnTo>
                  <a:lnTo>
                    <a:pt x="115824" y="53340"/>
                  </a:lnTo>
                  <a:lnTo>
                    <a:pt x="115824" y="48768"/>
                  </a:lnTo>
                  <a:lnTo>
                    <a:pt x="112776" y="39624"/>
                  </a:lnTo>
                  <a:lnTo>
                    <a:pt x="106680" y="30480"/>
                  </a:lnTo>
                  <a:lnTo>
                    <a:pt x="108204" y="32004"/>
                  </a:lnTo>
                  <a:lnTo>
                    <a:pt x="100584" y="24384"/>
                  </a:lnTo>
                  <a:lnTo>
                    <a:pt x="102108" y="24384"/>
                  </a:lnTo>
                  <a:lnTo>
                    <a:pt x="92964" y="18288"/>
                  </a:lnTo>
                  <a:lnTo>
                    <a:pt x="94488" y="18288"/>
                  </a:lnTo>
                  <a:lnTo>
                    <a:pt x="83820" y="13716"/>
                  </a:lnTo>
                  <a:lnTo>
                    <a:pt x="85344" y="13716"/>
                  </a:lnTo>
                  <a:lnTo>
                    <a:pt x="74676" y="10668"/>
                  </a:lnTo>
                  <a:lnTo>
                    <a:pt x="64008" y="10668"/>
                  </a:lnTo>
                  <a:lnTo>
                    <a:pt x="51816" y="10668"/>
                  </a:lnTo>
                  <a:lnTo>
                    <a:pt x="53340" y="10668"/>
                  </a:lnTo>
                  <a:lnTo>
                    <a:pt x="42672" y="13716"/>
                  </a:lnTo>
                  <a:lnTo>
                    <a:pt x="44196" y="13716"/>
                  </a:lnTo>
                  <a:lnTo>
                    <a:pt x="33528" y="18288"/>
                  </a:lnTo>
                  <a:lnTo>
                    <a:pt x="35052" y="18288"/>
                  </a:lnTo>
                  <a:lnTo>
                    <a:pt x="25908" y="24384"/>
                  </a:lnTo>
                  <a:lnTo>
                    <a:pt x="27432" y="24384"/>
                  </a:lnTo>
                  <a:lnTo>
                    <a:pt x="19812" y="32004"/>
                  </a:lnTo>
                  <a:lnTo>
                    <a:pt x="19812" y="30480"/>
                  </a:lnTo>
                  <a:lnTo>
                    <a:pt x="15240" y="39624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9"/>
            <p:cNvSpPr/>
            <p:nvPr/>
          </p:nvSpPr>
          <p:spPr>
            <a:xfrm>
              <a:off x="63500" y="138176"/>
              <a:ext cx="128016" cy="117348"/>
            </a:xfrm>
            <a:custGeom>
              <a:rect b="b" l="l" r="r" t="t"/>
              <a:pathLst>
                <a:path extrusionOk="0" h="117348" w="128016">
                  <a:moveTo>
                    <a:pt x="0" y="59436"/>
                  </a:moveTo>
                  <a:lnTo>
                    <a:pt x="0" y="53340"/>
                  </a:lnTo>
                  <a:lnTo>
                    <a:pt x="1524" y="47244"/>
                  </a:lnTo>
                  <a:cubicBezTo>
                    <a:pt x="1524" y="47244"/>
                    <a:pt x="1524" y="45720"/>
                    <a:pt x="1524" y="45720"/>
                  </a:cubicBezTo>
                  <a:lnTo>
                    <a:pt x="4572" y="36576"/>
                  </a:lnTo>
                  <a:cubicBezTo>
                    <a:pt x="4572" y="35052"/>
                    <a:pt x="6096" y="35052"/>
                    <a:pt x="6096" y="35052"/>
                  </a:cubicBezTo>
                  <a:lnTo>
                    <a:pt x="10668" y="25908"/>
                  </a:lnTo>
                  <a:cubicBezTo>
                    <a:pt x="10668" y="25908"/>
                    <a:pt x="10668" y="25908"/>
                    <a:pt x="12192" y="24384"/>
                  </a:cubicBezTo>
                  <a:lnTo>
                    <a:pt x="18288" y="16764"/>
                  </a:lnTo>
                  <a:cubicBezTo>
                    <a:pt x="18288" y="16764"/>
                    <a:pt x="19812" y="16764"/>
                    <a:pt x="19812" y="16764"/>
                  </a:cubicBezTo>
                  <a:lnTo>
                    <a:pt x="27432" y="9144"/>
                  </a:lnTo>
                  <a:cubicBezTo>
                    <a:pt x="28956" y="9144"/>
                    <a:pt x="28956" y="9144"/>
                    <a:pt x="28956" y="9144"/>
                  </a:cubicBezTo>
                  <a:lnTo>
                    <a:pt x="38100" y="4572"/>
                  </a:lnTo>
                  <a:cubicBezTo>
                    <a:pt x="39624" y="4572"/>
                    <a:pt x="39624" y="4572"/>
                    <a:pt x="39624" y="4572"/>
                  </a:cubicBezTo>
                  <a:lnTo>
                    <a:pt x="50292" y="1524"/>
                  </a:lnTo>
                  <a:cubicBezTo>
                    <a:pt x="50292" y="1524"/>
                    <a:pt x="51816" y="1524"/>
                    <a:pt x="51816" y="1524"/>
                  </a:cubicBezTo>
                  <a:lnTo>
                    <a:pt x="64008" y="0"/>
                  </a:lnTo>
                  <a:lnTo>
                    <a:pt x="76200" y="1524"/>
                  </a:lnTo>
                  <a:cubicBezTo>
                    <a:pt x="76200" y="1524"/>
                    <a:pt x="76200" y="1524"/>
                    <a:pt x="77724" y="1524"/>
                  </a:cubicBezTo>
                  <a:lnTo>
                    <a:pt x="88392" y="4572"/>
                  </a:lnTo>
                  <a:lnTo>
                    <a:pt x="99060" y="9144"/>
                  </a:lnTo>
                  <a:lnTo>
                    <a:pt x="108204" y="16764"/>
                  </a:lnTo>
                  <a:lnTo>
                    <a:pt x="115824" y="24384"/>
                  </a:lnTo>
                  <a:cubicBezTo>
                    <a:pt x="115824" y="25908"/>
                    <a:pt x="115824" y="25908"/>
                    <a:pt x="117348" y="25908"/>
                  </a:cubicBezTo>
                  <a:lnTo>
                    <a:pt x="121920" y="35052"/>
                  </a:lnTo>
                  <a:cubicBezTo>
                    <a:pt x="121920" y="35052"/>
                    <a:pt x="121920" y="35052"/>
                    <a:pt x="121920" y="36576"/>
                  </a:cubicBezTo>
                  <a:lnTo>
                    <a:pt x="126492" y="45720"/>
                  </a:lnTo>
                  <a:cubicBezTo>
                    <a:pt x="126492" y="45720"/>
                    <a:pt x="126492" y="47244"/>
                    <a:pt x="126492" y="47244"/>
                  </a:cubicBezTo>
                  <a:lnTo>
                    <a:pt x="126492" y="51816"/>
                  </a:lnTo>
                  <a:lnTo>
                    <a:pt x="128016" y="57912"/>
                  </a:lnTo>
                  <a:lnTo>
                    <a:pt x="126492" y="64008"/>
                  </a:lnTo>
                  <a:lnTo>
                    <a:pt x="126492" y="70104"/>
                  </a:lnTo>
                  <a:cubicBezTo>
                    <a:pt x="126492" y="70104"/>
                    <a:pt x="126492" y="70104"/>
                    <a:pt x="126492" y="71628"/>
                  </a:cubicBezTo>
                  <a:lnTo>
                    <a:pt x="121920" y="80772"/>
                  </a:lnTo>
                  <a:cubicBezTo>
                    <a:pt x="121920" y="80772"/>
                    <a:pt x="121920" y="82296"/>
                    <a:pt x="121920" y="82296"/>
                  </a:cubicBezTo>
                  <a:lnTo>
                    <a:pt x="117348" y="91440"/>
                  </a:lnTo>
                  <a:cubicBezTo>
                    <a:pt x="115824" y="91440"/>
                    <a:pt x="115824" y="91440"/>
                    <a:pt x="115824" y="91440"/>
                  </a:cubicBezTo>
                  <a:lnTo>
                    <a:pt x="108204" y="99060"/>
                  </a:lnTo>
                  <a:cubicBezTo>
                    <a:pt x="108204" y="100584"/>
                    <a:pt x="108204" y="100584"/>
                    <a:pt x="108204" y="100584"/>
                  </a:cubicBezTo>
                  <a:lnTo>
                    <a:pt x="99060" y="106680"/>
                  </a:lnTo>
                  <a:cubicBezTo>
                    <a:pt x="99060" y="106680"/>
                    <a:pt x="99060" y="106680"/>
                    <a:pt x="99060" y="108204"/>
                  </a:cubicBezTo>
                  <a:lnTo>
                    <a:pt x="88392" y="112776"/>
                  </a:lnTo>
                  <a:lnTo>
                    <a:pt x="77724" y="115824"/>
                  </a:lnTo>
                  <a:cubicBezTo>
                    <a:pt x="76200" y="115824"/>
                    <a:pt x="76200" y="115824"/>
                    <a:pt x="76200" y="115824"/>
                  </a:cubicBezTo>
                  <a:lnTo>
                    <a:pt x="64008" y="117348"/>
                  </a:lnTo>
                  <a:lnTo>
                    <a:pt x="51816" y="115824"/>
                  </a:lnTo>
                  <a:cubicBezTo>
                    <a:pt x="51816" y="115824"/>
                    <a:pt x="50292" y="115824"/>
                    <a:pt x="50292" y="115824"/>
                  </a:cubicBezTo>
                  <a:lnTo>
                    <a:pt x="39624" y="112776"/>
                  </a:lnTo>
                  <a:cubicBezTo>
                    <a:pt x="39624" y="112776"/>
                    <a:pt x="39624" y="112776"/>
                    <a:pt x="38100" y="112776"/>
                  </a:cubicBezTo>
                  <a:lnTo>
                    <a:pt x="28956" y="108204"/>
                  </a:lnTo>
                  <a:cubicBezTo>
                    <a:pt x="28956" y="106680"/>
                    <a:pt x="28956" y="106680"/>
                    <a:pt x="27432" y="106680"/>
                  </a:cubicBezTo>
                  <a:lnTo>
                    <a:pt x="19812" y="100584"/>
                  </a:lnTo>
                  <a:cubicBezTo>
                    <a:pt x="19812" y="100584"/>
                    <a:pt x="18288" y="100584"/>
                    <a:pt x="18288" y="99060"/>
                  </a:cubicBezTo>
                  <a:lnTo>
                    <a:pt x="12192" y="91440"/>
                  </a:lnTo>
                  <a:cubicBezTo>
                    <a:pt x="10668" y="91440"/>
                    <a:pt x="10668" y="91440"/>
                    <a:pt x="10668" y="91440"/>
                  </a:cubicBezTo>
                  <a:lnTo>
                    <a:pt x="6096" y="82296"/>
                  </a:lnTo>
                  <a:cubicBezTo>
                    <a:pt x="6096" y="82296"/>
                    <a:pt x="4572" y="80772"/>
                    <a:pt x="4572" y="80772"/>
                  </a:cubicBezTo>
                  <a:lnTo>
                    <a:pt x="1524" y="71628"/>
                  </a:lnTo>
                  <a:cubicBezTo>
                    <a:pt x="1524" y="70104"/>
                    <a:pt x="1524" y="70104"/>
                    <a:pt x="1524" y="70104"/>
                  </a:cubicBezTo>
                  <a:lnTo>
                    <a:pt x="0" y="64008"/>
                  </a:lnTo>
                  <a:close/>
                  <a:moveTo>
                    <a:pt x="10668" y="67056"/>
                  </a:moveTo>
                  <a:lnTo>
                    <a:pt x="12192" y="73152"/>
                  </a:lnTo>
                  <a:lnTo>
                    <a:pt x="12192" y="71628"/>
                  </a:lnTo>
                  <a:lnTo>
                    <a:pt x="15240" y="77724"/>
                  </a:lnTo>
                  <a:lnTo>
                    <a:pt x="15240" y="76200"/>
                  </a:lnTo>
                  <a:lnTo>
                    <a:pt x="19812" y="85344"/>
                  </a:lnTo>
                  <a:lnTo>
                    <a:pt x="19812" y="83820"/>
                  </a:lnTo>
                  <a:lnTo>
                    <a:pt x="27432" y="92964"/>
                  </a:lnTo>
                  <a:lnTo>
                    <a:pt x="25908" y="91440"/>
                  </a:lnTo>
                  <a:lnTo>
                    <a:pt x="35052" y="97536"/>
                  </a:lnTo>
                  <a:lnTo>
                    <a:pt x="33528" y="97536"/>
                  </a:lnTo>
                  <a:lnTo>
                    <a:pt x="44196" y="102108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51816" y="105156"/>
                  </a:lnTo>
                  <a:lnTo>
                    <a:pt x="64008" y="106680"/>
                  </a:lnTo>
                  <a:lnTo>
                    <a:pt x="74676" y="105156"/>
                  </a:lnTo>
                  <a:lnTo>
                    <a:pt x="85344" y="102108"/>
                  </a:lnTo>
                  <a:lnTo>
                    <a:pt x="83820" y="102108"/>
                  </a:lnTo>
                  <a:lnTo>
                    <a:pt x="94488" y="97536"/>
                  </a:lnTo>
                  <a:lnTo>
                    <a:pt x="92964" y="97536"/>
                  </a:lnTo>
                  <a:lnTo>
                    <a:pt x="102108" y="91440"/>
                  </a:lnTo>
                  <a:lnTo>
                    <a:pt x="100584" y="92964"/>
                  </a:lnTo>
                  <a:lnTo>
                    <a:pt x="108204" y="83820"/>
                  </a:lnTo>
                  <a:lnTo>
                    <a:pt x="106680" y="85344"/>
                  </a:lnTo>
                  <a:lnTo>
                    <a:pt x="112776" y="76200"/>
                  </a:lnTo>
                  <a:lnTo>
                    <a:pt x="112776" y="77724"/>
                  </a:lnTo>
                  <a:lnTo>
                    <a:pt x="115824" y="67056"/>
                  </a:lnTo>
                  <a:lnTo>
                    <a:pt x="115824" y="68580"/>
                  </a:lnTo>
                  <a:lnTo>
                    <a:pt x="115824" y="64008"/>
                  </a:lnTo>
                  <a:lnTo>
                    <a:pt x="115824" y="59436"/>
                  </a:lnTo>
                  <a:lnTo>
                    <a:pt x="115824" y="53340"/>
                  </a:lnTo>
                  <a:lnTo>
                    <a:pt x="115824" y="48768"/>
                  </a:lnTo>
                  <a:lnTo>
                    <a:pt x="112776" y="39624"/>
                  </a:lnTo>
                  <a:lnTo>
                    <a:pt x="112776" y="41148"/>
                  </a:lnTo>
                  <a:lnTo>
                    <a:pt x="106680" y="32004"/>
                  </a:lnTo>
                  <a:lnTo>
                    <a:pt x="108204" y="32004"/>
                  </a:lnTo>
                  <a:lnTo>
                    <a:pt x="100584" y="24384"/>
                  </a:lnTo>
                  <a:lnTo>
                    <a:pt x="102108" y="24384"/>
                  </a:lnTo>
                  <a:lnTo>
                    <a:pt x="92964" y="18288"/>
                  </a:lnTo>
                  <a:lnTo>
                    <a:pt x="94488" y="19812"/>
                  </a:lnTo>
                  <a:lnTo>
                    <a:pt x="83820" y="13716"/>
                  </a:lnTo>
                  <a:lnTo>
                    <a:pt x="85344" y="15240"/>
                  </a:lnTo>
                  <a:lnTo>
                    <a:pt x="74676" y="12192"/>
                  </a:lnTo>
                  <a:lnTo>
                    <a:pt x="64008" y="10668"/>
                  </a:lnTo>
                  <a:lnTo>
                    <a:pt x="51816" y="12192"/>
                  </a:lnTo>
                  <a:lnTo>
                    <a:pt x="53340" y="12192"/>
                  </a:lnTo>
                  <a:lnTo>
                    <a:pt x="42672" y="15240"/>
                  </a:lnTo>
                  <a:lnTo>
                    <a:pt x="44196" y="13716"/>
                  </a:lnTo>
                  <a:lnTo>
                    <a:pt x="33528" y="19812"/>
                  </a:lnTo>
                  <a:lnTo>
                    <a:pt x="35052" y="18288"/>
                  </a:lnTo>
                  <a:lnTo>
                    <a:pt x="25908" y="24384"/>
                  </a:lnTo>
                  <a:lnTo>
                    <a:pt x="27432" y="24384"/>
                  </a:lnTo>
                  <a:lnTo>
                    <a:pt x="19812" y="32004"/>
                  </a:lnTo>
                  <a:lnTo>
                    <a:pt x="15240" y="41148"/>
                  </a:lnTo>
                  <a:lnTo>
                    <a:pt x="15240" y="39624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29"/>
          <p:cNvSpPr/>
          <p:nvPr/>
        </p:nvSpPr>
        <p:spPr>
          <a:xfrm>
            <a:off x="5857901" y="2034308"/>
            <a:ext cx="79978" cy="116635"/>
          </a:xfrm>
          <a:custGeom>
            <a:rect b="b" l="l" r="r" t="t"/>
            <a:pathLst>
              <a:path extrusionOk="0" h="284480" w="195072">
                <a:moveTo>
                  <a:pt x="0" y="0"/>
                </a:moveTo>
                <a:lnTo>
                  <a:pt x="195072" y="0"/>
                </a:lnTo>
                <a:lnTo>
                  <a:pt x="195072" y="284480"/>
                </a:lnTo>
                <a:lnTo>
                  <a:pt x="0" y="284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8" name="Google Shape;338;p29"/>
          <p:cNvGrpSpPr/>
          <p:nvPr/>
        </p:nvGrpSpPr>
        <p:grpSpPr>
          <a:xfrm>
            <a:off x="5998693" y="1896010"/>
            <a:ext cx="94140" cy="130796"/>
            <a:chOff x="63500" y="63500"/>
            <a:chExt cx="172212" cy="239268"/>
          </a:xfrm>
        </p:grpSpPr>
        <p:sp>
          <p:nvSpPr>
            <p:cNvPr id="339" name="Google Shape;339;p29"/>
            <p:cNvSpPr/>
            <p:nvPr/>
          </p:nvSpPr>
          <p:spPr>
            <a:xfrm>
              <a:off x="66548" y="65024"/>
              <a:ext cx="167640" cy="118872"/>
            </a:xfrm>
            <a:custGeom>
              <a:rect b="b" l="l" r="r" t="t"/>
              <a:pathLst>
                <a:path extrusionOk="0" h="118872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8872"/>
                  </a:lnTo>
                  <a:lnTo>
                    <a:pt x="0" y="11887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40" name="Google Shape;340;p29"/>
            <p:cNvSpPr/>
            <p:nvPr/>
          </p:nvSpPr>
          <p:spPr>
            <a:xfrm>
              <a:off x="63500" y="63500"/>
              <a:ext cx="172212" cy="239268"/>
            </a:xfrm>
            <a:custGeom>
              <a:rect b="b" l="l" r="r" t="t"/>
              <a:pathLst>
                <a:path extrusionOk="0" h="239268" w="172212">
                  <a:moveTo>
                    <a:pt x="0" y="1524"/>
                  </a:moveTo>
                  <a:cubicBezTo>
                    <a:pt x="0" y="0"/>
                    <a:pt x="1524" y="0"/>
                    <a:pt x="3048" y="0"/>
                  </a:cubicBezTo>
                  <a:lnTo>
                    <a:pt x="170688" y="0"/>
                  </a:lnTo>
                  <a:cubicBezTo>
                    <a:pt x="170688" y="0"/>
                    <a:pt x="172212" y="0"/>
                    <a:pt x="172212" y="1524"/>
                  </a:cubicBezTo>
                  <a:lnTo>
                    <a:pt x="172212" y="120396"/>
                  </a:lnTo>
                  <a:cubicBezTo>
                    <a:pt x="172212" y="120396"/>
                    <a:pt x="170688" y="121920"/>
                    <a:pt x="170688" y="121920"/>
                  </a:cubicBezTo>
                  <a:lnTo>
                    <a:pt x="3048" y="121920"/>
                  </a:lnTo>
                  <a:cubicBezTo>
                    <a:pt x="1524" y="121920"/>
                    <a:pt x="0" y="120396"/>
                    <a:pt x="0" y="120396"/>
                  </a:cubicBezTo>
                  <a:close/>
                  <a:moveTo>
                    <a:pt x="4572" y="239268"/>
                  </a:moveTo>
                  <a:lnTo>
                    <a:pt x="3048" y="236220"/>
                  </a:lnTo>
                  <a:lnTo>
                    <a:pt x="170688" y="236220"/>
                  </a:lnTo>
                  <a:lnTo>
                    <a:pt x="167640" y="239268"/>
                  </a:lnTo>
                  <a:lnTo>
                    <a:pt x="167640" y="1524"/>
                  </a:lnTo>
                  <a:lnTo>
                    <a:pt x="170688" y="3048"/>
                  </a:lnTo>
                  <a:lnTo>
                    <a:pt x="3048" y="3048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" name="Google Shape;341;p29"/>
          <p:cNvSpPr/>
          <p:nvPr/>
        </p:nvSpPr>
        <p:spPr>
          <a:xfrm>
            <a:off x="1818172" y="1484458"/>
            <a:ext cx="34990" cy="255764"/>
          </a:xfrm>
          <a:custGeom>
            <a:rect b="b" l="l" r="r" t="t"/>
            <a:pathLst>
              <a:path extrusionOk="0" h="623824" w="85344">
                <a:moveTo>
                  <a:pt x="0" y="0"/>
                </a:moveTo>
                <a:lnTo>
                  <a:pt x="85344" y="0"/>
                </a:lnTo>
                <a:lnTo>
                  <a:pt x="85344" y="623824"/>
                </a:lnTo>
                <a:lnTo>
                  <a:pt x="0" y="623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2" name="Google Shape;342;p29"/>
          <p:cNvGrpSpPr/>
          <p:nvPr/>
        </p:nvGrpSpPr>
        <p:grpSpPr>
          <a:xfrm>
            <a:off x="1784013" y="1893511"/>
            <a:ext cx="107470" cy="149957"/>
            <a:chOff x="63500" y="63500"/>
            <a:chExt cx="196596" cy="274320"/>
          </a:xfrm>
        </p:grpSpPr>
        <p:sp>
          <p:nvSpPr>
            <p:cNvPr id="343" name="Google Shape;343;p29"/>
            <p:cNvSpPr/>
            <p:nvPr/>
          </p:nvSpPr>
          <p:spPr>
            <a:xfrm>
              <a:off x="69596" y="69596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44" name="Google Shape;344;p29"/>
            <p:cNvSpPr/>
            <p:nvPr/>
          </p:nvSpPr>
          <p:spPr>
            <a:xfrm>
              <a:off x="63500" y="63500"/>
              <a:ext cx="196596" cy="274320"/>
            </a:xfrm>
            <a:custGeom>
              <a:rect b="b" l="l" r="r" t="t"/>
              <a:pathLst>
                <a:path extrusionOk="0" h="274320" w="1965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3048"/>
                    <a:pt x="196596" y="6096"/>
                  </a:cubicBezTo>
                  <a:lnTo>
                    <a:pt x="196596" y="140208"/>
                  </a:lnTo>
                  <a:cubicBezTo>
                    <a:pt x="196596" y="143256"/>
                    <a:pt x="193548" y="146304"/>
                    <a:pt x="190500" y="146304"/>
                  </a:cubicBezTo>
                  <a:lnTo>
                    <a:pt x="6096" y="146304"/>
                  </a:lnTo>
                  <a:cubicBezTo>
                    <a:pt x="3048" y="146304"/>
                    <a:pt x="0" y="143256"/>
                    <a:pt x="0" y="140208"/>
                  </a:cubicBezTo>
                  <a:close/>
                  <a:moveTo>
                    <a:pt x="10668" y="274321"/>
                  </a:moveTo>
                  <a:lnTo>
                    <a:pt x="6096" y="268225"/>
                  </a:lnTo>
                  <a:lnTo>
                    <a:pt x="190500" y="268225"/>
                  </a:lnTo>
                  <a:lnTo>
                    <a:pt x="184404" y="274321"/>
                  </a:lnTo>
                  <a:lnTo>
                    <a:pt x="184404" y="6096"/>
                  </a:lnTo>
                  <a:lnTo>
                    <a:pt x="190500" y="12192"/>
                  </a:lnTo>
                  <a:lnTo>
                    <a:pt x="6096" y="12192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" name="Google Shape;345;p29"/>
          <p:cNvGrpSpPr/>
          <p:nvPr/>
        </p:nvGrpSpPr>
        <p:grpSpPr>
          <a:xfrm>
            <a:off x="1784013" y="1546939"/>
            <a:ext cx="107470" cy="149124"/>
            <a:chOff x="63500" y="63500"/>
            <a:chExt cx="196596" cy="272796"/>
          </a:xfrm>
        </p:grpSpPr>
        <p:sp>
          <p:nvSpPr>
            <p:cNvPr id="346" name="Google Shape;346;p29"/>
            <p:cNvSpPr/>
            <p:nvPr/>
          </p:nvSpPr>
          <p:spPr>
            <a:xfrm>
              <a:off x="69596" y="68072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347" name="Google Shape;347;p29"/>
            <p:cNvSpPr/>
            <p:nvPr/>
          </p:nvSpPr>
          <p:spPr>
            <a:xfrm>
              <a:off x="63500" y="63500"/>
              <a:ext cx="196596" cy="272796"/>
            </a:xfrm>
            <a:custGeom>
              <a:rect b="b" l="l" r="r" t="t"/>
              <a:pathLst>
                <a:path extrusionOk="0" h="272796" w="19659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1524"/>
                    <a:pt x="196596" y="4572"/>
                  </a:cubicBezTo>
                  <a:lnTo>
                    <a:pt x="196596" y="138684"/>
                  </a:lnTo>
                  <a:cubicBezTo>
                    <a:pt x="196596" y="141732"/>
                    <a:pt x="193548" y="144780"/>
                    <a:pt x="190500" y="144780"/>
                  </a:cubicBezTo>
                  <a:lnTo>
                    <a:pt x="6096" y="144780"/>
                  </a:lnTo>
                  <a:cubicBezTo>
                    <a:pt x="3048" y="144780"/>
                    <a:pt x="0" y="141732"/>
                    <a:pt x="0" y="138684"/>
                  </a:cubicBezTo>
                  <a:close/>
                  <a:moveTo>
                    <a:pt x="10668" y="272796"/>
                  </a:moveTo>
                  <a:lnTo>
                    <a:pt x="6096" y="268224"/>
                  </a:lnTo>
                  <a:lnTo>
                    <a:pt x="190500" y="268224"/>
                  </a:lnTo>
                  <a:lnTo>
                    <a:pt x="184404" y="272796"/>
                  </a:lnTo>
                  <a:lnTo>
                    <a:pt x="184404" y="4572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29"/>
          <p:cNvGrpSpPr/>
          <p:nvPr/>
        </p:nvGrpSpPr>
        <p:grpSpPr>
          <a:xfrm>
            <a:off x="1800675" y="1719392"/>
            <a:ext cx="69147" cy="102471"/>
            <a:chOff x="63500" y="63500"/>
            <a:chExt cx="126492" cy="187452"/>
          </a:xfrm>
        </p:grpSpPr>
        <p:sp>
          <p:nvSpPr>
            <p:cNvPr id="349" name="Google Shape;349;p29"/>
            <p:cNvSpPr/>
            <p:nvPr/>
          </p:nvSpPr>
          <p:spPr>
            <a:xfrm>
              <a:off x="63500" y="63500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9436"/>
                  </a:moveTo>
                  <a:lnTo>
                    <a:pt x="0" y="53340"/>
                  </a:lnTo>
                  <a:lnTo>
                    <a:pt x="1524" y="47244"/>
                  </a:lnTo>
                  <a:cubicBezTo>
                    <a:pt x="1524" y="47244"/>
                    <a:pt x="1524" y="45720"/>
                    <a:pt x="1524" y="45720"/>
                  </a:cubicBezTo>
                  <a:lnTo>
                    <a:pt x="4572" y="36576"/>
                  </a:lnTo>
                  <a:cubicBezTo>
                    <a:pt x="4572" y="35052"/>
                    <a:pt x="4572" y="35052"/>
                    <a:pt x="4572" y="35052"/>
                  </a:cubicBezTo>
                  <a:lnTo>
                    <a:pt x="10668" y="25908"/>
                  </a:lnTo>
                  <a:cubicBezTo>
                    <a:pt x="10668" y="25908"/>
                    <a:pt x="10668" y="25908"/>
                    <a:pt x="10668" y="24384"/>
                  </a:cubicBezTo>
                  <a:lnTo>
                    <a:pt x="18288" y="16764"/>
                  </a:lnTo>
                  <a:lnTo>
                    <a:pt x="27432" y="9144"/>
                  </a:lnTo>
                  <a:cubicBezTo>
                    <a:pt x="27432" y="9144"/>
                    <a:pt x="27432" y="9144"/>
                    <a:pt x="28956" y="9144"/>
                  </a:cubicBezTo>
                  <a:lnTo>
                    <a:pt x="38100" y="4572"/>
                  </a:lnTo>
                  <a:cubicBezTo>
                    <a:pt x="38100" y="4572"/>
                    <a:pt x="38100" y="4572"/>
                    <a:pt x="39624" y="4572"/>
                  </a:cubicBezTo>
                  <a:lnTo>
                    <a:pt x="50292" y="1524"/>
                  </a:lnTo>
                  <a:lnTo>
                    <a:pt x="62484" y="0"/>
                  </a:lnTo>
                  <a:cubicBezTo>
                    <a:pt x="62484" y="0"/>
                    <a:pt x="64008" y="0"/>
                    <a:pt x="64008" y="0"/>
                  </a:cubicBezTo>
                  <a:lnTo>
                    <a:pt x="74676" y="1524"/>
                  </a:lnTo>
                  <a:cubicBezTo>
                    <a:pt x="76200" y="1524"/>
                    <a:pt x="76200" y="1524"/>
                    <a:pt x="76200" y="1524"/>
                  </a:cubicBezTo>
                  <a:lnTo>
                    <a:pt x="86868" y="4572"/>
                  </a:lnTo>
                  <a:cubicBezTo>
                    <a:pt x="86868" y="4572"/>
                    <a:pt x="88392" y="4572"/>
                    <a:pt x="88392" y="4572"/>
                  </a:cubicBezTo>
                  <a:lnTo>
                    <a:pt x="97536" y="9144"/>
                  </a:lnTo>
                  <a:cubicBezTo>
                    <a:pt x="99060" y="9144"/>
                    <a:pt x="99060" y="9144"/>
                    <a:pt x="99060" y="9144"/>
                  </a:cubicBezTo>
                  <a:lnTo>
                    <a:pt x="108204" y="16764"/>
                  </a:lnTo>
                  <a:lnTo>
                    <a:pt x="115824" y="24384"/>
                  </a:lnTo>
                  <a:cubicBezTo>
                    <a:pt x="115824" y="25908"/>
                    <a:pt x="115824" y="25908"/>
                    <a:pt x="115824" y="25908"/>
                  </a:cubicBezTo>
                  <a:lnTo>
                    <a:pt x="121920" y="35052"/>
                  </a:lnTo>
                  <a:cubicBezTo>
                    <a:pt x="121920" y="35052"/>
                    <a:pt x="121920" y="35052"/>
                    <a:pt x="121920" y="36576"/>
                  </a:cubicBezTo>
                  <a:lnTo>
                    <a:pt x="124968" y="45720"/>
                  </a:lnTo>
                  <a:cubicBezTo>
                    <a:pt x="124968" y="45720"/>
                    <a:pt x="124968" y="47244"/>
                    <a:pt x="124968" y="47244"/>
                  </a:cubicBezTo>
                  <a:lnTo>
                    <a:pt x="126492" y="51816"/>
                  </a:lnTo>
                  <a:lnTo>
                    <a:pt x="126492" y="57912"/>
                  </a:lnTo>
                  <a:lnTo>
                    <a:pt x="126492" y="64008"/>
                  </a:lnTo>
                  <a:lnTo>
                    <a:pt x="124968" y="70104"/>
                  </a:lnTo>
                  <a:cubicBezTo>
                    <a:pt x="124968" y="70104"/>
                    <a:pt x="124968" y="70104"/>
                    <a:pt x="124968" y="71628"/>
                  </a:cubicBezTo>
                  <a:lnTo>
                    <a:pt x="121920" y="80772"/>
                  </a:lnTo>
                  <a:cubicBezTo>
                    <a:pt x="121920" y="80772"/>
                    <a:pt x="121920" y="82296"/>
                    <a:pt x="121920" y="82296"/>
                  </a:cubicBezTo>
                  <a:lnTo>
                    <a:pt x="115824" y="91440"/>
                  </a:lnTo>
                  <a:lnTo>
                    <a:pt x="108204" y="99060"/>
                  </a:lnTo>
                  <a:cubicBezTo>
                    <a:pt x="108204" y="100584"/>
                    <a:pt x="108204" y="100584"/>
                    <a:pt x="108204" y="100584"/>
                  </a:cubicBezTo>
                  <a:lnTo>
                    <a:pt x="99060" y="106680"/>
                  </a:lnTo>
                  <a:cubicBezTo>
                    <a:pt x="99060" y="106680"/>
                    <a:pt x="99060" y="106680"/>
                    <a:pt x="97536" y="108204"/>
                  </a:cubicBezTo>
                  <a:lnTo>
                    <a:pt x="88392" y="112776"/>
                  </a:lnTo>
                  <a:cubicBezTo>
                    <a:pt x="88392" y="112776"/>
                    <a:pt x="86868" y="112776"/>
                    <a:pt x="86868" y="112776"/>
                  </a:cubicBezTo>
                  <a:lnTo>
                    <a:pt x="76200" y="115824"/>
                  </a:lnTo>
                  <a:cubicBezTo>
                    <a:pt x="76200" y="115824"/>
                    <a:pt x="76200" y="115824"/>
                    <a:pt x="74676" y="115824"/>
                  </a:cubicBezTo>
                  <a:lnTo>
                    <a:pt x="64008" y="117348"/>
                  </a:lnTo>
                  <a:cubicBezTo>
                    <a:pt x="64008" y="117348"/>
                    <a:pt x="62484" y="117348"/>
                    <a:pt x="62484" y="117348"/>
                  </a:cubicBezTo>
                  <a:lnTo>
                    <a:pt x="50292" y="115824"/>
                  </a:lnTo>
                  <a:lnTo>
                    <a:pt x="39624" y="112776"/>
                  </a:lnTo>
                  <a:cubicBezTo>
                    <a:pt x="38100" y="112776"/>
                    <a:pt x="38100" y="112776"/>
                    <a:pt x="38100" y="112776"/>
                  </a:cubicBezTo>
                  <a:lnTo>
                    <a:pt x="28956" y="108204"/>
                  </a:lnTo>
                  <a:cubicBezTo>
                    <a:pt x="27432" y="106680"/>
                    <a:pt x="27432" y="106680"/>
                    <a:pt x="27432" y="106680"/>
                  </a:cubicBezTo>
                  <a:lnTo>
                    <a:pt x="18288" y="100584"/>
                  </a:lnTo>
                  <a:cubicBezTo>
                    <a:pt x="18288" y="100584"/>
                    <a:pt x="18288" y="100584"/>
                    <a:pt x="18288" y="99060"/>
                  </a:cubicBezTo>
                  <a:lnTo>
                    <a:pt x="10668" y="91440"/>
                  </a:lnTo>
                  <a:lnTo>
                    <a:pt x="4572" y="82296"/>
                  </a:lnTo>
                  <a:cubicBezTo>
                    <a:pt x="4572" y="82296"/>
                    <a:pt x="4572" y="80772"/>
                    <a:pt x="4572" y="80772"/>
                  </a:cubicBezTo>
                  <a:lnTo>
                    <a:pt x="1524" y="71628"/>
                  </a:lnTo>
                  <a:cubicBezTo>
                    <a:pt x="1524" y="70104"/>
                    <a:pt x="1524" y="70104"/>
                    <a:pt x="1524" y="70104"/>
                  </a:cubicBezTo>
                  <a:lnTo>
                    <a:pt x="0" y="64008"/>
                  </a:lnTo>
                  <a:close/>
                  <a:moveTo>
                    <a:pt x="10668" y="67056"/>
                  </a:moveTo>
                  <a:lnTo>
                    <a:pt x="12192" y="73152"/>
                  </a:lnTo>
                  <a:lnTo>
                    <a:pt x="12192" y="71628"/>
                  </a:lnTo>
                  <a:lnTo>
                    <a:pt x="15240" y="82296"/>
                  </a:lnTo>
                  <a:lnTo>
                    <a:pt x="13716" y="76200"/>
                  </a:lnTo>
                  <a:lnTo>
                    <a:pt x="19812" y="85344"/>
                  </a:lnTo>
                  <a:lnTo>
                    <a:pt x="19812" y="83820"/>
                  </a:lnTo>
                  <a:lnTo>
                    <a:pt x="25908" y="92964"/>
                  </a:lnTo>
                  <a:lnTo>
                    <a:pt x="25908" y="91440"/>
                  </a:lnTo>
                  <a:lnTo>
                    <a:pt x="33528" y="97536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51816" y="105156"/>
                  </a:lnTo>
                  <a:lnTo>
                    <a:pt x="64008" y="106680"/>
                  </a:lnTo>
                  <a:lnTo>
                    <a:pt x="62484" y="106680"/>
                  </a:lnTo>
                  <a:lnTo>
                    <a:pt x="74676" y="105156"/>
                  </a:lnTo>
                  <a:lnTo>
                    <a:pt x="73152" y="105156"/>
                  </a:lnTo>
                  <a:lnTo>
                    <a:pt x="83820" y="102108"/>
                  </a:lnTo>
                  <a:lnTo>
                    <a:pt x="92964" y="97536"/>
                  </a:lnTo>
                  <a:lnTo>
                    <a:pt x="100584" y="91440"/>
                  </a:lnTo>
                  <a:lnTo>
                    <a:pt x="100584" y="92964"/>
                  </a:lnTo>
                  <a:lnTo>
                    <a:pt x="106680" y="83820"/>
                  </a:lnTo>
                  <a:lnTo>
                    <a:pt x="106680" y="85344"/>
                  </a:lnTo>
                  <a:lnTo>
                    <a:pt x="112776" y="76200"/>
                  </a:lnTo>
                  <a:lnTo>
                    <a:pt x="111252" y="77724"/>
                  </a:lnTo>
                  <a:lnTo>
                    <a:pt x="114300" y="67056"/>
                  </a:lnTo>
                  <a:lnTo>
                    <a:pt x="114300" y="68580"/>
                  </a:lnTo>
                  <a:lnTo>
                    <a:pt x="115824" y="64008"/>
                  </a:lnTo>
                  <a:lnTo>
                    <a:pt x="115824" y="59436"/>
                  </a:lnTo>
                  <a:lnTo>
                    <a:pt x="115824" y="53340"/>
                  </a:lnTo>
                  <a:lnTo>
                    <a:pt x="114300" y="48768"/>
                  </a:lnTo>
                  <a:lnTo>
                    <a:pt x="111252" y="39624"/>
                  </a:lnTo>
                  <a:lnTo>
                    <a:pt x="112776" y="41148"/>
                  </a:lnTo>
                  <a:lnTo>
                    <a:pt x="106680" y="32004"/>
                  </a:lnTo>
                  <a:lnTo>
                    <a:pt x="100584" y="24384"/>
                  </a:lnTo>
                  <a:lnTo>
                    <a:pt x="92964" y="18288"/>
                  </a:lnTo>
                  <a:lnTo>
                    <a:pt x="92964" y="19812"/>
                  </a:lnTo>
                  <a:lnTo>
                    <a:pt x="83820" y="13716"/>
                  </a:lnTo>
                  <a:lnTo>
                    <a:pt x="83820" y="15240"/>
                  </a:lnTo>
                  <a:lnTo>
                    <a:pt x="73152" y="12192"/>
                  </a:lnTo>
                  <a:lnTo>
                    <a:pt x="74676" y="12192"/>
                  </a:lnTo>
                  <a:lnTo>
                    <a:pt x="62484" y="10668"/>
                  </a:lnTo>
                  <a:lnTo>
                    <a:pt x="64008" y="10668"/>
                  </a:lnTo>
                  <a:lnTo>
                    <a:pt x="51816" y="12192"/>
                  </a:lnTo>
                  <a:lnTo>
                    <a:pt x="53340" y="12192"/>
                  </a:lnTo>
                  <a:lnTo>
                    <a:pt x="42672" y="15240"/>
                  </a:lnTo>
                  <a:lnTo>
                    <a:pt x="42672" y="13716"/>
                  </a:lnTo>
                  <a:lnTo>
                    <a:pt x="33528" y="19812"/>
                  </a:lnTo>
                  <a:lnTo>
                    <a:pt x="33528" y="18288"/>
                  </a:lnTo>
                  <a:lnTo>
                    <a:pt x="25908" y="25908"/>
                  </a:lnTo>
                  <a:lnTo>
                    <a:pt x="25908" y="24384"/>
                  </a:lnTo>
                  <a:lnTo>
                    <a:pt x="19812" y="32004"/>
                  </a:lnTo>
                  <a:lnTo>
                    <a:pt x="13716" y="41148"/>
                  </a:lnTo>
                  <a:lnTo>
                    <a:pt x="15240" y="39624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63500" y="133604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9436"/>
                  </a:moveTo>
                  <a:lnTo>
                    <a:pt x="0" y="53340"/>
                  </a:lnTo>
                  <a:lnTo>
                    <a:pt x="1524" y="47244"/>
                  </a:lnTo>
                  <a:lnTo>
                    <a:pt x="4572" y="36576"/>
                  </a:lnTo>
                  <a:lnTo>
                    <a:pt x="10668" y="27432"/>
                  </a:lnTo>
                  <a:cubicBezTo>
                    <a:pt x="10668" y="25908"/>
                    <a:pt x="10668" y="25908"/>
                    <a:pt x="10668" y="25908"/>
                  </a:cubicBezTo>
                  <a:lnTo>
                    <a:pt x="18288" y="18288"/>
                  </a:lnTo>
                  <a:cubicBezTo>
                    <a:pt x="18288" y="18288"/>
                    <a:pt x="18288" y="18288"/>
                    <a:pt x="18288" y="16764"/>
                  </a:cubicBezTo>
                  <a:lnTo>
                    <a:pt x="27432" y="10668"/>
                  </a:lnTo>
                  <a:cubicBezTo>
                    <a:pt x="27432" y="10668"/>
                    <a:pt x="27432" y="10668"/>
                    <a:pt x="28956" y="10668"/>
                  </a:cubicBezTo>
                  <a:lnTo>
                    <a:pt x="38100" y="6096"/>
                  </a:lnTo>
                  <a:cubicBezTo>
                    <a:pt x="38100" y="4572"/>
                    <a:pt x="38100" y="4572"/>
                    <a:pt x="39624" y="4572"/>
                  </a:cubicBezTo>
                  <a:lnTo>
                    <a:pt x="50292" y="1524"/>
                  </a:lnTo>
                  <a:lnTo>
                    <a:pt x="62484" y="0"/>
                  </a:lnTo>
                  <a:cubicBezTo>
                    <a:pt x="62484" y="0"/>
                    <a:pt x="64008" y="0"/>
                    <a:pt x="64008" y="0"/>
                  </a:cubicBezTo>
                  <a:lnTo>
                    <a:pt x="74676" y="1524"/>
                  </a:lnTo>
                  <a:cubicBezTo>
                    <a:pt x="76200" y="1524"/>
                    <a:pt x="76200" y="1524"/>
                    <a:pt x="76200" y="1524"/>
                  </a:cubicBezTo>
                  <a:lnTo>
                    <a:pt x="86868" y="4572"/>
                  </a:lnTo>
                  <a:cubicBezTo>
                    <a:pt x="86868" y="4572"/>
                    <a:pt x="88392" y="4572"/>
                    <a:pt x="88392" y="6096"/>
                  </a:cubicBezTo>
                  <a:lnTo>
                    <a:pt x="97536" y="10668"/>
                  </a:lnTo>
                  <a:cubicBezTo>
                    <a:pt x="99060" y="10668"/>
                    <a:pt x="99060" y="10668"/>
                    <a:pt x="99060" y="10668"/>
                  </a:cubicBezTo>
                  <a:lnTo>
                    <a:pt x="108204" y="16764"/>
                  </a:lnTo>
                  <a:cubicBezTo>
                    <a:pt x="108204" y="18288"/>
                    <a:pt x="108204" y="18288"/>
                    <a:pt x="108204" y="18288"/>
                  </a:cubicBezTo>
                  <a:lnTo>
                    <a:pt x="115824" y="25908"/>
                  </a:lnTo>
                  <a:cubicBezTo>
                    <a:pt x="115824" y="25908"/>
                    <a:pt x="115824" y="25908"/>
                    <a:pt x="115824" y="27432"/>
                  </a:cubicBezTo>
                  <a:lnTo>
                    <a:pt x="121920" y="36576"/>
                  </a:lnTo>
                  <a:lnTo>
                    <a:pt x="124968" y="47244"/>
                  </a:lnTo>
                  <a:lnTo>
                    <a:pt x="126492" y="53340"/>
                  </a:lnTo>
                  <a:lnTo>
                    <a:pt x="126492" y="59436"/>
                  </a:lnTo>
                  <a:lnTo>
                    <a:pt x="126492" y="65532"/>
                  </a:lnTo>
                  <a:lnTo>
                    <a:pt x="124968" y="71628"/>
                  </a:lnTo>
                  <a:lnTo>
                    <a:pt x="121920" y="82296"/>
                  </a:lnTo>
                  <a:lnTo>
                    <a:pt x="115824" y="91440"/>
                  </a:lnTo>
                  <a:cubicBezTo>
                    <a:pt x="115824" y="91440"/>
                    <a:pt x="115824" y="92964"/>
                    <a:pt x="115824" y="92964"/>
                  </a:cubicBezTo>
                  <a:lnTo>
                    <a:pt x="108204" y="100584"/>
                  </a:lnTo>
                  <a:cubicBezTo>
                    <a:pt x="108204" y="100584"/>
                    <a:pt x="108204" y="100584"/>
                    <a:pt x="108204" y="102108"/>
                  </a:cubicBezTo>
                  <a:lnTo>
                    <a:pt x="99060" y="108205"/>
                  </a:lnTo>
                  <a:cubicBezTo>
                    <a:pt x="99060" y="108205"/>
                    <a:pt x="99060" y="108205"/>
                    <a:pt x="97536" y="108205"/>
                  </a:cubicBezTo>
                  <a:lnTo>
                    <a:pt x="88392" y="112777"/>
                  </a:lnTo>
                  <a:cubicBezTo>
                    <a:pt x="88392" y="112777"/>
                    <a:pt x="86868" y="114301"/>
                    <a:pt x="86868" y="114301"/>
                  </a:cubicBezTo>
                  <a:lnTo>
                    <a:pt x="76200" y="117349"/>
                  </a:lnTo>
                  <a:cubicBezTo>
                    <a:pt x="76200" y="117349"/>
                    <a:pt x="76200" y="117349"/>
                    <a:pt x="74676" y="117349"/>
                  </a:cubicBezTo>
                  <a:lnTo>
                    <a:pt x="64008" y="117349"/>
                  </a:lnTo>
                  <a:cubicBezTo>
                    <a:pt x="64008" y="117349"/>
                    <a:pt x="62484" y="117349"/>
                    <a:pt x="62484" y="117349"/>
                  </a:cubicBezTo>
                  <a:lnTo>
                    <a:pt x="50292" y="117349"/>
                  </a:lnTo>
                  <a:lnTo>
                    <a:pt x="39624" y="114301"/>
                  </a:lnTo>
                  <a:cubicBezTo>
                    <a:pt x="38100" y="114301"/>
                    <a:pt x="38100" y="112777"/>
                    <a:pt x="38100" y="112777"/>
                  </a:cubicBezTo>
                  <a:lnTo>
                    <a:pt x="28956" y="108204"/>
                  </a:lnTo>
                  <a:cubicBezTo>
                    <a:pt x="27432" y="108204"/>
                    <a:pt x="27432" y="108204"/>
                    <a:pt x="27432" y="108204"/>
                  </a:cubicBezTo>
                  <a:lnTo>
                    <a:pt x="18288" y="102108"/>
                  </a:lnTo>
                  <a:cubicBezTo>
                    <a:pt x="18288" y="100584"/>
                    <a:pt x="18288" y="100584"/>
                    <a:pt x="18288" y="100584"/>
                  </a:cubicBezTo>
                  <a:lnTo>
                    <a:pt x="10668" y="92964"/>
                  </a:lnTo>
                  <a:cubicBezTo>
                    <a:pt x="10668" y="92964"/>
                    <a:pt x="10668" y="91440"/>
                    <a:pt x="10668" y="91440"/>
                  </a:cubicBezTo>
                  <a:lnTo>
                    <a:pt x="4572" y="82296"/>
                  </a:lnTo>
                  <a:lnTo>
                    <a:pt x="1524" y="71628"/>
                  </a:lnTo>
                  <a:lnTo>
                    <a:pt x="0" y="65532"/>
                  </a:lnTo>
                  <a:close/>
                  <a:moveTo>
                    <a:pt x="10668" y="70104"/>
                  </a:moveTo>
                  <a:lnTo>
                    <a:pt x="12192" y="74676"/>
                  </a:lnTo>
                  <a:lnTo>
                    <a:pt x="15240" y="83820"/>
                  </a:lnTo>
                  <a:lnTo>
                    <a:pt x="13716" y="83820"/>
                  </a:lnTo>
                  <a:lnTo>
                    <a:pt x="19812" y="92964"/>
                  </a:lnTo>
                  <a:lnTo>
                    <a:pt x="19812" y="91440"/>
                  </a:lnTo>
                  <a:lnTo>
                    <a:pt x="25908" y="99060"/>
                  </a:lnTo>
                  <a:lnTo>
                    <a:pt x="33528" y="105156"/>
                  </a:lnTo>
                  <a:lnTo>
                    <a:pt x="42672" y="109729"/>
                  </a:lnTo>
                  <a:lnTo>
                    <a:pt x="53340" y="112777"/>
                  </a:lnTo>
                  <a:lnTo>
                    <a:pt x="51816" y="112777"/>
                  </a:lnTo>
                  <a:lnTo>
                    <a:pt x="64008" y="112777"/>
                  </a:lnTo>
                  <a:lnTo>
                    <a:pt x="62484" y="112777"/>
                  </a:lnTo>
                  <a:lnTo>
                    <a:pt x="74676" y="112777"/>
                  </a:lnTo>
                  <a:lnTo>
                    <a:pt x="73152" y="112777"/>
                  </a:lnTo>
                  <a:lnTo>
                    <a:pt x="83820" y="109729"/>
                  </a:lnTo>
                  <a:lnTo>
                    <a:pt x="92964" y="105156"/>
                  </a:lnTo>
                  <a:lnTo>
                    <a:pt x="100584" y="99060"/>
                  </a:lnTo>
                  <a:lnTo>
                    <a:pt x="106680" y="91440"/>
                  </a:lnTo>
                  <a:lnTo>
                    <a:pt x="106680" y="92964"/>
                  </a:lnTo>
                  <a:lnTo>
                    <a:pt x="112776" y="83820"/>
                  </a:lnTo>
                  <a:lnTo>
                    <a:pt x="111252" y="83820"/>
                  </a:lnTo>
                  <a:lnTo>
                    <a:pt x="114300" y="74676"/>
                  </a:lnTo>
                  <a:lnTo>
                    <a:pt x="115824" y="70104"/>
                  </a:lnTo>
                  <a:lnTo>
                    <a:pt x="115824" y="59436"/>
                  </a:lnTo>
                  <a:lnTo>
                    <a:pt x="115824" y="54864"/>
                  </a:lnTo>
                  <a:lnTo>
                    <a:pt x="114300" y="48768"/>
                  </a:lnTo>
                  <a:lnTo>
                    <a:pt x="114300" y="50292"/>
                  </a:lnTo>
                  <a:lnTo>
                    <a:pt x="111252" y="41148"/>
                  </a:lnTo>
                  <a:lnTo>
                    <a:pt x="112776" y="41148"/>
                  </a:lnTo>
                  <a:lnTo>
                    <a:pt x="106680" y="32004"/>
                  </a:lnTo>
                  <a:lnTo>
                    <a:pt x="106680" y="33528"/>
                  </a:lnTo>
                  <a:lnTo>
                    <a:pt x="100584" y="25908"/>
                  </a:lnTo>
                  <a:lnTo>
                    <a:pt x="92964" y="19812"/>
                  </a:lnTo>
                  <a:lnTo>
                    <a:pt x="83820" y="15240"/>
                  </a:lnTo>
                  <a:lnTo>
                    <a:pt x="73152" y="12192"/>
                  </a:lnTo>
                  <a:lnTo>
                    <a:pt x="74676" y="12192"/>
                  </a:lnTo>
                  <a:lnTo>
                    <a:pt x="62484" y="12192"/>
                  </a:lnTo>
                  <a:lnTo>
                    <a:pt x="64008" y="12192"/>
                  </a:lnTo>
                  <a:lnTo>
                    <a:pt x="51816" y="12192"/>
                  </a:lnTo>
                  <a:lnTo>
                    <a:pt x="53340" y="12192"/>
                  </a:lnTo>
                  <a:lnTo>
                    <a:pt x="42672" y="15240"/>
                  </a:lnTo>
                  <a:lnTo>
                    <a:pt x="33528" y="19812"/>
                  </a:lnTo>
                  <a:lnTo>
                    <a:pt x="25908" y="25908"/>
                  </a:lnTo>
                  <a:lnTo>
                    <a:pt x="19812" y="33528"/>
                  </a:lnTo>
                  <a:lnTo>
                    <a:pt x="19812" y="32004"/>
                  </a:lnTo>
                  <a:lnTo>
                    <a:pt x="13716" y="41148"/>
                  </a:lnTo>
                  <a:lnTo>
                    <a:pt x="15240" y="41148"/>
                  </a:lnTo>
                  <a:lnTo>
                    <a:pt x="12192" y="50292"/>
                  </a:lnTo>
                  <a:lnTo>
                    <a:pt x="12192" y="48768"/>
                  </a:lnTo>
                  <a:lnTo>
                    <a:pt x="10668" y="54864"/>
                  </a:lnTo>
                  <a:lnTo>
                    <a:pt x="10668" y="594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1" name="Google Shape;351;p29"/>
          <p:cNvSpPr/>
          <p:nvPr/>
        </p:nvSpPr>
        <p:spPr>
          <a:xfrm>
            <a:off x="1818172" y="1809370"/>
            <a:ext cx="34990" cy="257429"/>
          </a:xfrm>
          <a:custGeom>
            <a:rect b="b" l="l" r="r" t="t"/>
            <a:pathLst>
              <a:path extrusionOk="0" h="627888" w="85344">
                <a:moveTo>
                  <a:pt x="0" y="0"/>
                </a:moveTo>
                <a:lnTo>
                  <a:pt x="85344" y="0"/>
                </a:lnTo>
                <a:lnTo>
                  <a:pt x="85344" y="627888"/>
                </a:lnTo>
                <a:lnTo>
                  <a:pt x="0" y="627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2" name="Google Shape;352;p29"/>
          <p:cNvSpPr/>
          <p:nvPr/>
        </p:nvSpPr>
        <p:spPr>
          <a:xfrm>
            <a:off x="1454939" y="2032642"/>
            <a:ext cx="573177" cy="36656"/>
          </a:xfrm>
          <a:custGeom>
            <a:rect b="b" l="l" r="r" t="t"/>
            <a:pathLst>
              <a:path extrusionOk="0" h="89408" w="1398016">
                <a:moveTo>
                  <a:pt x="0" y="0"/>
                </a:moveTo>
                <a:lnTo>
                  <a:pt x="1398016" y="0"/>
                </a:lnTo>
                <a:lnTo>
                  <a:pt x="1398016" y="89408"/>
                </a:lnTo>
                <a:lnTo>
                  <a:pt x="0" y="89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3" name="Google Shape;353;p29"/>
          <p:cNvSpPr/>
          <p:nvPr/>
        </p:nvSpPr>
        <p:spPr>
          <a:xfrm>
            <a:off x="1727364" y="2009314"/>
            <a:ext cx="94141" cy="139962"/>
          </a:xfrm>
          <a:custGeom>
            <a:rect b="b" l="l" r="r" t="t"/>
            <a:pathLst>
              <a:path extrusionOk="0" h="341376" w="229616">
                <a:moveTo>
                  <a:pt x="0" y="0"/>
                </a:moveTo>
                <a:lnTo>
                  <a:pt x="229616" y="0"/>
                </a:lnTo>
                <a:lnTo>
                  <a:pt x="229616" y="341376"/>
                </a:lnTo>
                <a:lnTo>
                  <a:pt x="0" y="3413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4" name="Google Shape;354;p29"/>
          <p:cNvSpPr/>
          <p:nvPr/>
        </p:nvSpPr>
        <p:spPr>
          <a:xfrm>
            <a:off x="1586570" y="2040973"/>
            <a:ext cx="79978" cy="116635"/>
          </a:xfrm>
          <a:custGeom>
            <a:rect b="b" l="l" r="r" t="t"/>
            <a:pathLst>
              <a:path extrusionOk="0" h="284480" w="195072">
                <a:moveTo>
                  <a:pt x="0" y="0"/>
                </a:moveTo>
                <a:lnTo>
                  <a:pt x="195072" y="0"/>
                </a:lnTo>
                <a:lnTo>
                  <a:pt x="195072" y="284480"/>
                </a:lnTo>
                <a:lnTo>
                  <a:pt x="0" y="284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5" name="Google Shape;355;p29"/>
          <p:cNvGrpSpPr/>
          <p:nvPr/>
        </p:nvGrpSpPr>
        <p:grpSpPr>
          <a:xfrm>
            <a:off x="1790678" y="1897676"/>
            <a:ext cx="94140" cy="129963"/>
            <a:chOff x="63500" y="63500"/>
            <a:chExt cx="172212" cy="237744"/>
          </a:xfrm>
        </p:grpSpPr>
        <p:sp>
          <p:nvSpPr>
            <p:cNvPr id="356" name="Google Shape;356;p29"/>
            <p:cNvSpPr/>
            <p:nvPr/>
          </p:nvSpPr>
          <p:spPr>
            <a:xfrm>
              <a:off x="65024" y="66548"/>
              <a:ext cx="167640" cy="117348"/>
            </a:xfrm>
            <a:custGeom>
              <a:rect b="b" l="l" r="r" t="t"/>
              <a:pathLst>
                <a:path extrusionOk="0" h="117348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57" name="Google Shape;357;p29"/>
            <p:cNvSpPr/>
            <p:nvPr/>
          </p:nvSpPr>
          <p:spPr>
            <a:xfrm>
              <a:off x="63500" y="63500"/>
              <a:ext cx="172212" cy="237744"/>
            </a:xfrm>
            <a:custGeom>
              <a:rect b="b" l="l" r="r" t="t"/>
              <a:pathLst>
                <a:path extrusionOk="0" h="237744" w="172212">
                  <a:moveTo>
                    <a:pt x="0" y="3048"/>
                  </a:moveTo>
                  <a:cubicBezTo>
                    <a:pt x="0" y="1524"/>
                    <a:pt x="0" y="0"/>
                    <a:pt x="1524" y="0"/>
                  </a:cubicBezTo>
                  <a:lnTo>
                    <a:pt x="169164" y="0"/>
                  </a:lnTo>
                  <a:cubicBezTo>
                    <a:pt x="170688" y="0"/>
                    <a:pt x="172212" y="1524"/>
                    <a:pt x="172212" y="3048"/>
                  </a:cubicBezTo>
                  <a:lnTo>
                    <a:pt x="172212" y="120396"/>
                  </a:lnTo>
                  <a:cubicBezTo>
                    <a:pt x="172212" y="121920"/>
                    <a:pt x="170688" y="123444"/>
                    <a:pt x="169164" y="123444"/>
                  </a:cubicBezTo>
                  <a:lnTo>
                    <a:pt x="1524" y="123444"/>
                  </a:lnTo>
                  <a:cubicBezTo>
                    <a:pt x="0" y="123444"/>
                    <a:pt x="0" y="121920"/>
                    <a:pt x="0" y="120396"/>
                  </a:cubicBezTo>
                  <a:close/>
                  <a:moveTo>
                    <a:pt x="4572" y="237744"/>
                  </a:moveTo>
                  <a:lnTo>
                    <a:pt x="1524" y="236220"/>
                  </a:lnTo>
                  <a:lnTo>
                    <a:pt x="169164" y="236220"/>
                  </a:lnTo>
                  <a:lnTo>
                    <a:pt x="167640" y="237744"/>
                  </a:lnTo>
                  <a:lnTo>
                    <a:pt x="167640" y="3048"/>
                  </a:lnTo>
                  <a:lnTo>
                    <a:pt x="169164" y="4572"/>
                  </a:lnTo>
                  <a:lnTo>
                    <a:pt x="1524" y="4572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29"/>
          <p:cNvGrpSpPr/>
          <p:nvPr/>
        </p:nvGrpSpPr>
        <p:grpSpPr>
          <a:xfrm>
            <a:off x="2383849" y="1451965"/>
            <a:ext cx="276589" cy="201610"/>
            <a:chOff x="63500" y="63500"/>
            <a:chExt cx="505968" cy="368808"/>
          </a:xfrm>
        </p:grpSpPr>
        <p:sp>
          <p:nvSpPr>
            <p:cNvPr id="359" name="Google Shape;359;p29"/>
            <p:cNvSpPr/>
            <p:nvPr/>
          </p:nvSpPr>
          <p:spPr>
            <a:xfrm>
              <a:off x="69596" y="69596"/>
              <a:ext cx="493776" cy="181356"/>
            </a:xfrm>
            <a:custGeom>
              <a:rect b="b" l="l" r="r" t="t"/>
              <a:pathLst>
                <a:path extrusionOk="0" h="181356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181356"/>
                  </a:lnTo>
                  <a:lnTo>
                    <a:pt x="0" y="181356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360" name="Google Shape;360;p29"/>
            <p:cNvSpPr/>
            <p:nvPr/>
          </p:nvSpPr>
          <p:spPr>
            <a:xfrm>
              <a:off x="63500" y="63500"/>
              <a:ext cx="505968" cy="368808"/>
            </a:xfrm>
            <a:custGeom>
              <a:rect b="b" l="l" r="r" t="t"/>
              <a:pathLst>
                <a:path extrusionOk="0" h="368808" w="505968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499872" y="0"/>
                  </a:lnTo>
                  <a:cubicBezTo>
                    <a:pt x="502920" y="0"/>
                    <a:pt x="505968" y="3048"/>
                    <a:pt x="505968" y="6096"/>
                  </a:cubicBezTo>
                  <a:lnTo>
                    <a:pt x="505968" y="187452"/>
                  </a:lnTo>
                  <a:cubicBezTo>
                    <a:pt x="505968" y="190500"/>
                    <a:pt x="502920" y="192024"/>
                    <a:pt x="499872" y="192024"/>
                  </a:cubicBezTo>
                  <a:lnTo>
                    <a:pt x="6096" y="192024"/>
                  </a:lnTo>
                  <a:cubicBezTo>
                    <a:pt x="3048" y="192024"/>
                    <a:pt x="0" y="190500"/>
                    <a:pt x="0" y="187452"/>
                  </a:cubicBezTo>
                  <a:close/>
                  <a:moveTo>
                    <a:pt x="10668" y="368808"/>
                  </a:moveTo>
                  <a:lnTo>
                    <a:pt x="6096" y="362712"/>
                  </a:lnTo>
                  <a:lnTo>
                    <a:pt x="499872" y="362712"/>
                  </a:lnTo>
                  <a:lnTo>
                    <a:pt x="495300" y="368808"/>
                  </a:lnTo>
                  <a:lnTo>
                    <a:pt x="495300" y="6096"/>
                  </a:lnTo>
                  <a:lnTo>
                    <a:pt x="499872" y="10668"/>
                  </a:lnTo>
                  <a:lnTo>
                    <a:pt x="6096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90932" y="92456"/>
              <a:ext cx="464820" cy="94488"/>
            </a:xfrm>
            <a:custGeom>
              <a:rect b="b" l="l" r="r" t="t"/>
              <a:pathLst>
                <a:path extrusionOk="0" h="94488" w="464820">
                  <a:moveTo>
                    <a:pt x="0" y="0"/>
                  </a:moveTo>
                  <a:lnTo>
                    <a:pt x="464820" y="0"/>
                  </a:lnTo>
                  <a:lnTo>
                    <a:pt x="464820" y="94488"/>
                  </a:lnTo>
                  <a:lnTo>
                    <a:pt x="0" y="9448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</p:grpSp>
      <p:grpSp>
        <p:nvGrpSpPr>
          <p:cNvPr id="362" name="Google Shape;362;p29"/>
          <p:cNvGrpSpPr/>
          <p:nvPr/>
        </p:nvGrpSpPr>
        <p:grpSpPr>
          <a:xfrm>
            <a:off x="2994515" y="2557496"/>
            <a:ext cx="94973" cy="129963"/>
            <a:chOff x="63500" y="63500"/>
            <a:chExt cx="173736" cy="237744"/>
          </a:xfrm>
        </p:grpSpPr>
        <p:sp>
          <p:nvSpPr>
            <p:cNvPr id="363" name="Google Shape;363;p29"/>
            <p:cNvSpPr/>
            <p:nvPr/>
          </p:nvSpPr>
          <p:spPr>
            <a:xfrm>
              <a:off x="65024" y="66548"/>
              <a:ext cx="170688" cy="117348"/>
            </a:xfrm>
            <a:custGeom>
              <a:rect b="b" l="l" r="r" t="t"/>
              <a:pathLst>
                <a:path extrusionOk="0" h="1173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64" name="Google Shape;364;p29"/>
            <p:cNvSpPr/>
            <p:nvPr/>
          </p:nvSpPr>
          <p:spPr>
            <a:xfrm>
              <a:off x="63500" y="63500"/>
              <a:ext cx="173736" cy="237744"/>
            </a:xfrm>
            <a:custGeom>
              <a:rect b="b" l="l" r="r" t="t"/>
              <a:pathLst>
                <a:path extrusionOk="0" h="237744" w="173736">
                  <a:moveTo>
                    <a:pt x="0" y="3048"/>
                  </a:moveTo>
                  <a:cubicBezTo>
                    <a:pt x="0" y="1524"/>
                    <a:pt x="1524" y="0"/>
                    <a:pt x="1524" y="0"/>
                  </a:cubicBezTo>
                  <a:lnTo>
                    <a:pt x="172212" y="0"/>
                  </a:lnTo>
                  <a:cubicBezTo>
                    <a:pt x="172212" y="0"/>
                    <a:pt x="173736" y="1524"/>
                    <a:pt x="173736" y="3048"/>
                  </a:cubicBezTo>
                  <a:lnTo>
                    <a:pt x="173736" y="120396"/>
                  </a:lnTo>
                  <a:cubicBezTo>
                    <a:pt x="173736" y="121920"/>
                    <a:pt x="172212" y="121920"/>
                    <a:pt x="172212" y="121920"/>
                  </a:cubicBezTo>
                  <a:lnTo>
                    <a:pt x="1524" y="121920"/>
                  </a:lnTo>
                  <a:cubicBezTo>
                    <a:pt x="1524" y="121920"/>
                    <a:pt x="0" y="121920"/>
                    <a:pt x="0" y="120396"/>
                  </a:cubicBezTo>
                  <a:close/>
                  <a:moveTo>
                    <a:pt x="4572" y="237744"/>
                  </a:moveTo>
                  <a:lnTo>
                    <a:pt x="1524" y="236220"/>
                  </a:lnTo>
                  <a:lnTo>
                    <a:pt x="172212" y="236220"/>
                  </a:lnTo>
                  <a:lnTo>
                    <a:pt x="169164" y="237744"/>
                  </a:lnTo>
                  <a:lnTo>
                    <a:pt x="169164" y="3048"/>
                  </a:lnTo>
                  <a:lnTo>
                    <a:pt x="172212" y="4572"/>
                  </a:lnTo>
                  <a:lnTo>
                    <a:pt x="1524" y="4572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5" name="Google Shape;365;p29"/>
          <p:cNvGrpSpPr/>
          <p:nvPr/>
        </p:nvGrpSpPr>
        <p:grpSpPr>
          <a:xfrm>
            <a:off x="4152532" y="2657468"/>
            <a:ext cx="258261" cy="99139"/>
            <a:chOff x="63500" y="63500"/>
            <a:chExt cx="472440" cy="181356"/>
          </a:xfrm>
        </p:grpSpPr>
        <p:sp>
          <p:nvSpPr>
            <p:cNvPr id="366" name="Google Shape;366;p29"/>
            <p:cNvSpPr/>
            <p:nvPr/>
          </p:nvSpPr>
          <p:spPr>
            <a:xfrm>
              <a:off x="69596" y="69596"/>
              <a:ext cx="413004" cy="169164"/>
            </a:xfrm>
            <a:custGeom>
              <a:rect b="b" l="l" r="r" t="t"/>
              <a:pathLst>
                <a:path extrusionOk="0" h="169164" w="413004">
                  <a:moveTo>
                    <a:pt x="0" y="0"/>
                  </a:moveTo>
                  <a:lnTo>
                    <a:pt x="413004" y="0"/>
                  </a:lnTo>
                  <a:lnTo>
                    <a:pt x="413004" y="169164"/>
                  </a:lnTo>
                  <a:lnTo>
                    <a:pt x="0" y="16916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67" name="Google Shape;367;p29"/>
            <p:cNvSpPr/>
            <p:nvPr/>
          </p:nvSpPr>
          <p:spPr>
            <a:xfrm>
              <a:off x="63500" y="63500"/>
              <a:ext cx="425196" cy="181356"/>
            </a:xfrm>
            <a:custGeom>
              <a:rect b="b" l="l" r="r" t="t"/>
              <a:pathLst>
                <a:path extrusionOk="0" h="181356" w="4251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419100" y="0"/>
                  </a:lnTo>
                  <a:cubicBezTo>
                    <a:pt x="422148" y="0"/>
                    <a:pt x="425196" y="3048"/>
                    <a:pt x="425196" y="6096"/>
                  </a:cubicBezTo>
                  <a:lnTo>
                    <a:pt x="425196" y="175260"/>
                  </a:lnTo>
                  <a:cubicBezTo>
                    <a:pt x="425196" y="178308"/>
                    <a:pt x="422148" y="181356"/>
                    <a:pt x="419100" y="181356"/>
                  </a:cubicBezTo>
                  <a:lnTo>
                    <a:pt x="6096" y="181356"/>
                  </a:lnTo>
                  <a:cubicBezTo>
                    <a:pt x="3048" y="181356"/>
                    <a:pt x="0" y="178308"/>
                    <a:pt x="0" y="175260"/>
                  </a:cubicBezTo>
                  <a:close/>
                  <a:moveTo>
                    <a:pt x="12192" y="175260"/>
                  </a:moveTo>
                  <a:lnTo>
                    <a:pt x="6096" y="169164"/>
                  </a:lnTo>
                  <a:lnTo>
                    <a:pt x="419100" y="169164"/>
                  </a:lnTo>
                  <a:lnTo>
                    <a:pt x="413004" y="175260"/>
                  </a:lnTo>
                  <a:lnTo>
                    <a:pt x="413004" y="6096"/>
                  </a:lnTo>
                  <a:lnTo>
                    <a:pt x="419100" y="10668"/>
                  </a:lnTo>
                  <a:lnTo>
                    <a:pt x="6096" y="10668"/>
                  </a:lnTo>
                  <a:lnTo>
                    <a:pt x="12192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209804" y="98552"/>
              <a:ext cx="326136" cy="100584"/>
            </a:xfrm>
            <a:custGeom>
              <a:rect b="b" l="l" r="r" t="t"/>
              <a:pathLst>
                <a:path extrusionOk="0" h="100584" w="326136">
                  <a:moveTo>
                    <a:pt x="0" y="0"/>
                  </a:moveTo>
                  <a:lnTo>
                    <a:pt x="326136" y="0"/>
                  </a:lnTo>
                  <a:lnTo>
                    <a:pt x="326136" y="100584"/>
                  </a:lnTo>
                  <a:lnTo>
                    <a:pt x="0" y="10058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</p:grpSp>
      <p:grpSp>
        <p:nvGrpSpPr>
          <p:cNvPr id="369" name="Google Shape;369;p29"/>
          <p:cNvGrpSpPr/>
          <p:nvPr/>
        </p:nvGrpSpPr>
        <p:grpSpPr>
          <a:xfrm>
            <a:off x="5600469" y="2555830"/>
            <a:ext cx="96639" cy="129130"/>
            <a:chOff x="63500" y="63500"/>
            <a:chExt cx="176784" cy="236220"/>
          </a:xfrm>
        </p:grpSpPr>
        <p:sp>
          <p:nvSpPr>
            <p:cNvPr id="370" name="Google Shape;370;p29"/>
            <p:cNvSpPr/>
            <p:nvPr/>
          </p:nvSpPr>
          <p:spPr>
            <a:xfrm>
              <a:off x="66548" y="65024"/>
              <a:ext cx="170688" cy="117348"/>
            </a:xfrm>
            <a:custGeom>
              <a:rect b="b" l="l" r="r" t="t"/>
              <a:pathLst>
                <a:path extrusionOk="0" h="1173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371" name="Google Shape;371;p29"/>
            <p:cNvSpPr/>
            <p:nvPr/>
          </p:nvSpPr>
          <p:spPr>
            <a:xfrm>
              <a:off x="63500" y="63500"/>
              <a:ext cx="176784" cy="236220"/>
            </a:xfrm>
            <a:custGeom>
              <a:rect b="b" l="l" r="r" t="t"/>
              <a:pathLst>
                <a:path extrusionOk="0" h="236220" w="176784">
                  <a:moveTo>
                    <a:pt x="0" y="1524"/>
                  </a:moveTo>
                  <a:cubicBezTo>
                    <a:pt x="0" y="0"/>
                    <a:pt x="1524" y="0"/>
                    <a:pt x="3048" y="0"/>
                  </a:cubicBezTo>
                  <a:lnTo>
                    <a:pt x="173736" y="0"/>
                  </a:lnTo>
                  <a:cubicBezTo>
                    <a:pt x="175260" y="0"/>
                    <a:pt x="176784" y="0"/>
                    <a:pt x="176784" y="1524"/>
                  </a:cubicBezTo>
                  <a:lnTo>
                    <a:pt x="176784" y="118872"/>
                  </a:lnTo>
                  <a:cubicBezTo>
                    <a:pt x="176784" y="120396"/>
                    <a:pt x="175260" y="121920"/>
                    <a:pt x="173736" y="121920"/>
                  </a:cubicBezTo>
                  <a:lnTo>
                    <a:pt x="3048" y="121920"/>
                  </a:lnTo>
                  <a:cubicBezTo>
                    <a:pt x="1524" y="121920"/>
                    <a:pt x="0" y="120396"/>
                    <a:pt x="0" y="118872"/>
                  </a:cubicBezTo>
                  <a:close/>
                  <a:moveTo>
                    <a:pt x="4572" y="236220"/>
                  </a:moveTo>
                  <a:lnTo>
                    <a:pt x="3048" y="234696"/>
                  </a:lnTo>
                  <a:lnTo>
                    <a:pt x="173736" y="234696"/>
                  </a:lnTo>
                  <a:lnTo>
                    <a:pt x="172212" y="236220"/>
                  </a:lnTo>
                  <a:lnTo>
                    <a:pt x="172212" y="1524"/>
                  </a:lnTo>
                  <a:lnTo>
                    <a:pt x="173736" y="3048"/>
                  </a:lnTo>
                  <a:lnTo>
                    <a:pt x="3048" y="3048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29"/>
          <p:cNvSpPr/>
          <p:nvPr/>
        </p:nvSpPr>
        <p:spPr>
          <a:xfrm>
            <a:off x="4154200" y="705505"/>
            <a:ext cx="36657" cy="344073"/>
          </a:xfrm>
          <a:custGeom>
            <a:rect b="b" l="l" r="r" t="t"/>
            <a:pathLst>
              <a:path extrusionOk="0" h="839216" w="89408">
                <a:moveTo>
                  <a:pt x="0" y="0"/>
                </a:moveTo>
                <a:lnTo>
                  <a:pt x="89408" y="0"/>
                </a:lnTo>
                <a:lnTo>
                  <a:pt x="89408" y="839216"/>
                </a:lnTo>
                <a:lnTo>
                  <a:pt x="0" y="8392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3" name="Google Shape;373;p29"/>
          <p:cNvSpPr/>
          <p:nvPr/>
        </p:nvSpPr>
        <p:spPr>
          <a:xfrm>
            <a:off x="4047838" y="513333"/>
            <a:ext cx="249375" cy="351847"/>
          </a:xfrm>
          <a:custGeom>
            <a:rect b="b" l="l" r="r" t="t"/>
            <a:pathLst>
              <a:path extrusionOk="0" h="703693" w="498749">
                <a:moveTo>
                  <a:pt x="0" y="0"/>
                </a:moveTo>
                <a:lnTo>
                  <a:pt x="498749" y="0"/>
                </a:lnTo>
                <a:lnTo>
                  <a:pt x="498749" y="703693"/>
                </a:lnTo>
                <a:lnTo>
                  <a:pt x="0" y="7036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4" name="Google Shape;374;p29"/>
          <p:cNvGrpSpPr/>
          <p:nvPr/>
        </p:nvGrpSpPr>
        <p:grpSpPr>
          <a:xfrm>
            <a:off x="4138369" y="1024582"/>
            <a:ext cx="72479" cy="120799"/>
            <a:chOff x="63500" y="63500"/>
            <a:chExt cx="132588" cy="220980"/>
          </a:xfrm>
        </p:grpSpPr>
        <p:sp>
          <p:nvSpPr>
            <p:cNvPr id="375" name="Google Shape;375;p29"/>
            <p:cNvSpPr/>
            <p:nvPr/>
          </p:nvSpPr>
          <p:spPr>
            <a:xfrm>
              <a:off x="63500" y="63500"/>
              <a:ext cx="132588" cy="141732"/>
            </a:xfrm>
            <a:custGeom>
              <a:rect b="b" l="l" r="r" t="t"/>
              <a:pathLst>
                <a:path extrusionOk="0" h="141732" w="132588">
                  <a:moveTo>
                    <a:pt x="0" y="71628"/>
                  </a:moveTo>
                  <a:lnTo>
                    <a:pt x="1524" y="64008"/>
                  </a:lnTo>
                  <a:lnTo>
                    <a:pt x="1524" y="57912"/>
                  </a:lnTo>
                  <a:lnTo>
                    <a:pt x="6096" y="44196"/>
                  </a:lnTo>
                  <a:lnTo>
                    <a:pt x="12192" y="32004"/>
                  </a:lnTo>
                  <a:lnTo>
                    <a:pt x="19812" y="21336"/>
                  </a:lnTo>
                  <a:lnTo>
                    <a:pt x="28956" y="13716"/>
                  </a:lnTo>
                  <a:cubicBezTo>
                    <a:pt x="28956" y="12192"/>
                    <a:pt x="28956" y="12192"/>
                    <a:pt x="30480" y="12192"/>
                  </a:cubicBezTo>
                  <a:lnTo>
                    <a:pt x="39624" y="6096"/>
                  </a:lnTo>
                  <a:cubicBezTo>
                    <a:pt x="39624" y="6096"/>
                    <a:pt x="41148" y="6096"/>
                    <a:pt x="41148" y="6096"/>
                  </a:cubicBezTo>
                  <a:lnTo>
                    <a:pt x="45720" y="4572"/>
                  </a:lnTo>
                  <a:lnTo>
                    <a:pt x="53340" y="1524"/>
                  </a:lnTo>
                  <a:lnTo>
                    <a:pt x="59436" y="1524"/>
                  </a:lnTo>
                  <a:lnTo>
                    <a:pt x="65532" y="0"/>
                  </a:lnTo>
                  <a:lnTo>
                    <a:pt x="73152" y="1524"/>
                  </a:lnTo>
                  <a:lnTo>
                    <a:pt x="79248" y="1524"/>
                  </a:lnTo>
                  <a:lnTo>
                    <a:pt x="85344" y="3048"/>
                  </a:lnTo>
                  <a:lnTo>
                    <a:pt x="91440" y="6096"/>
                  </a:lnTo>
                  <a:cubicBezTo>
                    <a:pt x="91440" y="6096"/>
                    <a:pt x="92964" y="6096"/>
                    <a:pt x="92964" y="6096"/>
                  </a:cubicBezTo>
                  <a:lnTo>
                    <a:pt x="102108" y="12192"/>
                  </a:lnTo>
                  <a:cubicBezTo>
                    <a:pt x="103632" y="12192"/>
                    <a:pt x="103632" y="12192"/>
                    <a:pt x="103632" y="13716"/>
                  </a:cubicBezTo>
                  <a:lnTo>
                    <a:pt x="112776" y="21336"/>
                  </a:lnTo>
                  <a:lnTo>
                    <a:pt x="120396" y="32004"/>
                  </a:lnTo>
                  <a:cubicBezTo>
                    <a:pt x="120396" y="32004"/>
                    <a:pt x="120396" y="32004"/>
                    <a:pt x="121920" y="32004"/>
                  </a:cubicBezTo>
                  <a:lnTo>
                    <a:pt x="126492" y="44196"/>
                  </a:lnTo>
                  <a:lnTo>
                    <a:pt x="131064" y="56388"/>
                  </a:lnTo>
                  <a:lnTo>
                    <a:pt x="131064" y="64008"/>
                  </a:lnTo>
                  <a:lnTo>
                    <a:pt x="132588" y="71628"/>
                  </a:lnTo>
                  <a:lnTo>
                    <a:pt x="131064" y="77724"/>
                  </a:lnTo>
                  <a:lnTo>
                    <a:pt x="131064" y="85344"/>
                  </a:lnTo>
                  <a:lnTo>
                    <a:pt x="126492" y="97536"/>
                  </a:lnTo>
                  <a:cubicBezTo>
                    <a:pt x="126492" y="99060"/>
                    <a:pt x="126492" y="99060"/>
                    <a:pt x="126492" y="99060"/>
                  </a:cubicBezTo>
                  <a:lnTo>
                    <a:pt x="121920" y="109728"/>
                  </a:lnTo>
                  <a:cubicBezTo>
                    <a:pt x="120396" y="109728"/>
                    <a:pt x="120396" y="111252"/>
                    <a:pt x="120396" y="111252"/>
                  </a:cubicBezTo>
                  <a:lnTo>
                    <a:pt x="112776" y="120396"/>
                  </a:lnTo>
                  <a:cubicBezTo>
                    <a:pt x="112776" y="120396"/>
                    <a:pt x="112776" y="120396"/>
                    <a:pt x="112776" y="121920"/>
                  </a:cubicBezTo>
                  <a:lnTo>
                    <a:pt x="103632" y="129540"/>
                  </a:lnTo>
                  <a:cubicBezTo>
                    <a:pt x="103632" y="129540"/>
                    <a:pt x="103632" y="129540"/>
                    <a:pt x="102108" y="129540"/>
                  </a:cubicBezTo>
                  <a:lnTo>
                    <a:pt x="92964" y="135636"/>
                  </a:lnTo>
                  <a:cubicBezTo>
                    <a:pt x="92964" y="135636"/>
                    <a:pt x="91440" y="135636"/>
                    <a:pt x="91440" y="135636"/>
                  </a:cubicBezTo>
                  <a:lnTo>
                    <a:pt x="86868" y="138684"/>
                  </a:lnTo>
                  <a:lnTo>
                    <a:pt x="80772" y="140208"/>
                  </a:lnTo>
                  <a:lnTo>
                    <a:pt x="73152" y="141732"/>
                  </a:lnTo>
                  <a:lnTo>
                    <a:pt x="67056" y="141732"/>
                  </a:lnTo>
                  <a:lnTo>
                    <a:pt x="59436" y="141732"/>
                  </a:lnTo>
                  <a:lnTo>
                    <a:pt x="53340" y="140208"/>
                  </a:lnTo>
                  <a:lnTo>
                    <a:pt x="47244" y="138684"/>
                  </a:lnTo>
                  <a:lnTo>
                    <a:pt x="41148" y="135636"/>
                  </a:lnTo>
                  <a:cubicBezTo>
                    <a:pt x="41148" y="135636"/>
                    <a:pt x="39624" y="135636"/>
                    <a:pt x="39624" y="135636"/>
                  </a:cubicBezTo>
                  <a:lnTo>
                    <a:pt x="30480" y="129540"/>
                  </a:lnTo>
                  <a:cubicBezTo>
                    <a:pt x="28956" y="129540"/>
                    <a:pt x="28956" y="129540"/>
                    <a:pt x="28956" y="129540"/>
                  </a:cubicBezTo>
                  <a:lnTo>
                    <a:pt x="19812" y="121920"/>
                  </a:lnTo>
                  <a:cubicBezTo>
                    <a:pt x="19812" y="120396"/>
                    <a:pt x="19812" y="120396"/>
                    <a:pt x="19812" y="120396"/>
                  </a:cubicBezTo>
                  <a:lnTo>
                    <a:pt x="12192" y="111252"/>
                  </a:lnTo>
                  <a:cubicBezTo>
                    <a:pt x="12192" y="111252"/>
                    <a:pt x="12192" y="109728"/>
                    <a:pt x="12192" y="109728"/>
                  </a:cubicBezTo>
                  <a:lnTo>
                    <a:pt x="6096" y="99060"/>
                  </a:lnTo>
                  <a:cubicBezTo>
                    <a:pt x="6096" y="99060"/>
                    <a:pt x="6096" y="99060"/>
                    <a:pt x="6096" y="97536"/>
                  </a:cubicBezTo>
                  <a:lnTo>
                    <a:pt x="1524" y="85344"/>
                  </a:lnTo>
                  <a:lnTo>
                    <a:pt x="1524" y="79248"/>
                  </a:lnTo>
                  <a:close/>
                  <a:moveTo>
                    <a:pt x="13716" y="85344"/>
                  </a:moveTo>
                  <a:lnTo>
                    <a:pt x="13716" y="89916"/>
                  </a:lnTo>
                  <a:lnTo>
                    <a:pt x="18288" y="102108"/>
                  </a:lnTo>
                  <a:lnTo>
                    <a:pt x="15240" y="102108"/>
                  </a:lnTo>
                  <a:lnTo>
                    <a:pt x="21336" y="112776"/>
                  </a:lnTo>
                  <a:lnTo>
                    <a:pt x="21336" y="111252"/>
                  </a:lnTo>
                  <a:lnTo>
                    <a:pt x="27432" y="121920"/>
                  </a:lnTo>
                  <a:lnTo>
                    <a:pt x="27432" y="120396"/>
                  </a:lnTo>
                  <a:lnTo>
                    <a:pt x="36576" y="128016"/>
                  </a:lnTo>
                  <a:lnTo>
                    <a:pt x="35052" y="128016"/>
                  </a:lnTo>
                  <a:lnTo>
                    <a:pt x="45720" y="134112"/>
                  </a:lnTo>
                  <a:lnTo>
                    <a:pt x="44196" y="134112"/>
                  </a:lnTo>
                  <a:lnTo>
                    <a:pt x="50292" y="135636"/>
                  </a:lnTo>
                  <a:lnTo>
                    <a:pt x="54864" y="137160"/>
                  </a:lnTo>
                  <a:lnTo>
                    <a:pt x="60960" y="138684"/>
                  </a:lnTo>
                  <a:lnTo>
                    <a:pt x="65532" y="138684"/>
                  </a:lnTo>
                  <a:lnTo>
                    <a:pt x="71628" y="138684"/>
                  </a:lnTo>
                  <a:lnTo>
                    <a:pt x="77724" y="137160"/>
                  </a:lnTo>
                  <a:lnTo>
                    <a:pt x="82296" y="135636"/>
                  </a:lnTo>
                  <a:lnTo>
                    <a:pt x="88392" y="134112"/>
                  </a:lnTo>
                  <a:lnTo>
                    <a:pt x="86868" y="134112"/>
                  </a:lnTo>
                  <a:lnTo>
                    <a:pt x="97536" y="128016"/>
                  </a:lnTo>
                  <a:lnTo>
                    <a:pt x="96012" y="128016"/>
                  </a:lnTo>
                  <a:lnTo>
                    <a:pt x="105156" y="120396"/>
                  </a:lnTo>
                  <a:lnTo>
                    <a:pt x="105156" y="114300"/>
                  </a:lnTo>
                  <a:lnTo>
                    <a:pt x="111252" y="103632"/>
                  </a:lnTo>
                  <a:lnTo>
                    <a:pt x="111252" y="105156"/>
                  </a:lnTo>
                  <a:lnTo>
                    <a:pt x="117348" y="94488"/>
                  </a:lnTo>
                  <a:lnTo>
                    <a:pt x="120396" y="83820"/>
                  </a:lnTo>
                  <a:lnTo>
                    <a:pt x="120396" y="77724"/>
                  </a:lnTo>
                  <a:lnTo>
                    <a:pt x="121920" y="71628"/>
                  </a:lnTo>
                  <a:lnTo>
                    <a:pt x="120396" y="65532"/>
                  </a:lnTo>
                  <a:lnTo>
                    <a:pt x="120396" y="59436"/>
                  </a:lnTo>
                  <a:lnTo>
                    <a:pt x="117348" y="47244"/>
                  </a:lnTo>
                  <a:lnTo>
                    <a:pt x="117348" y="48768"/>
                  </a:lnTo>
                  <a:lnTo>
                    <a:pt x="111252" y="36576"/>
                  </a:lnTo>
                  <a:lnTo>
                    <a:pt x="111252" y="38100"/>
                  </a:lnTo>
                  <a:lnTo>
                    <a:pt x="105156" y="28956"/>
                  </a:lnTo>
                  <a:lnTo>
                    <a:pt x="96012" y="21336"/>
                  </a:lnTo>
                  <a:lnTo>
                    <a:pt x="97536" y="21336"/>
                  </a:lnTo>
                  <a:lnTo>
                    <a:pt x="86868" y="15240"/>
                  </a:lnTo>
                  <a:lnTo>
                    <a:pt x="88392" y="16764"/>
                  </a:lnTo>
                  <a:lnTo>
                    <a:pt x="82296" y="13716"/>
                  </a:lnTo>
                  <a:lnTo>
                    <a:pt x="77724" y="12192"/>
                  </a:lnTo>
                  <a:lnTo>
                    <a:pt x="71628" y="12192"/>
                  </a:lnTo>
                  <a:lnTo>
                    <a:pt x="67056" y="12192"/>
                  </a:lnTo>
                  <a:lnTo>
                    <a:pt x="60960" y="12192"/>
                  </a:lnTo>
                  <a:lnTo>
                    <a:pt x="56388" y="12192"/>
                  </a:lnTo>
                  <a:lnTo>
                    <a:pt x="50292" y="13716"/>
                  </a:lnTo>
                  <a:lnTo>
                    <a:pt x="44196" y="16764"/>
                  </a:lnTo>
                  <a:lnTo>
                    <a:pt x="45720" y="15240"/>
                  </a:lnTo>
                  <a:lnTo>
                    <a:pt x="35052" y="21336"/>
                  </a:lnTo>
                  <a:lnTo>
                    <a:pt x="36576" y="21336"/>
                  </a:lnTo>
                  <a:lnTo>
                    <a:pt x="27432" y="28956"/>
                  </a:lnTo>
                  <a:lnTo>
                    <a:pt x="21336" y="38100"/>
                  </a:lnTo>
                  <a:lnTo>
                    <a:pt x="21336" y="36576"/>
                  </a:lnTo>
                  <a:lnTo>
                    <a:pt x="15240" y="48768"/>
                  </a:lnTo>
                  <a:lnTo>
                    <a:pt x="16764" y="47244"/>
                  </a:lnTo>
                  <a:lnTo>
                    <a:pt x="12192" y="59436"/>
                  </a:lnTo>
                  <a:lnTo>
                    <a:pt x="12192" y="64008"/>
                  </a:lnTo>
                  <a:lnTo>
                    <a:pt x="12192" y="71628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63500" y="154940"/>
              <a:ext cx="132588" cy="129540"/>
            </a:xfrm>
            <a:custGeom>
              <a:rect b="b" l="l" r="r" t="t"/>
              <a:pathLst>
                <a:path extrusionOk="0" h="129540" w="132588">
                  <a:moveTo>
                    <a:pt x="0" y="65532"/>
                  </a:moveTo>
                  <a:lnTo>
                    <a:pt x="1524" y="57912"/>
                  </a:lnTo>
                  <a:lnTo>
                    <a:pt x="1524" y="51816"/>
                  </a:lnTo>
                  <a:cubicBezTo>
                    <a:pt x="1524" y="51816"/>
                    <a:pt x="1524" y="51816"/>
                    <a:pt x="1524" y="50292"/>
                  </a:cubicBezTo>
                  <a:lnTo>
                    <a:pt x="6096" y="39624"/>
                  </a:lnTo>
                  <a:cubicBezTo>
                    <a:pt x="6096" y="39624"/>
                    <a:pt x="6096" y="39624"/>
                    <a:pt x="6096" y="38100"/>
                  </a:cubicBezTo>
                  <a:lnTo>
                    <a:pt x="12192" y="28956"/>
                  </a:lnTo>
                  <a:cubicBezTo>
                    <a:pt x="12192" y="28956"/>
                    <a:pt x="12192" y="28956"/>
                    <a:pt x="12192" y="27432"/>
                  </a:cubicBezTo>
                  <a:lnTo>
                    <a:pt x="19812" y="19812"/>
                  </a:lnTo>
                  <a:cubicBezTo>
                    <a:pt x="19812" y="18288"/>
                    <a:pt x="19812" y="18288"/>
                    <a:pt x="19812" y="18288"/>
                  </a:cubicBezTo>
                  <a:lnTo>
                    <a:pt x="28956" y="10668"/>
                  </a:lnTo>
                  <a:cubicBezTo>
                    <a:pt x="28956" y="10668"/>
                    <a:pt x="30480" y="10668"/>
                    <a:pt x="30480" y="10668"/>
                  </a:cubicBezTo>
                  <a:lnTo>
                    <a:pt x="39624" y="4572"/>
                  </a:lnTo>
                  <a:cubicBezTo>
                    <a:pt x="41148" y="4572"/>
                    <a:pt x="41148" y="4572"/>
                    <a:pt x="41148" y="4572"/>
                  </a:cubicBezTo>
                  <a:lnTo>
                    <a:pt x="53340" y="1524"/>
                  </a:lnTo>
                  <a:lnTo>
                    <a:pt x="59436" y="0"/>
                  </a:lnTo>
                  <a:lnTo>
                    <a:pt x="65532" y="0"/>
                  </a:lnTo>
                  <a:lnTo>
                    <a:pt x="73152" y="0"/>
                  </a:lnTo>
                  <a:lnTo>
                    <a:pt x="79248" y="1524"/>
                  </a:lnTo>
                  <a:lnTo>
                    <a:pt x="91440" y="4572"/>
                  </a:lnTo>
                  <a:cubicBezTo>
                    <a:pt x="91440" y="4572"/>
                    <a:pt x="91440" y="4572"/>
                    <a:pt x="92964" y="4572"/>
                  </a:cubicBezTo>
                  <a:lnTo>
                    <a:pt x="102108" y="10668"/>
                  </a:lnTo>
                  <a:cubicBezTo>
                    <a:pt x="103632" y="10668"/>
                    <a:pt x="103632" y="10668"/>
                    <a:pt x="103632" y="10668"/>
                  </a:cubicBezTo>
                  <a:lnTo>
                    <a:pt x="112776" y="18288"/>
                  </a:lnTo>
                  <a:cubicBezTo>
                    <a:pt x="112776" y="18288"/>
                    <a:pt x="112776" y="18288"/>
                    <a:pt x="112776" y="19812"/>
                  </a:cubicBezTo>
                  <a:lnTo>
                    <a:pt x="120396" y="27432"/>
                  </a:lnTo>
                  <a:cubicBezTo>
                    <a:pt x="120396" y="28956"/>
                    <a:pt x="120396" y="28956"/>
                    <a:pt x="120396" y="28956"/>
                  </a:cubicBezTo>
                  <a:lnTo>
                    <a:pt x="126492" y="38100"/>
                  </a:lnTo>
                  <a:cubicBezTo>
                    <a:pt x="126492" y="39624"/>
                    <a:pt x="126492" y="39624"/>
                    <a:pt x="126492" y="39624"/>
                  </a:cubicBezTo>
                  <a:lnTo>
                    <a:pt x="131064" y="50292"/>
                  </a:lnTo>
                  <a:cubicBezTo>
                    <a:pt x="131064" y="51816"/>
                    <a:pt x="131064" y="51816"/>
                    <a:pt x="131064" y="51816"/>
                  </a:cubicBezTo>
                  <a:lnTo>
                    <a:pt x="131064" y="57912"/>
                  </a:lnTo>
                  <a:lnTo>
                    <a:pt x="132588" y="64008"/>
                  </a:lnTo>
                  <a:lnTo>
                    <a:pt x="131064" y="70104"/>
                  </a:lnTo>
                  <a:lnTo>
                    <a:pt x="131064" y="77724"/>
                  </a:lnTo>
                  <a:lnTo>
                    <a:pt x="126492" y="89916"/>
                  </a:lnTo>
                  <a:lnTo>
                    <a:pt x="120396" y="100584"/>
                  </a:lnTo>
                  <a:lnTo>
                    <a:pt x="112776" y="109728"/>
                  </a:lnTo>
                  <a:cubicBezTo>
                    <a:pt x="112776" y="109728"/>
                    <a:pt x="112776" y="109728"/>
                    <a:pt x="112776" y="111252"/>
                  </a:cubicBezTo>
                  <a:lnTo>
                    <a:pt x="103632" y="117348"/>
                  </a:lnTo>
                  <a:cubicBezTo>
                    <a:pt x="103632" y="117348"/>
                    <a:pt x="103632" y="118872"/>
                    <a:pt x="102108" y="118872"/>
                  </a:cubicBezTo>
                  <a:lnTo>
                    <a:pt x="92964" y="123444"/>
                  </a:lnTo>
                  <a:cubicBezTo>
                    <a:pt x="91440" y="123444"/>
                    <a:pt x="91440" y="123444"/>
                    <a:pt x="91440" y="124968"/>
                  </a:cubicBezTo>
                  <a:lnTo>
                    <a:pt x="80772" y="128016"/>
                  </a:lnTo>
                  <a:lnTo>
                    <a:pt x="73152" y="129540"/>
                  </a:lnTo>
                  <a:lnTo>
                    <a:pt x="67056" y="129540"/>
                  </a:lnTo>
                  <a:lnTo>
                    <a:pt x="59436" y="129540"/>
                  </a:lnTo>
                  <a:lnTo>
                    <a:pt x="53340" y="128016"/>
                  </a:lnTo>
                  <a:lnTo>
                    <a:pt x="41148" y="124968"/>
                  </a:lnTo>
                  <a:cubicBezTo>
                    <a:pt x="41148" y="123444"/>
                    <a:pt x="41148" y="123444"/>
                    <a:pt x="39624" y="123444"/>
                  </a:cubicBezTo>
                  <a:lnTo>
                    <a:pt x="30480" y="118872"/>
                  </a:lnTo>
                  <a:cubicBezTo>
                    <a:pt x="30480" y="118872"/>
                    <a:pt x="28956" y="117348"/>
                    <a:pt x="28956" y="117348"/>
                  </a:cubicBezTo>
                  <a:lnTo>
                    <a:pt x="19812" y="111252"/>
                  </a:lnTo>
                  <a:cubicBezTo>
                    <a:pt x="19812" y="109728"/>
                    <a:pt x="19812" y="109728"/>
                    <a:pt x="19812" y="109728"/>
                  </a:cubicBezTo>
                  <a:lnTo>
                    <a:pt x="12192" y="100584"/>
                  </a:lnTo>
                  <a:lnTo>
                    <a:pt x="6096" y="89916"/>
                  </a:lnTo>
                  <a:lnTo>
                    <a:pt x="1524" y="77724"/>
                  </a:lnTo>
                  <a:lnTo>
                    <a:pt x="1524" y="71628"/>
                  </a:lnTo>
                  <a:close/>
                  <a:moveTo>
                    <a:pt x="13716" y="76200"/>
                  </a:moveTo>
                  <a:lnTo>
                    <a:pt x="13716" y="82296"/>
                  </a:lnTo>
                  <a:lnTo>
                    <a:pt x="13716" y="80772"/>
                  </a:lnTo>
                  <a:lnTo>
                    <a:pt x="18288" y="91440"/>
                  </a:lnTo>
                  <a:lnTo>
                    <a:pt x="15240" y="91440"/>
                  </a:lnTo>
                  <a:lnTo>
                    <a:pt x="21336" y="100584"/>
                  </a:lnTo>
                  <a:lnTo>
                    <a:pt x="27432" y="108204"/>
                  </a:lnTo>
                  <a:lnTo>
                    <a:pt x="36576" y="115824"/>
                  </a:lnTo>
                  <a:lnTo>
                    <a:pt x="35052" y="114300"/>
                  </a:lnTo>
                  <a:lnTo>
                    <a:pt x="45720" y="120396"/>
                  </a:lnTo>
                  <a:lnTo>
                    <a:pt x="44196" y="120396"/>
                  </a:lnTo>
                  <a:lnTo>
                    <a:pt x="54864" y="123444"/>
                  </a:lnTo>
                  <a:lnTo>
                    <a:pt x="60960" y="123444"/>
                  </a:lnTo>
                  <a:lnTo>
                    <a:pt x="65532" y="124968"/>
                  </a:lnTo>
                  <a:lnTo>
                    <a:pt x="71628" y="123444"/>
                  </a:lnTo>
                  <a:lnTo>
                    <a:pt x="76200" y="123444"/>
                  </a:lnTo>
                  <a:lnTo>
                    <a:pt x="88392" y="120396"/>
                  </a:lnTo>
                  <a:lnTo>
                    <a:pt x="86868" y="120396"/>
                  </a:lnTo>
                  <a:lnTo>
                    <a:pt x="97536" y="114300"/>
                  </a:lnTo>
                  <a:lnTo>
                    <a:pt x="96012" y="115824"/>
                  </a:lnTo>
                  <a:lnTo>
                    <a:pt x="105156" y="108204"/>
                  </a:lnTo>
                  <a:lnTo>
                    <a:pt x="112776" y="100584"/>
                  </a:lnTo>
                  <a:lnTo>
                    <a:pt x="111252" y="100584"/>
                  </a:lnTo>
                  <a:lnTo>
                    <a:pt x="117348" y="91440"/>
                  </a:lnTo>
                  <a:lnTo>
                    <a:pt x="120396" y="80772"/>
                  </a:lnTo>
                  <a:lnTo>
                    <a:pt x="120396" y="82296"/>
                  </a:lnTo>
                  <a:lnTo>
                    <a:pt x="120396" y="76200"/>
                  </a:lnTo>
                  <a:lnTo>
                    <a:pt x="121920" y="71628"/>
                  </a:lnTo>
                  <a:lnTo>
                    <a:pt x="120396" y="65532"/>
                  </a:lnTo>
                  <a:lnTo>
                    <a:pt x="120396" y="53340"/>
                  </a:lnTo>
                  <a:lnTo>
                    <a:pt x="120396" y="54864"/>
                  </a:lnTo>
                  <a:lnTo>
                    <a:pt x="117348" y="42672"/>
                  </a:lnTo>
                  <a:lnTo>
                    <a:pt x="117348" y="44196"/>
                  </a:lnTo>
                  <a:lnTo>
                    <a:pt x="111252" y="33528"/>
                  </a:lnTo>
                  <a:lnTo>
                    <a:pt x="112776" y="35052"/>
                  </a:lnTo>
                  <a:lnTo>
                    <a:pt x="105156" y="25908"/>
                  </a:lnTo>
                  <a:lnTo>
                    <a:pt x="105156" y="27432"/>
                  </a:lnTo>
                  <a:lnTo>
                    <a:pt x="96012" y="19812"/>
                  </a:lnTo>
                  <a:lnTo>
                    <a:pt x="97536" y="19812"/>
                  </a:lnTo>
                  <a:lnTo>
                    <a:pt x="86868" y="15240"/>
                  </a:lnTo>
                  <a:lnTo>
                    <a:pt x="88392" y="15240"/>
                  </a:lnTo>
                  <a:lnTo>
                    <a:pt x="77724" y="12192"/>
                  </a:lnTo>
                  <a:lnTo>
                    <a:pt x="71628" y="10668"/>
                  </a:lnTo>
                  <a:lnTo>
                    <a:pt x="67056" y="10668"/>
                  </a:lnTo>
                  <a:lnTo>
                    <a:pt x="60960" y="10668"/>
                  </a:lnTo>
                  <a:lnTo>
                    <a:pt x="56388" y="12192"/>
                  </a:lnTo>
                  <a:lnTo>
                    <a:pt x="44196" y="15240"/>
                  </a:lnTo>
                  <a:lnTo>
                    <a:pt x="45720" y="15240"/>
                  </a:lnTo>
                  <a:lnTo>
                    <a:pt x="35052" y="19812"/>
                  </a:lnTo>
                  <a:lnTo>
                    <a:pt x="36576" y="19812"/>
                  </a:lnTo>
                  <a:lnTo>
                    <a:pt x="27432" y="27432"/>
                  </a:lnTo>
                  <a:lnTo>
                    <a:pt x="27432" y="25908"/>
                  </a:lnTo>
                  <a:lnTo>
                    <a:pt x="21336" y="35052"/>
                  </a:lnTo>
                  <a:lnTo>
                    <a:pt x="21336" y="33528"/>
                  </a:lnTo>
                  <a:lnTo>
                    <a:pt x="15240" y="44196"/>
                  </a:lnTo>
                  <a:lnTo>
                    <a:pt x="16764" y="42672"/>
                  </a:lnTo>
                  <a:lnTo>
                    <a:pt x="12192" y="54864"/>
                  </a:lnTo>
                  <a:lnTo>
                    <a:pt x="12192" y="53340"/>
                  </a:lnTo>
                  <a:lnTo>
                    <a:pt x="12192" y="59436"/>
                  </a:lnTo>
                  <a:lnTo>
                    <a:pt x="12192" y="64008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29"/>
          <p:cNvGrpSpPr/>
          <p:nvPr/>
        </p:nvGrpSpPr>
        <p:grpSpPr>
          <a:xfrm>
            <a:off x="4124206" y="1341995"/>
            <a:ext cx="107470" cy="167453"/>
            <a:chOff x="63500" y="63500"/>
            <a:chExt cx="196596" cy="306324"/>
          </a:xfrm>
        </p:grpSpPr>
        <p:sp>
          <p:nvSpPr>
            <p:cNvPr id="378" name="Google Shape;378;p29"/>
            <p:cNvSpPr/>
            <p:nvPr/>
          </p:nvSpPr>
          <p:spPr>
            <a:xfrm>
              <a:off x="69596" y="68072"/>
              <a:ext cx="184404" cy="150876"/>
            </a:xfrm>
            <a:custGeom>
              <a:rect b="b" l="l" r="r" t="t"/>
              <a:pathLst>
                <a:path extrusionOk="0" h="150876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50876"/>
                  </a:lnTo>
                  <a:lnTo>
                    <a:pt x="0" y="150876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379" name="Google Shape;379;p29"/>
            <p:cNvSpPr/>
            <p:nvPr/>
          </p:nvSpPr>
          <p:spPr>
            <a:xfrm>
              <a:off x="63500" y="63500"/>
              <a:ext cx="196596" cy="306324"/>
            </a:xfrm>
            <a:custGeom>
              <a:rect b="b" l="l" r="r" t="t"/>
              <a:pathLst>
                <a:path extrusionOk="0" h="306324" w="19659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1524"/>
                    <a:pt x="196596" y="4572"/>
                  </a:cubicBezTo>
                  <a:lnTo>
                    <a:pt x="196596" y="155448"/>
                  </a:lnTo>
                  <a:cubicBezTo>
                    <a:pt x="196596" y="158496"/>
                    <a:pt x="193548" y="160020"/>
                    <a:pt x="190500" y="160020"/>
                  </a:cubicBezTo>
                  <a:lnTo>
                    <a:pt x="6096" y="160020"/>
                  </a:lnTo>
                  <a:cubicBezTo>
                    <a:pt x="3048" y="160020"/>
                    <a:pt x="0" y="158496"/>
                    <a:pt x="0" y="155448"/>
                  </a:cubicBezTo>
                  <a:close/>
                  <a:moveTo>
                    <a:pt x="12192" y="306324"/>
                  </a:moveTo>
                  <a:lnTo>
                    <a:pt x="6096" y="300228"/>
                  </a:lnTo>
                  <a:lnTo>
                    <a:pt x="190500" y="300228"/>
                  </a:lnTo>
                  <a:lnTo>
                    <a:pt x="185928" y="306324"/>
                  </a:lnTo>
                  <a:lnTo>
                    <a:pt x="185928" y="4572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0" name="Google Shape;380;p29"/>
          <p:cNvSpPr/>
          <p:nvPr/>
        </p:nvSpPr>
        <p:spPr>
          <a:xfrm>
            <a:off x="3395517" y="867403"/>
            <a:ext cx="176894" cy="408498"/>
          </a:xfrm>
          <a:custGeom>
            <a:rect b="b" l="l" r="r" t="t"/>
            <a:pathLst>
              <a:path extrusionOk="0" h="816995" w="353789">
                <a:moveTo>
                  <a:pt x="0" y="0"/>
                </a:moveTo>
                <a:lnTo>
                  <a:pt x="353789" y="0"/>
                </a:lnTo>
                <a:lnTo>
                  <a:pt x="353789" y="816995"/>
                </a:lnTo>
                <a:lnTo>
                  <a:pt x="0" y="816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29"/>
          <p:cNvSpPr/>
          <p:nvPr/>
        </p:nvSpPr>
        <p:spPr>
          <a:xfrm>
            <a:off x="3751253" y="867403"/>
            <a:ext cx="176061" cy="406832"/>
          </a:xfrm>
          <a:custGeom>
            <a:rect b="b" l="l" r="r" t="t"/>
            <a:pathLst>
              <a:path extrusionOk="0" h="813663" w="352122">
                <a:moveTo>
                  <a:pt x="0" y="0"/>
                </a:moveTo>
                <a:lnTo>
                  <a:pt x="352123" y="0"/>
                </a:lnTo>
                <a:lnTo>
                  <a:pt x="352123" y="813663"/>
                </a:lnTo>
                <a:lnTo>
                  <a:pt x="0" y="8136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29"/>
          <p:cNvSpPr/>
          <p:nvPr/>
        </p:nvSpPr>
        <p:spPr>
          <a:xfrm>
            <a:off x="4160865" y="1134554"/>
            <a:ext cx="32491" cy="378230"/>
          </a:xfrm>
          <a:custGeom>
            <a:rect b="b" l="l" r="r" t="t"/>
            <a:pathLst>
              <a:path extrusionOk="0" h="922528" w="79248">
                <a:moveTo>
                  <a:pt x="0" y="0"/>
                </a:moveTo>
                <a:lnTo>
                  <a:pt x="79248" y="0"/>
                </a:lnTo>
                <a:lnTo>
                  <a:pt x="79248" y="922528"/>
                </a:lnTo>
                <a:lnTo>
                  <a:pt x="0" y="9225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3" name="Google Shape;383;p29"/>
          <p:cNvSpPr/>
          <p:nvPr/>
        </p:nvSpPr>
        <p:spPr>
          <a:xfrm>
            <a:off x="3465222" y="852965"/>
            <a:ext cx="723135" cy="34991"/>
          </a:xfrm>
          <a:custGeom>
            <a:rect b="b" l="l" r="r" t="t"/>
            <a:pathLst>
              <a:path extrusionOk="0" h="85344" w="1763776">
                <a:moveTo>
                  <a:pt x="0" y="0"/>
                </a:moveTo>
                <a:lnTo>
                  <a:pt x="1763776" y="0"/>
                </a:lnTo>
                <a:lnTo>
                  <a:pt x="1763776" y="85344"/>
                </a:lnTo>
                <a:lnTo>
                  <a:pt x="0" y="85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29"/>
          <p:cNvSpPr/>
          <p:nvPr/>
        </p:nvSpPr>
        <p:spPr>
          <a:xfrm>
            <a:off x="3824291" y="857130"/>
            <a:ext cx="34990" cy="67482"/>
          </a:xfrm>
          <a:custGeom>
            <a:rect b="b" l="l" r="r" t="t"/>
            <a:pathLst>
              <a:path extrusionOk="0" h="164592" w="85344">
                <a:moveTo>
                  <a:pt x="0" y="0"/>
                </a:moveTo>
                <a:lnTo>
                  <a:pt x="85344" y="0"/>
                </a:lnTo>
                <a:lnTo>
                  <a:pt x="85344" y="164592"/>
                </a:lnTo>
                <a:lnTo>
                  <a:pt x="0" y="164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29"/>
          <p:cNvSpPr/>
          <p:nvPr/>
        </p:nvSpPr>
        <p:spPr>
          <a:xfrm>
            <a:off x="3821791" y="980430"/>
            <a:ext cx="34990" cy="69148"/>
          </a:xfrm>
          <a:custGeom>
            <a:rect b="b" l="l" r="r" t="t"/>
            <a:pathLst>
              <a:path extrusionOk="0" h="168656" w="85344">
                <a:moveTo>
                  <a:pt x="0" y="0"/>
                </a:moveTo>
                <a:lnTo>
                  <a:pt x="85344" y="0"/>
                </a:lnTo>
                <a:lnTo>
                  <a:pt x="85344" y="168656"/>
                </a:lnTo>
                <a:lnTo>
                  <a:pt x="0" y="168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6" name="Google Shape;386;p29"/>
          <p:cNvSpPr/>
          <p:nvPr/>
        </p:nvSpPr>
        <p:spPr>
          <a:xfrm>
            <a:off x="3465222" y="855464"/>
            <a:ext cx="34990" cy="66649"/>
          </a:xfrm>
          <a:custGeom>
            <a:rect b="b" l="l" r="r" t="t"/>
            <a:pathLst>
              <a:path extrusionOk="0" h="162560" w="85344">
                <a:moveTo>
                  <a:pt x="0" y="0"/>
                </a:moveTo>
                <a:lnTo>
                  <a:pt x="85344" y="0"/>
                </a:lnTo>
                <a:lnTo>
                  <a:pt x="85344" y="162560"/>
                </a:lnTo>
                <a:lnTo>
                  <a:pt x="0" y="162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7" name="Google Shape;387;p29"/>
          <p:cNvSpPr/>
          <p:nvPr/>
        </p:nvSpPr>
        <p:spPr>
          <a:xfrm>
            <a:off x="3462723" y="982096"/>
            <a:ext cx="34990" cy="69148"/>
          </a:xfrm>
          <a:custGeom>
            <a:rect b="b" l="l" r="r" t="t"/>
            <a:pathLst>
              <a:path extrusionOk="0" h="168656" w="85344">
                <a:moveTo>
                  <a:pt x="0" y="0"/>
                </a:moveTo>
                <a:lnTo>
                  <a:pt x="85344" y="0"/>
                </a:lnTo>
                <a:lnTo>
                  <a:pt x="85344" y="168656"/>
                </a:lnTo>
                <a:lnTo>
                  <a:pt x="0" y="168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8" name="Google Shape;388;p29"/>
          <p:cNvSpPr/>
          <p:nvPr/>
        </p:nvSpPr>
        <p:spPr>
          <a:xfrm>
            <a:off x="1050050" y="1484458"/>
            <a:ext cx="32491" cy="125799"/>
          </a:xfrm>
          <a:custGeom>
            <a:rect b="b" l="l" r="r" t="t"/>
            <a:pathLst>
              <a:path extrusionOk="0" h="306832" w="79248">
                <a:moveTo>
                  <a:pt x="0" y="0"/>
                </a:moveTo>
                <a:lnTo>
                  <a:pt x="79248" y="0"/>
                </a:lnTo>
                <a:lnTo>
                  <a:pt x="79248" y="306832"/>
                </a:lnTo>
                <a:lnTo>
                  <a:pt x="0" y="30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9" name="Google Shape;389;p29"/>
          <p:cNvGrpSpPr/>
          <p:nvPr/>
        </p:nvGrpSpPr>
        <p:grpSpPr>
          <a:xfrm>
            <a:off x="1015057" y="1546939"/>
            <a:ext cx="106636" cy="149124"/>
            <a:chOff x="63500" y="63500"/>
            <a:chExt cx="195072" cy="272796"/>
          </a:xfrm>
        </p:grpSpPr>
        <p:sp>
          <p:nvSpPr>
            <p:cNvPr id="390" name="Google Shape;390;p29"/>
            <p:cNvSpPr/>
            <p:nvPr/>
          </p:nvSpPr>
          <p:spPr>
            <a:xfrm>
              <a:off x="68072" y="68072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391" name="Google Shape;391;p29"/>
            <p:cNvSpPr/>
            <p:nvPr/>
          </p:nvSpPr>
          <p:spPr>
            <a:xfrm>
              <a:off x="63500" y="63500"/>
              <a:ext cx="195072" cy="272796"/>
            </a:xfrm>
            <a:custGeom>
              <a:rect b="b" l="l" r="r" t="t"/>
              <a:pathLst>
                <a:path extrusionOk="0" h="272796" w="195072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5072" y="1524"/>
                    <a:pt x="195072" y="4572"/>
                  </a:cubicBezTo>
                  <a:lnTo>
                    <a:pt x="195072" y="138684"/>
                  </a:lnTo>
                  <a:cubicBezTo>
                    <a:pt x="195072" y="141732"/>
                    <a:pt x="193548" y="144780"/>
                    <a:pt x="190500" y="144780"/>
                  </a:cubicBezTo>
                  <a:lnTo>
                    <a:pt x="4572" y="144780"/>
                  </a:lnTo>
                  <a:cubicBezTo>
                    <a:pt x="1524" y="144780"/>
                    <a:pt x="0" y="141732"/>
                    <a:pt x="0" y="138684"/>
                  </a:cubicBezTo>
                  <a:close/>
                  <a:moveTo>
                    <a:pt x="10668" y="272796"/>
                  </a:moveTo>
                  <a:lnTo>
                    <a:pt x="4572" y="268224"/>
                  </a:lnTo>
                  <a:lnTo>
                    <a:pt x="190500" y="268224"/>
                  </a:lnTo>
                  <a:lnTo>
                    <a:pt x="184404" y="272796"/>
                  </a:lnTo>
                  <a:lnTo>
                    <a:pt x="184404" y="4572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9"/>
          <p:cNvSpPr/>
          <p:nvPr/>
        </p:nvSpPr>
        <p:spPr>
          <a:xfrm>
            <a:off x="1025057" y="1614423"/>
            <a:ext cx="82477" cy="157457"/>
          </a:xfrm>
          <a:custGeom>
            <a:rect b="b" l="l" r="r" t="t"/>
            <a:pathLst>
              <a:path extrusionOk="0" h="384048" w="201168">
                <a:moveTo>
                  <a:pt x="0" y="0"/>
                </a:moveTo>
                <a:lnTo>
                  <a:pt x="201168" y="0"/>
                </a:lnTo>
                <a:lnTo>
                  <a:pt x="201168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3" name="Google Shape;393;p29"/>
          <p:cNvGrpSpPr/>
          <p:nvPr/>
        </p:nvGrpSpPr>
        <p:grpSpPr>
          <a:xfrm>
            <a:off x="1021722" y="1553604"/>
            <a:ext cx="93307" cy="129130"/>
            <a:chOff x="63500" y="63500"/>
            <a:chExt cx="170688" cy="236220"/>
          </a:xfrm>
        </p:grpSpPr>
        <p:sp>
          <p:nvSpPr>
            <p:cNvPr id="394" name="Google Shape;394;p29"/>
            <p:cNvSpPr/>
            <p:nvPr/>
          </p:nvSpPr>
          <p:spPr>
            <a:xfrm>
              <a:off x="65024" y="65024"/>
              <a:ext cx="167640" cy="117348"/>
            </a:xfrm>
            <a:custGeom>
              <a:rect b="b" l="l" r="r" t="t"/>
              <a:pathLst>
                <a:path extrusionOk="0" h="117348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395" name="Google Shape;395;p29"/>
            <p:cNvSpPr/>
            <p:nvPr/>
          </p:nvSpPr>
          <p:spPr>
            <a:xfrm>
              <a:off x="63500" y="63500"/>
              <a:ext cx="170688" cy="236220"/>
            </a:xfrm>
            <a:custGeom>
              <a:rect b="b" l="l" r="r" t="t"/>
              <a:pathLst>
                <a:path extrusionOk="0" h="236220" w="170688">
                  <a:moveTo>
                    <a:pt x="0" y="1524"/>
                  </a:moveTo>
                  <a:cubicBezTo>
                    <a:pt x="0" y="0"/>
                    <a:pt x="0" y="0"/>
                    <a:pt x="1524" y="0"/>
                  </a:cubicBezTo>
                  <a:lnTo>
                    <a:pt x="169164" y="0"/>
                  </a:lnTo>
                  <a:cubicBezTo>
                    <a:pt x="170688" y="0"/>
                    <a:pt x="170688" y="0"/>
                    <a:pt x="170688" y="1524"/>
                  </a:cubicBezTo>
                  <a:lnTo>
                    <a:pt x="170688" y="118872"/>
                  </a:lnTo>
                  <a:cubicBezTo>
                    <a:pt x="170688" y="120396"/>
                    <a:pt x="170688" y="120396"/>
                    <a:pt x="169164" y="120396"/>
                  </a:cubicBezTo>
                  <a:lnTo>
                    <a:pt x="1524" y="120396"/>
                  </a:lnTo>
                  <a:cubicBezTo>
                    <a:pt x="0" y="120396"/>
                    <a:pt x="0" y="120396"/>
                    <a:pt x="0" y="118872"/>
                  </a:cubicBezTo>
                  <a:close/>
                  <a:moveTo>
                    <a:pt x="3048" y="236220"/>
                  </a:moveTo>
                  <a:lnTo>
                    <a:pt x="1524" y="234696"/>
                  </a:lnTo>
                  <a:lnTo>
                    <a:pt x="169164" y="234696"/>
                  </a:lnTo>
                  <a:lnTo>
                    <a:pt x="167640" y="236220"/>
                  </a:lnTo>
                  <a:lnTo>
                    <a:pt x="167640" y="1524"/>
                  </a:lnTo>
                  <a:lnTo>
                    <a:pt x="169164" y="3048"/>
                  </a:lnTo>
                  <a:lnTo>
                    <a:pt x="1524" y="3048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6" name="Google Shape;396;p29"/>
          <p:cNvGrpSpPr/>
          <p:nvPr/>
        </p:nvGrpSpPr>
        <p:grpSpPr>
          <a:xfrm>
            <a:off x="1791511" y="1551104"/>
            <a:ext cx="94973" cy="129130"/>
            <a:chOff x="63500" y="63500"/>
            <a:chExt cx="173736" cy="236220"/>
          </a:xfrm>
        </p:grpSpPr>
        <p:sp>
          <p:nvSpPr>
            <p:cNvPr id="397" name="Google Shape;397;p29"/>
            <p:cNvSpPr/>
            <p:nvPr/>
          </p:nvSpPr>
          <p:spPr>
            <a:xfrm>
              <a:off x="66548" y="65024"/>
              <a:ext cx="169164" cy="117348"/>
            </a:xfrm>
            <a:custGeom>
              <a:rect b="b" l="l" r="r" t="t"/>
              <a:pathLst>
                <a:path extrusionOk="0" h="117348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398" name="Google Shape;398;p29"/>
            <p:cNvSpPr/>
            <p:nvPr/>
          </p:nvSpPr>
          <p:spPr>
            <a:xfrm>
              <a:off x="63500" y="63500"/>
              <a:ext cx="173736" cy="236220"/>
            </a:xfrm>
            <a:custGeom>
              <a:rect b="b" l="l" r="r" t="t"/>
              <a:pathLst>
                <a:path extrusionOk="0" h="236220" w="173736">
                  <a:moveTo>
                    <a:pt x="0" y="1524"/>
                  </a:moveTo>
                  <a:cubicBezTo>
                    <a:pt x="0" y="1524"/>
                    <a:pt x="1524" y="0"/>
                    <a:pt x="3048" y="0"/>
                  </a:cubicBezTo>
                  <a:lnTo>
                    <a:pt x="172212" y="0"/>
                  </a:lnTo>
                  <a:cubicBezTo>
                    <a:pt x="172212" y="0"/>
                    <a:pt x="173736" y="1524"/>
                    <a:pt x="173736" y="1524"/>
                  </a:cubicBezTo>
                  <a:lnTo>
                    <a:pt x="173736" y="118872"/>
                  </a:lnTo>
                  <a:cubicBezTo>
                    <a:pt x="173736" y="120396"/>
                    <a:pt x="172212" y="120396"/>
                    <a:pt x="172212" y="120396"/>
                  </a:cubicBezTo>
                  <a:lnTo>
                    <a:pt x="3048" y="120396"/>
                  </a:lnTo>
                  <a:cubicBezTo>
                    <a:pt x="1524" y="120396"/>
                    <a:pt x="0" y="120396"/>
                    <a:pt x="0" y="118872"/>
                  </a:cubicBezTo>
                  <a:close/>
                  <a:moveTo>
                    <a:pt x="4572" y="236220"/>
                  </a:moveTo>
                  <a:lnTo>
                    <a:pt x="3048" y="234696"/>
                  </a:lnTo>
                  <a:lnTo>
                    <a:pt x="172212" y="234696"/>
                  </a:lnTo>
                  <a:lnTo>
                    <a:pt x="169164" y="236220"/>
                  </a:lnTo>
                  <a:lnTo>
                    <a:pt x="169164" y="1524"/>
                  </a:lnTo>
                  <a:lnTo>
                    <a:pt x="172212" y="4572"/>
                  </a:lnTo>
                  <a:lnTo>
                    <a:pt x="3048" y="4572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p29"/>
          <p:cNvGrpSpPr/>
          <p:nvPr/>
        </p:nvGrpSpPr>
        <p:grpSpPr>
          <a:xfrm>
            <a:off x="2133917" y="1365322"/>
            <a:ext cx="94973" cy="128296"/>
            <a:chOff x="63500" y="63500"/>
            <a:chExt cx="173736" cy="234696"/>
          </a:xfrm>
        </p:grpSpPr>
        <p:sp>
          <p:nvSpPr>
            <p:cNvPr id="400" name="Google Shape;400;p29"/>
            <p:cNvSpPr/>
            <p:nvPr/>
          </p:nvSpPr>
          <p:spPr>
            <a:xfrm>
              <a:off x="65024" y="66548"/>
              <a:ext cx="170688" cy="115824"/>
            </a:xfrm>
            <a:custGeom>
              <a:rect b="b" l="l" r="r" t="t"/>
              <a:pathLst>
                <a:path extrusionOk="0" h="11582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15824"/>
                  </a:lnTo>
                  <a:lnTo>
                    <a:pt x="0" y="115824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01" name="Google Shape;401;p29"/>
            <p:cNvSpPr/>
            <p:nvPr/>
          </p:nvSpPr>
          <p:spPr>
            <a:xfrm>
              <a:off x="63500" y="63500"/>
              <a:ext cx="173736" cy="234696"/>
            </a:xfrm>
            <a:custGeom>
              <a:rect b="b" l="l" r="r" t="t"/>
              <a:pathLst>
                <a:path extrusionOk="0" h="234696" w="173736">
                  <a:moveTo>
                    <a:pt x="0" y="3048"/>
                  </a:moveTo>
                  <a:cubicBezTo>
                    <a:pt x="0" y="1524"/>
                    <a:pt x="1524" y="0"/>
                    <a:pt x="1524" y="0"/>
                  </a:cubicBezTo>
                  <a:lnTo>
                    <a:pt x="172212" y="0"/>
                  </a:lnTo>
                  <a:cubicBezTo>
                    <a:pt x="172212" y="0"/>
                    <a:pt x="173736" y="1524"/>
                    <a:pt x="173736" y="3048"/>
                  </a:cubicBezTo>
                  <a:lnTo>
                    <a:pt x="173736" y="118872"/>
                  </a:lnTo>
                  <a:cubicBezTo>
                    <a:pt x="173736" y="120396"/>
                    <a:pt x="172212" y="121920"/>
                    <a:pt x="172212" y="121920"/>
                  </a:cubicBezTo>
                  <a:lnTo>
                    <a:pt x="1524" y="121920"/>
                  </a:lnTo>
                  <a:cubicBezTo>
                    <a:pt x="1524" y="121920"/>
                    <a:pt x="0" y="120396"/>
                    <a:pt x="0" y="118872"/>
                  </a:cubicBezTo>
                  <a:close/>
                  <a:moveTo>
                    <a:pt x="4572" y="234696"/>
                  </a:moveTo>
                  <a:lnTo>
                    <a:pt x="1524" y="233172"/>
                  </a:lnTo>
                  <a:lnTo>
                    <a:pt x="172212" y="233172"/>
                  </a:lnTo>
                  <a:lnTo>
                    <a:pt x="169164" y="234696"/>
                  </a:lnTo>
                  <a:lnTo>
                    <a:pt x="169164" y="3048"/>
                  </a:lnTo>
                  <a:lnTo>
                    <a:pt x="172212" y="4572"/>
                  </a:lnTo>
                  <a:lnTo>
                    <a:pt x="1524" y="4572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2" name="Google Shape;402;p29"/>
          <p:cNvSpPr/>
          <p:nvPr/>
        </p:nvSpPr>
        <p:spPr>
          <a:xfrm>
            <a:off x="2792906" y="614696"/>
            <a:ext cx="34990" cy="402390"/>
          </a:xfrm>
          <a:custGeom>
            <a:rect b="b" l="l" r="r" t="t"/>
            <a:pathLst>
              <a:path extrusionOk="0" h="981456" w="85344">
                <a:moveTo>
                  <a:pt x="0" y="0"/>
                </a:moveTo>
                <a:lnTo>
                  <a:pt x="85344" y="0"/>
                </a:lnTo>
                <a:lnTo>
                  <a:pt x="85344" y="981456"/>
                </a:lnTo>
                <a:lnTo>
                  <a:pt x="0" y="981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3" name="Google Shape;403;p29"/>
          <p:cNvGrpSpPr/>
          <p:nvPr/>
        </p:nvGrpSpPr>
        <p:grpSpPr>
          <a:xfrm>
            <a:off x="2757913" y="717166"/>
            <a:ext cx="107470" cy="162454"/>
            <a:chOff x="63500" y="63500"/>
            <a:chExt cx="196596" cy="297180"/>
          </a:xfrm>
        </p:grpSpPr>
        <p:sp>
          <p:nvSpPr>
            <p:cNvPr id="404" name="Google Shape;404;p29"/>
            <p:cNvSpPr/>
            <p:nvPr/>
          </p:nvSpPr>
          <p:spPr>
            <a:xfrm>
              <a:off x="68072" y="68072"/>
              <a:ext cx="185928" cy="146304"/>
            </a:xfrm>
            <a:custGeom>
              <a:rect b="b" l="l" r="r" t="t"/>
              <a:pathLst>
                <a:path extrusionOk="0" h="146304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05" name="Google Shape;405;p29"/>
            <p:cNvSpPr/>
            <p:nvPr/>
          </p:nvSpPr>
          <p:spPr>
            <a:xfrm>
              <a:off x="63500" y="63500"/>
              <a:ext cx="196596" cy="297180"/>
            </a:xfrm>
            <a:custGeom>
              <a:rect b="b" l="l" r="r" t="t"/>
              <a:pathLst>
                <a:path extrusionOk="0" h="297180" w="196596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6596" y="1524"/>
                    <a:pt x="196596" y="4572"/>
                  </a:cubicBezTo>
                  <a:lnTo>
                    <a:pt x="196596" y="150876"/>
                  </a:lnTo>
                  <a:cubicBezTo>
                    <a:pt x="196596" y="153924"/>
                    <a:pt x="193548" y="156972"/>
                    <a:pt x="190500" y="156972"/>
                  </a:cubicBezTo>
                  <a:lnTo>
                    <a:pt x="4572" y="156972"/>
                  </a:lnTo>
                  <a:cubicBezTo>
                    <a:pt x="1524" y="156972"/>
                    <a:pt x="0" y="153924"/>
                    <a:pt x="0" y="150876"/>
                  </a:cubicBezTo>
                  <a:close/>
                  <a:moveTo>
                    <a:pt x="10668" y="297180"/>
                  </a:moveTo>
                  <a:lnTo>
                    <a:pt x="4572" y="291084"/>
                  </a:lnTo>
                  <a:lnTo>
                    <a:pt x="190500" y="291084"/>
                  </a:lnTo>
                  <a:lnTo>
                    <a:pt x="184404" y="297180"/>
                  </a:lnTo>
                  <a:lnTo>
                    <a:pt x="184404" y="4572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29"/>
          <p:cNvSpPr/>
          <p:nvPr/>
        </p:nvSpPr>
        <p:spPr>
          <a:xfrm>
            <a:off x="2792906" y="1107895"/>
            <a:ext cx="34990" cy="223273"/>
          </a:xfrm>
          <a:custGeom>
            <a:rect b="b" l="l" r="r" t="t"/>
            <a:pathLst>
              <a:path extrusionOk="0" h="544576" w="85344">
                <a:moveTo>
                  <a:pt x="0" y="0"/>
                </a:moveTo>
                <a:lnTo>
                  <a:pt x="85344" y="0"/>
                </a:lnTo>
                <a:lnTo>
                  <a:pt x="85344" y="544576"/>
                </a:lnTo>
                <a:lnTo>
                  <a:pt x="0" y="54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29"/>
          <p:cNvSpPr/>
          <p:nvPr/>
        </p:nvSpPr>
        <p:spPr>
          <a:xfrm>
            <a:off x="2792906" y="1389484"/>
            <a:ext cx="34990" cy="116635"/>
          </a:xfrm>
          <a:custGeom>
            <a:rect b="b" l="l" r="r" t="t"/>
            <a:pathLst>
              <a:path extrusionOk="0" h="284480" w="85344">
                <a:moveTo>
                  <a:pt x="0" y="0"/>
                </a:moveTo>
                <a:lnTo>
                  <a:pt x="85344" y="0"/>
                </a:lnTo>
                <a:lnTo>
                  <a:pt x="85344" y="284480"/>
                </a:lnTo>
                <a:lnTo>
                  <a:pt x="0" y="284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8" name="Google Shape;408;p29"/>
          <p:cNvGrpSpPr/>
          <p:nvPr/>
        </p:nvGrpSpPr>
        <p:grpSpPr>
          <a:xfrm>
            <a:off x="2755414" y="1312003"/>
            <a:ext cx="107470" cy="169952"/>
            <a:chOff x="63500" y="63500"/>
            <a:chExt cx="196596" cy="310896"/>
          </a:xfrm>
        </p:grpSpPr>
        <p:sp>
          <p:nvSpPr>
            <p:cNvPr id="409" name="Google Shape;409;p29"/>
            <p:cNvSpPr/>
            <p:nvPr/>
          </p:nvSpPr>
          <p:spPr>
            <a:xfrm>
              <a:off x="69596" y="69596"/>
              <a:ext cx="184404" cy="152400"/>
            </a:xfrm>
            <a:custGeom>
              <a:rect b="b" l="l" r="r" t="t"/>
              <a:pathLst>
                <a:path extrusionOk="0" h="152400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10" name="Google Shape;410;p29"/>
            <p:cNvSpPr/>
            <p:nvPr/>
          </p:nvSpPr>
          <p:spPr>
            <a:xfrm>
              <a:off x="63500" y="63500"/>
              <a:ext cx="196596" cy="310896"/>
            </a:xfrm>
            <a:custGeom>
              <a:rect b="b" l="l" r="r" t="t"/>
              <a:pathLst>
                <a:path extrusionOk="0" h="310896" w="1965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3048"/>
                    <a:pt x="196596" y="6096"/>
                  </a:cubicBezTo>
                  <a:lnTo>
                    <a:pt x="196596" y="158496"/>
                  </a:lnTo>
                  <a:cubicBezTo>
                    <a:pt x="196596" y="161544"/>
                    <a:pt x="193548" y="164592"/>
                    <a:pt x="190500" y="164592"/>
                  </a:cubicBezTo>
                  <a:lnTo>
                    <a:pt x="6096" y="164592"/>
                  </a:lnTo>
                  <a:cubicBezTo>
                    <a:pt x="3048" y="164592"/>
                    <a:pt x="0" y="161544"/>
                    <a:pt x="0" y="158496"/>
                  </a:cubicBezTo>
                  <a:close/>
                  <a:moveTo>
                    <a:pt x="10668" y="310897"/>
                  </a:moveTo>
                  <a:lnTo>
                    <a:pt x="6096" y="306325"/>
                  </a:lnTo>
                  <a:lnTo>
                    <a:pt x="190500" y="306325"/>
                  </a:lnTo>
                  <a:lnTo>
                    <a:pt x="185928" y="310897"/>
                  </a:lnTo>
                  <a:lnTo>
                    <a:pt x="185928" y="158496"/>
                  </a:lnTo>
                  <a:lnTo>
                    <a:pt x="190500" y="163068"/>
                  </a:lnTo>
                  <a:lnTo>
                    <a:pt x="6096" y="163068"/>
                  </a:lnTo>
                  <a:lnTo>
                    <a:pt x="10668" y="15849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77216" y="80264"/>
              <a:ext cx="167640" cy="134112"/>
            </a:xfrm>
            <a:custGeom>
              <a:rect b="b" l="l" r="r" t="t"/>
              <a:pathLst>
                <a:path extrusionOk="0" h="134112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12" name="Google Shape;412;p29"/>
            <p:cNvSpPr/>
            <p:nvPr/>
          </p:nvSpPr>
          <p:spPr>
            <a:xfrm>
              <a:off x="75692" y="78740"/>
              <a:ext cx="172212" cy="269748"/>
            </a:xfrm>
            <a:custGeom>
              <a:rect b="b" l="l" r="r" t="t"/>
              <a:pathLst>
                <a:path extrusionOk="0" h="269748" w="172212">
                  <a:moveTo>
                    <a:pt x="0" y="1524"/>
                  </a:moveTo>
                  <a:cubicBezTo>
                    <a:pt x="0" y="1524"/>
                    <a:pt x="1524" y="0"/>
                    <a:pt x="1524" y="0"/>
                  </a:cubicBezTo>
                  <a:lnTo>
                    <a:pt x="169164" y="0"/>
                  </a:lnTo>
                  <a:cubicBezTo>
                    <a:pt x="170688" y="0"/>
                    <a:pt x="172212" y="1524"/>
                    <a:pt x="172212" y="1524"/>
                  </a:cubicBezTo>
                  <a:lnTo>
                    <a:pt x="172212" y="135636"/>
                  </a:lnTo>
                  <a:cubicBezTo>
                    <a:pt x="172212" y="137160"/>
                    <a:pt x="170688" y="138684"/>
                    <a:pt x="169164" y="138684"/>
                  </a:cubicBezTo>
                  <a:lnTo>
                    <a:pt x="1524" y="138684"/>
                  </a:lnTo>
                  <a:cubicBezTo>
                    <a:pt x="1524" y="138684"/>
                    <a:pt x="0" y="137160"/>
                    <a:pt x="0" y="135636"/>
                  </a:cubicBezTo>
                  <a:close/>
                  <a:moveTo>
                    <a:pt x="4572" y="269748"/>
                  </a:moveTo>
                  <a:lnTo>
                    <a:pt x="1524" y="268225"/>
                  </a:lnTo>
                  <a:lnTo>
                    <a:pt x="169164" y="268225"/>
                  </a:lnTo>
                  <a:lnTo>
                    <a:pt x="167640" y="269748"/>
                  </a:lnTo>
                  <a:lnTo>
                    <a:pt x="167640" y="1524"/>
                  </a:lnTo>
                  <a:lnTo>
                    <a:pt x="169164" y="4572"/>
                  </a:lnTo>
                  <a:lnTo>
                    <a:pt x="1524" y="4572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29"/>
          <p:cNvGrpSpPr/>
          <p:nvPr/>
        </p:nvGrpSpPr>
        <p:grpSpPr>
          <a:xfrm>
            <a:off x="2777075" y="997089"/>
            <a:ext cx="69147" cy="118299"/>
            <a:chOff x="63500" y="63500"/>
            <a:chExt cx="126492" cy="216407"/>
          </a:xfrm>
        </p:grpSpPr>
        <p:sp>
          <p:nvSpPr>
            <p:cNvPr id="414" name="Google Shape;414;p29"/>
            <p:cNvSpPr/>
            <p:nvPr/>
          </p:nvSpPr>
          <p:spPr>
            <a:xfrm>
              <a:off x="63500" y="63500"/>
              <a:ext cx="126492" cy="132588"/>
            </a:xfrm>
            <a:custGeom>
              <a:rect b="b" l="l" r="r" t="t"/>
              <a:pathLst>
                <a:path extrusionOk="0" h="132588" w="126492">
                  <a:moveTo>
                    <a:pt x="0" y="67056"/>
                  </a:moveTo>
                  <a:lnTo>
                    <a:pt x="0" y="59436"/>
                  </a:lnTo>
                  <a:lnTo>
                    <a:pt x="0" y="53340"/>
                  </a:lnTo>
                  <a:lnTo>
                    <a:pt x="4572" y="41148"/>
                  </a:lnTo>
                  <a:lnTo>
                    <a:pt x="9144" y="30480"/>
                  </a:lnTo>
                  <a:cubicBezTo>
                    <a:pt x="10668" y="30480"/>
                    <a:pt x="10668" y="28956"/>
                    <a:pt x="10668" y="28956"/>
                  </a:cubicBezTo>
                  <a:lnTo>
                    <a:pt x="16764" y="19812"/>
                  </a:lnTo>
                  <a:cubicBezTo>
                    <a:pt x="18288" y="19812"/>
                    <a:pt x="18288" y="19812"/>
                    <a:pt x="18288" y="19812"/>
                  </a:cubicBezTo>
                  <a:lnTo>
                    <a:pt x="27432" y="12192"/>
                  </a:lnTo>
                  <a:cubicBezTo>
                    <a:pt x="27432" y="12192"/>
                    <a:pt x="27432" y="12192"/>
                    <a:pt x="27432" y="10668"/>
                  </a:cubicBezTo>
                  <a:lnTo>
                    <a:pt x="38100" y="6096"/>
                  </a:lnTo>
                  <a:lnTo>
                    <a:pt x="44196" y="3048"/>
                  </a:lnTo>
                  <a:lnTo>
                    <a:pt x="50292" y="1524"/>
                  </a:lnTo>
                  <a:lnTo>
                    <a:pt x="56388" y="0"/>
                  </a:lnTo>
                  <a:lnTo>
                    <a:pt x="62484" y="0"/>
                  </a:lnTo>
                  <a:lnTo>
                    <a:pt x="68580" y="0"/>
                  </a:lnTo>
                  <a:lnTo>
                    <a:pt x="74676" y="1524"/>
                  </a:lnTo>
                  <a:lnTo>
                    <a:pt x="82296" y="3048"/>
                  </a:lnTo>
                  <a:lnTo>
                    <a:pt x="86868" y="6096"/>
                  </a:lnTo>
                  <a:cubicBezTo>
                    <a:pt x="88392" y="6096"/>
                    <a:pt x="88392" y="6096"/>
                    <a:pt x="88392" y="6096"/>
                  </a:cubicBezTo>
                  <a:lnTo>
                    <a:pt x="97536" y="10668"/>
                  </a:lnTo>
                  <a:cubicBezTo>
                    <a:pt x="99060" y="12192"/>
                    <a:pt x="99060" y="12192"/>
                    <a:pt x="99060" y="12192"/>
                  </a:cubicBezTo>
                  <a:lnTo>
                    <a:pt x="108204" y="19812"/>
                  </a:lnTo>
                  <a:lnTo>
                    <a:pt x="115824" y="28956"/>
                  </a:lnTo>
                  <a:cubicBezTo>
                    <a:pt x="115824" y="28956"/>
                    <a:pt x="115824" y="28956"/>
                    <a:pt x="115824" y="30480"/>
                  </a:cubicBezTo>
                  <a:lnTo>
                    <a:pt x="121920" y="41148"/>
                  </a:lnTo>
                  <a:lnTo>
                    <a:pt x="124968" y="53340"/>
                  </a:lnTo>
                  <a:lnTo>
                    <a:pt x="126492" y="59436"/>
                  </a:lnTo>
                  <a:lnTo>
                    <a:pt x="126492" y="67056"/>
                  </a:lnTo>
                  <a:lnTo>
                    <a:pt x="126492" y="73151"/>
                  </a:lnTo>
                  <a:lnTo>
                    <a:pt x="124968" y="79247"/>
                  </a:lnTo>
                  <a:cubicBezTo>
                    <a:pt x="124968" y="80771"/>
                    <a:pt x="124968" y="80771"/>
                    <a:pt x="124968" y="80771"/>
                  </a:cubicBezTo>
                  <a:lnTo>
                    <a:pt x="121920" y="91439"/>
                  </a:lnTo>
                  <a:cubicBezTo>
                    <a:pt x="121920" y="92963"/>
                    <a:pt x="121920" y="92963"/>
                    <a:pt x="121920" y="92963"/>
                  </a:cubicBezTo>
                  <a:lnTo>
                    <a:pt x="115824" y="103631"/>
                  </a:lnTo>
                  <a:lnTo>
                    <a:pt x="108204" y="112775"/>
                  </a:lnTo>
                  <a:cubicBezTo>
                    <a:pt x="108204" y="114299"/>
                    <a:pt x="108204" y="114299"/>
                    <a:pt x="108204" y="114299"/>
                  </a:cubicBezTo>
                  <a:lnTo>
                    <a:pt x="99060" y="121919"/>
                  </a:lnTo>
                  <a:cubicBezTo>
                    <a:pt x="99060" y="121919"/>
                    <a:pt x="99060" y="121919"/>
                    <a:pt x="97536" y="121919"/>
                  </a:cubicBezTo>
                  <a:lnTo>
                    <a:pt x="88392" y="128015"/>
                  </a:lnTo>
                  <a:cubicBezTo>
                    <a:pt x="88392" y="128015"/>
                    <a:pt x="88392" y="128015"/>
                    <a:pt x="86868" y="128015"/>
                  </a:cubicBezTo>
                  <a:lnTo>
                    <a:pt x="82296" y="129539"/>
                  </a:lnTo>
                  <a:lnTo>
                    <a:pt x="76200" y="132587"/>
                  </a:lnTo>
                  <a:lnTo>
                    <a:pt x="70104" y="132587"/>
                  </a:lnTo>
                  <a:lnTo>
                    <a:pt x="62484" y="132587"/>
                  </a:lnTo>
                  <a:lnTo>
                    <a:pt x="56388" y="132587"/>
                  </a:lnTo>
                  <a:lnTo>
                    <a:pt x="50292" y="132587"/>
                  </a:lnTo>
                  <a:lnTo>
                    <a:pt x="44196" y="131063"/>
                  </a:lnTo>
                  <a:lnTo>
                    <a:pt x="38100" y="128015"/>
                  </a:lnTo>
                  <a:lnTo>
                    <a:pt x="27432" y="121919"/>
                  </a:lnTo>
                  <a:lnTo>
                    <a:pt x="18288" y="114299"/>
                  </a:lnTo>
                  <a:cubicBezTo>
                    <a:pt x="18288" y="114299"/>
                    <a:pt x="18288" y="114299"/>
                    <a:pt x="16764" y="112775"/>
                  </a:cubicBezTo>
                  <a:lnTo>
                    <a:pt x="10668" y="103631"/>
                  </a:lnTo>
                  <a:cubicBezTo>
                    <a:pt x="10668" y="103631"/>
                    <a:pt x="10668" y="103631"/>
                    <a:pt x="9144" y="103631"/>
                  </a:cubicBezTo>
                  <a:lnTo>
                    <a:pt x="4572" y="92963"/>
                  </a:lnTo>
                  <a:cubicBezTo>
                    <a:pt x="4572" y="92963"/>
                    <a:pt x="4572" y="92963"/>
                    <a:pt x="4572" y="91439"/>
                  </a:cubicBezTo>
                  <a:lnTo>
                    <a:pt x="0" y="80771"/>
                  </a:lnTo>
                  <a:cubicBezTo>
                    <a:pt x="0" y="80771"/>
                    <a:pt x="0" y="80771"/>
                    <a:pt x="0" y="79247"/>
                  </a:cubicBezTo>
                  <a:lnTo>
                    <a:pt x="0" y="73151"/>
                  </a:lnTo>
                  <a:close/>
                  <a:moveTo>
                    <a:pt x="10668" y="77723"/>
                  </a:moveTo>
                  <a:lnTo>
                    <a:pt x="10668" y="83819"/>
                  </a:lnTo>
                  <a:lnTo>
                    <a:pt x="15240" y="94487"/>
                  </a:lnTo>
                  <a:lnTo>
                    <a:pt x="13716" y="94487"/>
                  </a:lnTo>
                  <a:lnTo>
                    <a:pt x="19812" y="105155"/>
                  </a:lnTo>
                  <a:lnTo>
                    <a:pt x="18288" y="103631"/>
                  </a:lnTo>
                  <a:lnTo>
                    <a:pt x="25908" y="112775"/>
                  </a:lnTo>
                  <a:lnTo>
                    <a:pt x="25908" y="111251"/>
                  </a:lnTo>
                  <a:lnTo>
                    <a:pt x="33528" y="118871"/>
                  </a:lnTo>
                  <a:lnTo>
                    <a:pt x="42672" y="124967"/>
                  </a:lnTo>
                  <a:lnTo>
                    <a:pt x="42672" y="123443"/>
                  </a:lnTo>
                  <a:lnTo>
                    <a:pt x="47244" y="126491"/>
                  </a:lnTo>
                  <a:lnTo>
                    <a:pt x="51816" y="128015"/>
                  </a:lnTo>
                  <a:lnTo>
                    <a:pt x="57912" y="128015"/>
                  </a:lnTo>
                  <a:lnTo>
                    <a:pt x="62484" y="128015"/>
                  </a:lnTo>
                  <a:lnTo>
                    <a:pt x="68580" y="128015"/>
                  </a:lnTo>
                  <a:lnTo>
                    <a:pt x="73152" y="128015"/>
                  </a:lnTo>
                  <a:lnTo>
                    <a:pt x="77724" y="126491"/>
                  </a:lnTo>
                  <a:lnTo>
                    <a:pt x="83820" y="123443"/>
                  </a:lnTo>
                  <a:lnTo>
                    <a:pt x="82296" y="124967"/>
                  </a:lnTo>
                  <a:lnTo>
                    <a:pt x="92964" y="118871"/>
                  </a:lnTo>
                  <a:lnTo>
                    <a:pt x="91440" y="118871"/>
                  </a:lnTo>
                  <a:lnTo>
                    <a:pt x="100584" y="111251"/>
                  </a:lnTo>
                  <a:lnTo>
                    <a:pt x="99060" y="112775"/>
                  </a:lnTo>
                  <a:lnTo>
                    <a:pt x="106680" y="103631"/>
                  </a:lnTo>
                  <a:lnTo>
                    <a:pt x="106680" y="105155"/>
                  </a:lnTo>
                  <a:lnTo>
                    <a:pt x="111252" y="94487"/>
                  </a:lnTo>
                  <a:lnTo>
                    <a:pt x="114300" y="83819"/>
                  </a:lnTo>
                  <a:lnTo>
                    <a:pt x="115824" y="79247"/>
                  </a:lnTo>
                  <a:lnTo>
                    <a:pt x="115824" y="73151"/>
                  </a:lnTo>
                  <a:lnTo>
                    <a:pt x="115824" y="60960"/>
                  </a:lnTo>
                  <a:lnTo>
                    <a:pt x="114300" y="54864"/>
                  </a:lnTo>
                  <a:lnTo>
                    <a:pt x="114300" y="56388"/>
                  </a:lnTo>
                  <a:lnTo>
                    <a:pt x="111252" y="44196"/>
                  </a:lnTo>
                  <a:lnTo>
                    <a:pt x="111252" y="45720"/>
                  </a:lnTo>
                  <a:lnTo>
                    <a:pt x="106680" y="35052"/>
                  </a:lnTo>
                  <a:lnTo>
                    <a:pt x="106680" y="36576"/>
                  </a:lnTo>
                  <a:lnTo>
                    <a:pt x="99060" y="27432"/>
                  </a:lnTo>
                  <a:lnTo>
                    <a:pt x="100584" y="27432"/>
                  </a:lnTo>
                  <a:lnTo>
                    <a:pt x="91440" y="19812"/>
                  </a:lnTo>
                  <a:lnTo>
                    <a:pt x="92964" y="21336"/>
                  </a:lnTo>
                  <a:lnTo>
                    <a:pt x="82296" y="15240"/>
                  </a:lnTo>
                  <a:lnTo>
                    <a:pt x="83820" y="15240"/>
                  </a:lnTo>
                  <a:lnTo>
                    <a:pt x="79248" y="13716"/>
                  </a:lnTo>
                  <a:lnTo>
                    <a:pt x="73152" y="12192"/>
                  </a:lnTo>
                  <a:lnTo>
                    <a:pt x="68580" y="10668"/>
                  </a:lnTo>
                  <a:lnTo>
                    <a:pt x="62484" y="10668"/>
                  </a:lnTo>
                  <a:lnTo>
                    <a:pt x="57912" y="10668"/>
                  </a:lnTo>
                  <a:lnTo>
                    <a:pt x="51816" y="12192"/>
                  </a:lnTo>
                  <a:lnTo>
                    <a:pt x="47244" y="13716"/>
                  </a:lnTo>
                  <a:lnTo>
                    <a:pt x="42672" y="15240"/>
                  </a:lnTo>
                  <a:lnTo>
                    <a:pt x="33528" y="21336"/>
                  </a:lnTo>
                  <a:lnTo>
                    <a:pt x="33528" y="19812"/>
                  </a:lnTo>
                  <a:lnTo>
                    <a:pt x="25908" y="27432"/>
                  </a:lnTo>
                  <a:lnTo>
                    <a:pt x="18288" y="36576"/>
                  </a:lnTo>
                  <a:lnTo>
                    <a:pt x="19812" y="35052"/>
                  </a:lnTo>
                  <a:lnTo>
                    <a:pt x="13716" y="45720"/>
                  </a:lnTo>
                  <a:lnTo>
                    <a:pt x="15240" y="44196"/>
                  </a:lnTo>
                  <a:lnTo>
                    <a:pt x="10668" y="56388"/>
                  </a:lnTo>
                  <a:lnTo>
                    <a:pt x="10668" y="54864"/>
                  </a:lnTo>
                  <a:lnTo>
                    <a:pt x="10668" y="60960"/>
                  </a:lnTo>
                  <a:lnTo>
                    <a:pt x="10668" y="6705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63500" y="145795"/>
              <a:ext cx="126492" cy="134112"/>
            </a:xfrm>
            <a:custGeom>
              <a:rect b="b" l="l" r="r" t="t"/>
              <a:pathLst>
                <a:path extrusionOk="0" h="134112" w="126492">
                  <a:moveTo>
                    <a:pt x="0" y="67056"/>
                  </a:moveTo>
                  <a:lnTo>
                    <a:pt x="0" y="60960"/>
                  </a:lnTo>
                  <a:lnTo>
                    <a:pt x="0" y="54864"/>
                  </a:lnTo>
                  <a:cubicBezTo>
                    <a:pt x="0" y="53340"/>
                    <a:pt x="0" y="53340"/>
                    <a:pt x="0" y="53340"/>
                  </a:cubicBezTo>
                  <a:lnTo>
                    <a:pt x="4572" y="42672"/>
                  </a:lnTo>
                  <a:cubicBezTo>
                    <a:pt x="4572" y="41148"/>
                    <a:pt x="4572" y="41148"/>
                    <a:pt x="4572" y="41148"/>
                  </a:cubicBezTo>
                  <a:lnTo>
                    <a:pt x="9144" y="30480"/>
                  </a:lnTo>
                  <a:cubicBezTo>
                    <a:pt x="10668" y="30480"/>
                    <a:pt x="10668" y="30480"/>
                    <a:pt x="10668" y="28956"/>
                  </a:cubicBezTo>
                  <a:lnTo>
                    <a:pt x="16764" y="21336"/>
                  </a:lnTo>
                  <a:cubicBezTo>
                    <a:pt x="18288" y="19812"/>
                    <a:pt x="18288" y="19812"/>
                    <a:pt x="18288" y="19812"/>
                  </a:cubicBezTo>
                  <a:lnTo>
                    <a:pt x="27432" y="12192"/>
                  </a:lnTo>
                  <a:lnTo>
                    <a:pt x="38100" y="6096"/>
                  </a:lnTo>
                  <a:lnTo>
                    <a:pt x="44196" y="3048"/>
                  </a:lnTo>
                  <a:lnTo>
                    <a:pt x="50292" y="1524"/>
                  </a:lnTo>
                  <a:lnTo>
                    <a:pt x="56388" y="1524"/>
                  </a:lnTo>
                  <a:lnTo>
                    <a:pt x="62484" y="0"/>
                  </a:lnTo>
                  <a:lnTo>
                    <a:pt x="68580" y="1524"/>
                  </a:lnTo>
                  <a:lnTo>
                    <a:pt x="74676" y="1524"/>
                  </a:lnTo>
                  <a:lnTo>
                    <a:pt x="82296" y="3048"/>
                  </a:lnTo>
                  <a:lnTo>
                    <a:pt x="86868" y="6096"/>
                  </a:lnTo>
                  <a:cubicBezTo>
                    <a:pt x="88392" y="6096"/>
                    <a:pt x="88392" y="6096"/>
                    <a:pt x="88392" y="6096"/>
                  </a:cubicBezTo>
                  <a:lnTo>
                    <a:pt x="97536" y="12192"/>
                  </a:lnTo>
                  <a:cubicBezTo>
                    <a:pt x="99060" y="12192"/>
                    <a:pt x="99060" y="12192"/>
                    <a:pt x="99060" y="12192"/>
                  </a:cubicBezTo>
                  <a:lnTo>
                    <a:pt x="108204" y="19812"/>
                  </a:lnTo>
                  <a:cubicBezTo>
                    <a:pt x="108204" y="19812"/>
                    <a:pt x="108204" y="19812"/>
                    <a:pt x="108204" y="21336"/>
                  </a:cubicBezTo>
                  <a:lnTo>
                    <a:pt x="115824" y="28956"/>
                  </a:lnTo>
                  <a:cubicBezTo>
                    <a:pt x="115824" y="30480"/>
                    <a:pt x="115824" y="30480"/>
                    <a:pt x="115824" y="30480"/>
                  </a:cubicBezTo>
                  <a:lnTo>
                    <a:pt x="121920" y="41148"/>
                  </a:lnTo>
                  <a:cubicBezTo>
                    <a:pt x="121920" y="41148"/>
                    <a:pt x="121920" y="41148"/>
                    <a:pt x="121920" y="42672"/>
                  </a:cubicBezTo>
                  <a:lnTo>
                    <a:pt x="124968" y="53340"/>
                  </a:lnTo>
                  <a:cubicBezTo>
                    <a:pt x="124968" y="53340"/>
                    <a:pt x="124968" y="53340"/>
                    <a:pt x="124968" y="54864"/>
                  </a:cubicBezTo>
                  <a:lnTo>
                    <a:pt x="126492" y="60960"/>
                  </a:lnTo>
                  <a:lnTo>
                    <a:pt x="126492" y="67056"/>
                  </a:lnTo>
                  <a:lnTo>
                    <a:pt x="126492" y="73152"/>
                  </a:lnTo>
                  <a:lnTo>
                    <a:pt x="124968" y="80772"/>
                  </a:lnTo>
                  <a:lnTo>
                    <a:pt x="121920" y="92964"/>
                  </a:lnTo>
                  <a:lnTo>
                    <a:pt x="115824" y="103632"/>
                  </a:lnTo>
                  <a:cubicBezTo>
                    <a:pt x="115824" y="103632"/>
                    <a:pt x="115824" y="105156"/>
                    <a:pt x="115824" y="105156"/>
                  </a:cubicBezTo>
                  <a:lnTo>
                    <a:pt x="108204" y="114300"/>
                  </a:lnTo>
                  <a:lnTo>
                    <a:pt x="99060" y="121920"/>
                  </a:lnTo>
                  <a:cubicBezTo>
                    <a:pt x="99060" y="121920"/>
                    <a:pt x="99060" y="121920"/>
                    <a:pt x="97536" y="123444"/>
                  </a:cubicBezTo>
                  <a:lnTo>
                    <a:pt x="88392" y="128016"/>
                  </a:lnTo>
                  <a:cubicBezTo>
                    <a:pt x="88392" y="128016"/>
                    <a:pt x="88392" y="128016"/>
                    <a:pt x="86868" y="128016"/>
                  </a:cubicBezTo>
                  <a:lnTo>
                    <a:pt x="82296" y="131064"/>
                  </a:lnTo>
                  <a:lnTo>
                    <a:pt x="76200" y="132588"/>
                  </a:lnTo>
                  <a:lnTo>
                    <a:pt x="70104" y="134112"/>
                  </a:lnTo>
                  <a:lnTo>
                    <a:pt x="62484" y="134112"/>
                  </a:lnTo>
                  <a:lnTo>
                    <a:pt x="56388" y="134112"/>
                  </a:lnTo>
                  <a:lnTo>
                    <a:pt x="50292" y="132588"/>
                  </a:lnTo>
                  <a:lnTo>
                    <a:pt x="44196" y="131064"/>
                  </a:lnTo>
                  <a:lnTo>
                    <a:pt x="38100" y="128016"/>
                  </a:lnTo>
                  <a:lnTo>
                    <a:pt x="27432" y="123444"/>
                  </a:lnTo>
                  <a:cubicBezTo>
                    <a:pt x="27432" y="121920"/>
                    <a:pt x="27432" y="121920"/>
                    <a:pt x="27432" y="121920"/>
                  </a:cubicBezTo>
                  <a:lnTo>
                    <a:pt x="18288" y="114300"/>
                  </a:lnTo>
                  <a:cubicBezTo>
                    <a:pt x="18288" y="114300"/>
                    <a:pt x="18288" y="114300"/>
                    <a:pt x="16764" y="114300"/>
                  </a:cubicBezTo>
                  <a:lnTo>
                    <a:pt x="10668" y="105156"/>
                  </a:lnTo>
                  <a:cubicBezTo>
                    <a:pt x="10668" y="105156"/>
                    <a:pt x="10668" y="103632"/>
                    <a:pt x="9144" y="103632"/>
                  </a:cubicBezTo>
                  <a:lnTo>
                    <a:pt x="4572" y="92964"/>
                  </a:lnTo>
                  <a:lnTo>
                    <a:pt x="0" y="80772"/>
                  </a:lnTo>
                  <a:lnTo>
                    <a:pt x="0" y="74676"/>
                  </a:lnTo>
                  <a:close/>
                  <a:moveTo>
                    <a:pt x="10668" y="80772"/>
                  </a:moveTo>
                  <a:lnTo>
                    <a:pt x="10668" y="86868"/>
                  </a:lnTo>
                  <a:lnTo>
                    <a:pt x="10668" y="85344"/>
                  </a:lnTo>
                  <a:lnTo>
                    <a:pt x="15240" y="97536"/>
                  </a:lnTo>
                  <a:lnTo>
                    <a:pt x="13716" y="96012"/>
                  </a:lnTo>
                  <a:lnTo>
                    <a:pt x="19812" y="106680"/>
                  </a:lnTo>
                  <a:lnTo>
                    <a:pt x="18288" y="105156"/>
                  </a:lnTo>
                  <a:lnTo>
                    <a:pt x="25908" y="114300"/>
                  </a:lnTo>
                  <a:lnTo>
                    <a:pt x="33528" y="121920"/>
                  </a:lnTo>
                  <a:lnTo>
                    <a:pt x="33528" y="120396"/>
                  </a:lnTo>
                  <a:lnTo>
                    <a:pt x="42672" y="126492"/>
                  </a:lnTo>
                  <a:lnTo>
                    <a:pt x="47244" y="128016"/>
                  </a:lnTo>
                  <a:lnTo>
                    <a:pt x="51816" y="129540"/>
                  </a:lnTo>
                  <a:lnTo>
                    <a:pt x="57912" y="131064"/>
                  </a:lnTo>
                  <a:lnTo>
                    <a:pt x="62484" y="131064"/>
                  </a:lnTo>
                  <a:lnTo>
                    <a:pt x="68580" y="131064"/>
                  </a:lnTo>
                  <a:lnTo>
                    <a:pt x="73152" y="129540"/>
                  </a:lnTo>
                  <a:lnTo>
                    <a:pt x="77724" y="128016"/>
                  </a:lnTo>
                  <a:lnTo>
                    <a:pt x="83820" y="126492"/>
                  </a:lnTo>
                  <a:lnTo>
                    <a:pt x="82296" y="126492"/>
                  </a:lnTo>
                  <a:lnTo>
                    <a:pt x="92964" y="120396"/>
                  </a:lnTo>
                  <a:lnTo>
                    <a:pt x="91440" y="121920"/>
                  </a:lnTo>
                  <a:lnTo>
                    <a:pt x="100584" y="114300"/>
                  </a:lnTo>
                  <a:lnTo>
                    <a:pt x="99060" y="114300"/>
                  </a:lnTo>
                  <a:lnTo>
                    <a:pt x="106680" y="105156"/>
                  </a:lnTo>
                  <a:lnTo>
                    <a:pt x="106680" y="106680"/>
                  </a:lnTo>
                  <a:lnTo>
                    <a:pt x="111252" y="96012"/>
                  </a:lnTo>
                  <a:lnTo>
                    <a:pt x="111252" y="97536"/>
                  </a:lnTo>
                  <a:lnTo>
                    <a:pt x="114300" y="77724"/>
                  </a:lnTo>
                  <a:lnTo>
                    <a:pt x="114300" y="79248"/>
                  </a:lnTo>
                  <a:lnTo>
                    <a:pt x="115824" y="73152"/>
                  </a:lnTo>
                  <a:lnTo>
                    <a:pt x="115824" y="67056"/>
                  </a:lnTo>
                  <a:lnTo>
                    <a:pt x="115824" y="62484"/>
                  </a:lnTo>
                  <a:lnTo>
                    <a:pt x="114300" y="56388"/>
                  </a:lnTo>
                  <a:lnTo>
                    <a:pt x="111252" y="45720"/>
                  </a:lnTo>
                  <a:lnTo>
                    <a:pt x="106680" y="35052"/>
                  </a:lnTo>
                  <a:lnTo>
                    <a:pt x="106680" y="36576"/>
                  </a:lnTo>
                  <a:lnTo>
                    <a:pt x="99060" y="27432"/>
                  </a:lnTo>
                  <a:lnTo>
                    <a:pt x="100584" y="28956"/>
                  </a:lnTo>
                  <a:lnTo>
                    <a:pt x="91440" y="21336"/>
                  </a:lnTo>
                  <a:lnTo>
                    <a:pt x="92964" y="21336"/>
                  </a:lnTo>
                  <a:lnTo>
                    <a:pt x="82296" y="15240"/>
                  </a:lnTo>
                  <a:lnTo>
                    <a:pt x="83820" y="16764"/>
                  </a:lnTo>
                  <a:lnTo>
                    <a:pt x="79248" y="13716"/>
                  </a:lnTo>
                  <a:lnTo>
                    <a:pt x="73152" y="12192"/>
                  </a:lnTo>
                  <a:lnTo>
                    <a:pt x="68580" y="12192"/>
                  </a:lnTo>
                  <a:lnTo>
                    <a:pt x="62484" y="12192"/>
                  </a:lnTo>
                  <a:lnTo>
                    <a:pt x="57912" y="12192"/>
                  </a:lnTo>
                  <a:lnTo>
                    <a:pt x="51816" y="12192"/>
                  </a:lnTo>
                  <a:lnTo>
                    <a:pt x="47244" y="13716"/>
                  </a:lnTo>
                  <a:lnTo>
                    <a:pt x="42672" y="16764"/>
                  </a:lnTo>
                  <a:lnTo>
                    <a:pt x="42672" y="15240"/>
                  </a:lnTo>
                  <a:lnTo>
                    <a:pt x="33528" y="21336"/>
                  </a:lnTo>
                  <a:lnTo>
                    <a:pt x="25908" y="27432"/>
                  </a:lnTo>
                  <a:lnTo>
                    <a:pt x="18288" y="36576"/>
                  </a:lnTo>
                  <a:lnTo>
                    <a:pt x="19812" y="35052"/>
                  </a:lnTo>
                  <a:lnTo>
                    <a:pt x="13716" y="45720"/>
                  </a:lnTo>
                  <a:lnTo>
                    <a:pt x="15240" y="45720"/>
                  </a:lnTo>
                  <a:lnTo>
                    <a:pt x="10668" y="56388"/>
                  </a:lnTo>
                  <a:lnTo>
                    <a:pt x="10668" y="60960"/>
                  </a:lnTo>
                  <a:lnTo>
                    <a:pt x="10668" y="6705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" name="Google Shape;416;p29"/>
          <p:cNvGrpSpPr/>
          <p:nvPr/>
        </p:nvGrpSpPr>
        <p:grpSpPr>
          <a:xfrm>
            <a:off x="2903707" y="570539"/>
            <a:ext cx="307414" cy="157455"/>
            <a:chOff x="63500" y="63500"/>
            <a:chExt cx="562356" cy="288036"/>
          </a:xfrm>
        </p:grpSpPr>
        <p:sp>
          <p:nvSpPr>
            <p:cNvPr id="417" name="Google Shape;417;p29"/>
            <p:cNvSpPr/>
            <p:nvPr/>
          </p:nvSpPr>
          <p:spPr>
            <a:xfrm>
              <a:off x="69596" y="68072"/>
              <a:ext cx="550164" cy="141732"/>
            </a:xfrm>
            <a:custGeom>
              <a:rect b="b" l="l" r="r" t="t"/>
              <a:pathLst>
                <a:path extrusionOk="0" h="141732" w="550164">
                  <a:moveTo>
                    <a:pt x="0" y="0"/>
                  </a:moveTo>
                  <a:lnTo>
                    <a:pt x="550164" y="0"/>
                  </a:lnTo>
                  <a:lnTo>
                    <a:pt x="550164" y="141732"/>
                  </a:lnTo>
                  <a:lnTo>
                    <a:pt x="0" y="1417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18" name="Google Shape;418;p29"/>
            <p:cNvSpPr/>
            <p:nvPr/>
          </p:nvSpPr>
          <p:spPr>
            <a:xfrm>
              <a:off x="63500" y="63500"/>
              <a:ext cx="562356" cy="288036"/>
            </a:xfrm>
            <a:custGeom>
              <a:rect b="b" l="l" r="r" t="t"/>
              <a:pathLst>
                <a:path extrusionOk="0" h="288036" w="56235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556260" y="0"/>
                  </a:lnTo>
                  <a:cubicBezTo>
                    <a:pt x="559308" y="0"/>
                    <a:pt x="562356" y="1524"/>
                    <a:pt x="562356" y="4572"/>
                  </a:cubicBezTo>
                  <a:lnTo>
                    <a:pt x="562356" y="146304"/>
                  </a:lnTo>
                  <a:cubicBezTo>
                    <a:pt x="562356" y="149352"/>
                    <a:pt x="559308" y="152400"/>
                    <a:pt x="556260" y="152400"/>
                  </a:cubicBezTo>
                  <a:lnTo>
                    <a:pt x="6096" y="152400"/>
                  </a:lnTo>
                  <a:cubicBezTo>
                    <a:pt x="3048" y="152400"/>
                    <a:pt x="0" y="149352"/>
                    <a:pt x="0" y="146304"/>
                  </a:cubicBezTo>
                  <a:close/>
                  <a:moveTo>
                    <a:pt x="10668" y="288036"/>
                  </a:moveTo>
                  <a:lnTo>
                    <a:pt x="6096" y="283464"/>
                  </a:lnTo>
                  <a:lnTo>
                    <a:pt x="556260" y="283464"/>
                  </a:lnTo>
                  <a:lnTo>
                    <a:pt x="551688" y="288036"/>
                  </a:lnTo>
                  <a:lnTo>
                    <a:pt x="551688" y="4572"/>
                  </a:lnTo>
                  <a:lnTo>
                    <a:pt x="556260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" name="Google Shape;419;p29"/>
          <p:cNvGrpSpPr/>
          <p:nvPr/>
        </p:nvGrpSpPr>
        <p:grpSpPr>
          <a:xfrm>
            <a:off x="2995348" y="1551104"/>
            <a:ext cx="94973" cy="129130"/>
            <a:chOff x="63500" y="63500"/>
            <a:chExt cx="173736" cy="236220"/>
          </a:xfrm>
        </p:grpSpPr>
        <p:sp>
          <p:nvSpPr>
            <p:cNvPr id="420" name="Google Shape;420;p29"/>
            <p:cNvSpPr/>
            <p:nvPr/>
          </p:nvSpPr>
          <p:spPr>
            <a:xfrm>
              <a:off x="65024" y="65024"/>
              <a:ext cx="169164" cy="117348"/>
            </a:xfrm>
            <a:custGeom>
              <a:rect b="b" l="l" r="r" t="t"/>
              <a:pathLst>
                <a:path extrusionOk="0" h="117348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21" name="Google Shape;421;p29"/>
            <p:cNvSpPr/>
            <p:nvPr/>
          </p:nvSpPr>
          <p:spPr>
            <a:xfrm>
              <a:off x="63500" y="63500"/>
              <a:ext cx="173736" cy="236220"/>
            </a:xfrm>
            <a:custGeom>
              <a:rect b="b" l="l" r="r" t="t"/>
              <a:pathLst>
                <a:path extrusionOk="0" h="236220" w="173736">
                  <a:moveTo>
                    <a:pt x="0" y="1524"/>
                  </a:moveTo>
                  <a:cubicBezTo>
                    <a:pt x="0" y="1524"/>
                    <a:pt x="0" y="0"/>
                    <a:pt x="1524" y="0"/>
                  </a:cubicBezTo>
                  <a:lnTo>
                    <a:pt x="170688" y="0"/>
                  </a:lnTo>
                  <a:cubicBezTo>
                    <a:pt x="172212" y="0"/>
                    <a:pt x="173736" y="1524"/>
                    <a:pt x="173736" y="1524"/>
                  </a:cubicBezTo>
                  <a:lnTo>
                    <a:pt x="173736" y="118872"/>
                  </a:lnTo>
                  <a:cubicBezTo>
                    <a:pt x="173736" y="120396"/>
                    <a:pt x="172212" y="120396"/>
                    <a:pt x="170688" y="120396"/>
                  </a:cubicBezTo>
                  <a:lnTo>
                    <a:pt x="1524" y="120396"/>
                  </a:lnTo>
                  <a:cubicBezTo>
                    <a:pt x="0" y="120396"/>
                    <a:pt x="0" y="120396"/>
                    <a:pt x="0" y="118872"/>
                  </a:cubicBezTo>
                  <a:close/>
                  <a:moveTo>
                    <a:pt x="3048" y="236220"/>
                  </a:moveTo>
                  <a:lnTo>
                    <a:pt x="1524" y="234696"/>
                  </a:lnTo>
                  <a:lnTo>
                    <a:pt x="170688" y="234696"/>
                  </a:lnTo>
                  <a:lnTo>
                    <a:pt x="169164" y="236220"/>
                  </a:lnTo>
                  <a:lnTo>
                    <a:pt x="169164" y="1524"/>
                  </a:lnTo>
                  <a:lnTo>
                    <a:pt x="170688" y="4572"/>
                  </a:lnTo>
                  <a:lnTo>
                    <a:pt x="1524" y="4572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" name="Google Shape;422;p29"/>
          <p:cNvGrpSpPr/>
          <p:nvPr/>
        </p:nvGrpSpPr>
        <p:grpSpPr>
          <a:xfrm>
            <a:off x="3538533" y="1544440"/>
            <a:ext cx="107470" cy="149957"/>
            <a:chOff x="63500" y="63500"/>
            <a:chExt cx="196596" cy="274320"/>
          </a:xfrm>
        </p:grpSpPr>
        <p:sp>
          <p:nvSpPr>
            <p:cNvPr id="423" name="Google Shape;423;p29"/>
            <p:cNvSpPr/>
            <p:nvPr/>
          </p:nvSpPr>
          <p:spPr>
            <a:xfrm>
              <a:off x="69596" y="69596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24" name="Google Shape;424;p29"/>
            <p:cNvSpPr/>
            <p:nvPr/>
          </p:nvSpPr>
          <p:spPr>
            <a:xfrm>
              <a:off x="63500" y="63500"/>
              <a:ext cx="196596" cy="274320"/>
            </a:xfrm>
            <a:custGeom>
              <a:rect b="b" l="l" r="r" t="t"/>
              <a:pathLst>
                <a:path extrusionOk="0" h="274320" w="19659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3048"/>
                    <a:pt x="196596" y="6096"/>
                  </a:cubicBezTo>
                  <a:lnTo>
                    <a:pt x="196596" y="140208"/>
                  </a:lnTo>
                  <a:cubicBezTo>
                    <a:pt x="196596" y="143256"/>
                    <a:pt x="193548" y="144780"/>
                    <a:pt x="190500" y="144780"/>
                  </a:cubicBezTo>
                  <a:lnTo>
                    <a:pt x="6096" y="144780"/>
                  </a:lnTo>
                  <a:cubicBezTo>
                    <a:pt x="3048" y="144780"/>
                    <a:pt x="0" y="143256"/>
                    <a:pt x="0" y="140208"/>
                  </a:cubicBezTo>
                  <a:close/>
                  <a:moveTo>
                    <a:pt x="12192" y="274320"/>
                  </a:moveTo>
                  <a:lnTo>
                    <a:pt x="6096" y="268224"/>
                  </a:lnTo>
                  <a:lnTo>
                    <a:pt x="190500" y="268224"/>
                  </a:lnTo>
                  <a:lnTo>
                    <a:pt x="185928" y="274320"/>
                  </a:lnTo>
                  <a:lnTo>
                    <a:pt x="185928" y="6096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2192" y="609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5" name="Google Shape;425;p29"/>
          <p:cNvSpPr/>
          <p:nvPr/>
        </p:nvSpPr>
        <p:spPr>
          <a:xfrm>
            <a:off x="3574359" y="1486958"/>
            <a:ext cx="32491" cy="75813"/>
          </a:xfrm>
          <a:custGeom>
            <a:rect b="b" l="l" r="r" t="t"/>
            <a:pathLst>
              <a:path extrusionOk="0" h="184912" w="79248">
                <a:moveTo>
                  <a:pt x="0" y="0"/>
                </a:moveTo>
                <a:lnTo>
                  <a:pt x="79248" y="0"/>
                </a:lnTo>
                <a:lnTo>
                  <a:pt x="79248" y="184912"/>
                </a:lnTo>
                <a:lnTo>
                  <a:pt x="0" y="184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6" name="Google Shape;426;p29"/>
          <p:cNvGrpSpPr/>
          <p:nvPr/>
        </p:nvGrpSpPr>
        <p:grpSpPr>
          <a:xfrm>
            <a:off x="3538533" y="1891845"/>
            <a:ext cx="107470" cy="149124"/>
            <a:chOff x="63500" y="63500"/>
            <a:chExt cx="196596" cy="272796"/>
          </a:xfrm>
        </p:grpSpPr>
        <p:sp>
          <p:nvSpPr>
            <p:cNvPr id="427" name="Google Shape;427;p29"/>
            <p:cNvSpPr/>
            <p:nvPr/>
          </p:nvSpPr>
          <p:spPr>
            <a:xfrm>
              <a:off x="69596" y="68072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428" name="Google Shape;428;p29"/>
            <p:cNvSpPr/>
            <p:nvPr/>
          </p:nvSpPr>
          <p:spPr>
            <a:xfrm>
              <a:off x="63500" y="63500"/>
              <a:ext cx="196596" cy="272796"/>
            </a:xfrm>
            <a:custGeom>
              <a:rect b="b" l="l" r="r" t="t"/>
              <a:pathLst>
                <a:path extrusionOk="0" h="272796" w="19659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1524"/>
                    <a:pt x="196596" y="4572"/>
                  </a:cubicBezTo>
                  <a:lnTo>
                    <a:pt x="196596" y="138684"/>
                  </a:lnTo>
                  <a:cubicBezTo>
                    <a:pt x="196596" y="141732"/>
                    <a:pt x="193548" y="144780"/>
                    <a:pt x="190500" y="144780"/>
                  </a:cubicBezTo>
                  <a:lnTo>
                    <a:pt x="6096" y="144780"/>
                  </a:lnTo>
                  <a:cubicBezTo>
                    <a:pt x="3048" y="144780"/>
                    <a:pt x="0" y="141732"/>
                    <a:pt x="0" y="138684"/>
                  </a:cubicBezTo>
                  <a:close/>
                  <a:moveTo>
                    <a:pt x="12192" y="272796"/>
                  </a:moveTo>
                  <a:lnTo>
                    <a:pt x="6096" y="268224"/>
                  </a:lnTo>
                  <a:lnTo>
                    <a:pt x="190500" y="268224"/>
                  </a:lnTo>
                  <a:lnTo>
                    <a:pt x="185928" y="272796"/>
                  </a:lnTo>
                  <a:lnTo>
                    <a:pt x="185928" y="4572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9" name="Google Shape;429;p29"/>
          <p:cNvSpPr/>
          <p:nvPr/>
        </p:nvSpPr>
        <p:spPr>
          <a:xfrm>
            <a:off x="3576858" y="1805204"/>
            <a:ext cx="32491" cy="257429"/>
          </a:xfrm>
          <a:custGeom>
            <a:rect b="b" l="l" r="r" t="t"/>
            <a:pathLst>
              <a:path extrusionOk="0" h="627888" w="79248">
                <a:moveTo>
                  <a:pt x="0" y="0"/>
                </a:moveTo>
                <a:lnTo>
                  <a:pt x="79248" y="0"/>
                </a:lnTo>
                <a:lnTo>
                  <a:pt x="79248" y="627888"/>
                </a:lnTo>
                <a:lnTo>
                  <a:pt x="0" y="627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0" name="Google Shape;430;p29"/>
          <p:cNvSpPr/>
          <p:nvPr/>
        </p:nvSpPr>
        <p:spPr>
          <a:xfrm>
            <a:off x="3190298" y="2030142"/>
            <a:ext cx="673149" cy="34990"/>
          </a:xfrm>
          <a:custGeom>
            <a:rect b="b" l="l" r="r" t="t"/>
            <a:pathLst>
              <a:path extrusionOk="0" h="85344" w="1641856">
                <a:moveTo>
                  <a:pt x="0" y="0"/>
                </a:moveTo>
                <a:lnTo>
                  <a:pt x="1641856" y="0"/>
                </a:lnTo>
                <a:lnTo>
                  <a:pt x="1641856" y="85344"/>
                </a:lnTo>
                <a:lnTo>
                  <a:pt x="0" y="85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1" name="Google Shape;431;p29"/>
          <p:cNvGrpSpPr/>
          <p:nvPr/>
        </p:nvGrpSpPr>
        <p:grpSpPr>
          <a:xfrm>
            <a:off x="3560194" y="1715226"/>
            <a:ext cx="69147" cy="104970"/>
            <a:chOff x="63500" y="63500"/>
            <a:chExt cx="126492" cy="192024"/>
          </a:xfrm>
        </p:grpSpPr>
        <p:sp>
          <p:nvSpPr>
            <p:cNvPr id="432" name="Google Shape;432;p29"/>
            <p:cNvSpPr/>
            <p:nvPr/>
          </p:nvSpPr>
          <p:spPr>
            <a:xfrm>
              <a:off x="63500" y="63500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7912"/>
                  </a:moveTo>
                  <a:lnTo>
                    <a:pt x="0" y="51816"/>
                  </a:lnTo>
                  <a:lnTo>
                    <a:pt x="1524" y="47244"/>
                  </a:lnTo>
                  <a:cubicBezTo>
                    <a:pt x="1524" y="45720"/>
                    <a:pt x="1524" y="45720"/>
                    <a:pt x="1524" y="45720"/>
                  </a:cubicBezTo>
                  <a:lnTo>
                    <a:pt x="4572" y="35052"/>
                  </a:lnTo>
                  <a:lnTo>
                    <a:pt x="10668" y="25908"/>
                  </a:lnTo>
                  <a:cubicBezTo>
                    <a:pt x="10668" y="25908"/>
                    <a:pt x="10668" y="24384"/>
                    <a:pt x="10668" y="24384"/>
                  </a:cubicBezTo>
                  <a:lnTo>
                    <a:pt x="18288" y="16764"/>
                  </a:lnTo>
                  <a:lnTo>
                    <a:pt x="27432" y="9144"/>
                  </a:lnTo>
                  <a:cubicBezTo>
                    <a:pt x="27432" y="9144"/>
                    <a:pt x="27432" y="9144"/>
                    <a:pt x="28956" y="9144"/>
                  </a:cubicBezTo>
                  <a:lnTo>
                    <a:pt x="38100" y="4572"/>
                  </a:lnTo>
                  <a:cubicBezTo>
                    <a:pt x="38100" y="4572"/>
                    <a:pt x="39624" y="4572"/>
                    <a:pt x="39624" y="4572"/>
                  </a:cubicBezTo>
                  <a:lnTo>
                    <a:pt x="50292" y="0"/>
                  </a:lnTo>
                  <a:cubicBezTo>
                    <a:pt x="50292" y="0"/>
                    <a:pt x="50292" y="0"/>
                    <a:pt x="51816" y="0"/>
                  </a:cubicBezTo>
                  <a:lnTo>
                    <a:pt x="62484" y="0"/>
                  </a:lnTo>
                  <a:cubicBezTo>
                    <a:pt x="62484" y="0"/>
                    <a:pt x="64008" y="0"/>
                    <a:pt x="64008" y="0"/>
                  </a:cubicBezTo>
                  <a:lnTo>
                    <a:pt x="76200" y="0"/>
                  </a:lnTo>
                  <a:lnTo>
                    <a:pt x="86868" y="4572"/>
                  </a:lnTo>
                  <a:cubicBezTo>
                    <a:pt x="88392" y="4572"/>
                    <a:pt x="88392" y="4572"/>
                    <a:pt x="88392" y="4572"/>
                  </a:cubicBezTo>
                  <a:lnTo>
                    <a:pt x="97536" y="9144"/>
                  </a:lnTo>
                  <a:cubicBezTo>
                    <a:pt x="99060" y="9144"/>
                    <a:pt x="99060" y="9144"/>
                    <a:pt x="99060" y="9144"/>
                  </a:cubicBezTo>
                  <a:lnTo>
                    <a:pt x="108204" y="16764"/>
                  </a:lnTo>
                  <a:lnTo>
                    <a:pt x="115824" y="24384"/>
                  </a:lnTo>
                  <a:cubicBezTo>
                    <a:pt x="115824" y="24384"/>
                    <a:pt x="115824" y="25908"/>
                    <a:pt x="115824" y="25908"/>
                  </a:cubicBezTo>
                  <a:lnTo>
                    <a:pt x="121920" y="35052"/>
                  </a:lnTo>
                  <a:lnTo>
                    <a:pt x="124968" y="45720"/>
                  </a:lnTo>
                  <a:cubicBezTo>
                    <a:pt x="124968" y="45720"/>
                    <a:pt x="124968" y="45720"/>
                    <a:pt x="124968" y="47244"/>
                  </a:cubicBezTo>
                  <a:lnTo>
                    <a:pt x="126492" y="51816"/>
                  </a:lnTo>
                  <a:lnTo>
                    <a:pt x="126492" y="57912"/>
                  </a:lnTo>
                  <a:lnTo>
                    <a:pt x="126492" y="64008"/>
                  </a:lnTo>
                  <a:lnTo>
                    <a:pt x="124968" y="70104"/>
                  </a:lnTo>
                  <a:lnTo>
                    <a:pt x="121920" y="80772"/>
                  </a:lnTo>
                  <a:cubicBezTo>
                    <a:pt x="121920" y="80772"/>
                    <a:pt x="121920" y="80772"/>
                    <a:pt x="121920" y="82296"/>
                  </a:cubicBezTo>
                  <a:lnTo>
                    <a:pt x="115824" y="91440"/>
                  </a:lnTo>
                  <a:lnTo>
                    <a:pt x="108204" y="99060"/>
                  </a:lnTo>
                  <a:cubicBezTo>
                    <a:pt x="108204" y="99060"/>
                    <a:pt x="108204" y="100584"/>
                    <a:pt x="108204" y="100584"/>
                  </a:cubicBezTo>
                  <a:lnTo>
                    <a:pt x="99060" y="106680"/>
                  </a:lnTo>
                  <a:cubicBezTo>
                    <a:pt x="99060" y="106680"/>
                    <a:pt x="99060" y="106680"/>
                    <a:pt x="97536" y="106680"/>
                  </a:cubicBezTo>
                  <a:lnTo>
                    <a:pt x="88392" y="112776"/>
                  </a:lnTo>
                  <a:cubicBezTo>
                    <a:pt x="88392" y="112776"/>
                    <a:pt x="88392" y="112776"/>
                    <a:pt x="86868" y="112776"/>
                  </a:cubicBezTo>
                  <a:lnTo>
                    <a:pt x="76200" y="115824"/>
                  </a:lnTo>
                  <a:lnTo>
                    <a:pt x="64008" y="117348"/>
                  </a:lnTo>
                  <a:cubicBezTo>
                    <a:pt x="64008" y="117348"/>
                    <a:pt x="62484" y="117348"/>
                    <a:pt x="62484" y="117348"/>
                  </a:cubicBezTo>
                  <a:lnTo>
                    <a:pt x="51816" y="115824"/>
                  </a:lnTo>
                  <a:cubicBezTo>
                    <a:pt x="50292" y="115824"/>
                    <a:pt x="50292" y="115824"/>
                    <a:pt x="50292" y="115824"/>
                  </a:cubicBezTo>
                  <a:lnTo>
                    <a:pt x="39624" y="112776"/>
                  </a:lnTo>
                  <a:cubicBezTo>
                    <a:pt x="39624" y="112776"/>
                    <a:pt x="38100" y="112776"/>
                    <a:pt x="38100" y="112776"/>
                  </a:cubicBezTo>
                  <a:lnTo>
                    <a:pt x="28956" y="106680"/>
                  </a:lnTo>
                  <a:cubicBezTo>
                    <a:pt x="27432" y="106680"/>
                    <a:pt x="27432" y="106680"/>
                    <a:pt x="27432" y="106680"/>
                  </a:cubicBezTo>
                  <a:lnTo>
                    <a:pt x="18288" y="100584"/>
                  </a:lnTo>
                  <a:cubicBezTo>
                    <a:pt x="18288" y="100584"/>
                    <a:pt x="18288" y="99060"/>
                    <a:pt x="18288" y="99060"/>
                  </a:cubicBezTo>
                  <a:lnTo>
                    <a:pt x="10668" y="91440"/>
                  </a:lnTo>
                  <a:lnTo>
                    <a:pt x="4572" y="82296"/>
                  </a:lnTo>
                  <a:cubicBezTo>
                    <a:pt x="4572" y="80772"/>
                    <a:pt x="4572" y="80772"/>
                    <a:pt x="4572" y="80772"/>
                  </a:cubicBezTo>
                  <a:lnTo>
                    <a:pt x="1524" y="70104"/>
                  </a:lnTo>
                  <a:lnTo>
                    <a:pt x="0" y="64008"/>
                  </a:lnTo>
                  <a:close/>
                  <a:moveTo>
                    <a:pt x="10668" y="68580"/>
                  </a:moveTo>
                  <a:lnTo>
                    <a:pt x="12192" y="74676"/>
                  </a:lnTo>
                  <a:lnTo>
                    <a:pt x="12192" y="73152"/>
                  </a:lnTo>
                  <a:lnTo>
                    <a:pt x="15240" y="83820"/>
                  </a:lnTo>
                  <a:lnTo>
                    <a:pt x="15240" y="76200"/>
                  </a:lnTo>
                  <a:lnTo>
                    <a:pt x="19812" y="85344"/>
                  </a:lnTo>
                  <a:lnTo>
                    <a:pt x="19812" y="83820"/>
                  </a:lnTo>
                  <a:lnTo>
                    <a:pt x="25908" y="91440"/>
                  </a:lnTo>
                  <a:lnTo>
                    <a:pt x="33528" y="97536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51816" y="105156"/>
                  </a:lnTo>
                  <a:lnTo>
                    <a:pt x="64008" y="106680"/>
                  </a:lnTo>
                  <a:lnTo>
                    <a:pt x="62484" y="106680"/>
                  </a:lnTo>
                  <a:lnTo>
                    <a:pt x="74676" y="105156"/>
                  </a:lnTo>
                  <a:lnTo>
                    <a:pt x="73152" y="105156"/>
                  </a:lnTo>
                  <a:lnTo>
                    <a:pt x="83820" y="102108"/>
                  </a:lnTo>
                  <a:lnTo>
                    <a:pt x="92964" y="97536"/>
                  </a:lnTo>
                  <a:lnTo>
                    <a:pt x="100584" y="91440"/>
                  </a:lnTo>
                  <a:lnTo>
                    <a:pt x="108204" y="83820"/>
                  </a:lnTo>
                  <a:lnTo>
                    <a:pt x="106680" y="85344"/>
                  </a:lnTo>
                  <a:lnTo>
                    <a:pt x="112776" y="76200"/>
                  </a:lnTo>
                  <a:lnTo>
                    <a:pt x="111252" y="77724"/>
                  </a:lnTo>
                  <a:lnTo>
                    <a:pt x="115824" y="67056"/>
                  </a:lnTo>
                  <a:lnTo>
                    <a:pt x="114300" y="68580"/>
                  </a:lnTo>
                  <a:lnTo>
                    <a:pt x="115824" y="64008"/>
                  </a:lnTo>
                  <a:lnTo>
                    <a:pt x="115824" y="57912"/>
                  </a:lnTo>
                  <a:lnTo>
                    <a:pt x="115824" y="53340"/>
                  </a:lnTo>
                  <a:lnTo>
                    <a:pt x="114300" y="48768"/>
                  </a:lnTo>
                  <a:lnTo>
                    <a:pt x="115824" y="48768"/>
                  </a:lnTo>
                  <a:lnTo>
                    <a:pt x="111252" y="39624"/>
                  </a:lnTo>
                  <a:lnTo>
                    <a:pt x="112776" y="39624"/>
                  </a:lnTo>
                  <a:lnTo>
                    <a:pt x="106680" y="30480"/>
                  </a:lnTo>
                  <a:lnTo>
                    <a:pt x="108204" y="32004"/>
                  </a:lnTo>
                  <a:lnTo>
                    <a:pt x="100584" y="24384"/>
                  </a:lnTo>
                  <a:lnTo>
                    <a:pt x="92964" y="18288"/>
                  </a:lnTo>
                  <a:lnTo>
                    <a:pt x="83820" y="13716"/>
                  </a:lnTo>
                  <a:lnTo>
                    <a:pt x="73152" y="10668"/>
                  </a:lnTo>
                  <a:lnTo>
                    <a:pt x="74676" y="10668"/>
                  </a:lnTo>
                  <a:lnTo>
                    <a:pt x="62484" y="10668"/>
                  </a:lnTo>
                  <a:lnTo>
                    <a:pt x="64008" y="10668"/>
                  </a:lnTo>
                  <a:lnTo>
                    <a:pt x="51816" y="10668"/>
                  </a:lnTo>
                  <a:lnTo>
                    <a:pt x="53340" y="10668"/>
                  </a:lnTo>
                  <a:lnTo>
                    <a:pt x="42672" y="13716"/>
                  </a:lnTo>
                  <a:lnTo>
                    <a:pt x="33528" y="18288"/>
                  </a:lnTo>
                  <a:lnTo>
                    <a:pt x="25908" y="24384"/>
                  </a:lnTo>
                  <a:lnTo>
                    <a:pt x="19812" y="32004"/>
                  </a:lnTo>
                  <a:lnTo>
                    <a:pt x="19812" y="30480"/>
                  </a:lnTo>
                  <a:lnTo>
                    <a:pt x="15240" y="39624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63500" y="138176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9436"/>
                  </a:moveTo>
                  <a:lnTo>
                    <a:pt x="0" y="53340"/>
                  </a:lnTo>
                  <a:lnTo>
                    <a:pt x="1524" y="47244"/>
                  </a:lnTo>
                  <a:cubicBezTo>
                    <a:pt x="1524" y="47244"/>
                    <a:pt x="1524" y="45720"/>
                    <a:pt x="1524" y="45720"/>
                  </a:cubicBezTo>
                  <a:lnTo>
                    <a:pt x="4572" y="36576"/>
                  </a:lnTo>
                  <a:cubicBezTo>
                    <a:pt x="4572" y="35052"/>
                    <a:pt x="4572" y="35052"/>
                    <a:pt x="4572" y="35052"/>
                  </a:cubicBezTo>
                  <a:lnTo>
                    <a:pt x="10668" y="25908"/>
                  </a:lnTo>
                  <a:cubicBezTo>
                    <a:pt x="10668" y="25908"/>
                    <a:pt x="10668" y="25908"/>
                    <a:pt x="10668" y="24384"/>
                  </a:cubicBezTo>
                  <a:lnTo>
                    <a:pt x="18288" y="16764"/>
                  </a:lnTo>
                  <a:lnTo>
                    <a:pt x="27432" y="9144"/>
                  </a:lnTo>
                  <a:cubicBezTo>
                    <a:pt x="27432" y="9144"/>
                    <a:pt x="27432" y="9144"/>
                    <a:pt x="28956" y="9144"/>
                  </a:cubicBezTo>
                  <a:lnTo>
                    <a:pt x="38100" y="4572"/>
                  </a:lnTo>
                  <a:cubicBezTo>
                    <a:pt x="38100" y="4572"/>
                    <a:pt x="39624" y="4572"/>
                    <a:pt x="39624" y="4572"/>
                  </a:cubicBezTo>
                  <a:lnTo>
                    <a:pt x="50292" y="1524"/>
                  </a:lnTo>
                  <a:cubicBezTo>
                    <a:pt x="50292" y="1524"/>
                    <a:pt x="50292" y="1524"/>
                    <a:pt x="51816" y="1524"/>
                  </a:cubicBezTo>
                  <a:lnTo>
                    <a:pt x="62484" y="0"/>
                  </a:lnTo>
                  <a:cubicBezTo>
                    <a:pt x="62484" y="0"/>
                    <a:pt x="64008" y="0"/>
                    <a:pt x="64008" y="0"/>
                  </a:cubicBezTo>
                  <a:lnTo>
                    <a:pt x="76200" y="1524"/>
                  </a:lnTo>
                  <a:lnTo>
                    <a:pt x="86868" y="4572"/>
                  </a:lnTo>
                  <a:cubicBezTo>
                    <a:pt x="88392" y="4572"/>
                    <a:pt x="88392" y="4572"/>
                    <a:pt x="88392" y="4572"/>
                  </a:cubicBezTo>
                  <a:lnTo>
                    <a:pt x="97536" y="9144"/>
                  </a:lnTo>
                  <a:cubicBezTo>
                    <a:pt x="99060" y="9144"/>
                    <a:pt x="99060" y="9144"/>
                    <a:pt x="99060" y="9144"/>
                  </a:cubicBezTo>
                  <a:lnTo>
                    <a:pt x="108204" y="16764"/>
                  </a:lnTo>
                  <a:lnTo>
                    <a:pt x="115824" y="24384"/>
                  </a:lnTo>
                  <a:cubicBezTo>
                    <a:pt x="115824" y="25908"/>
                    <a:pt x="115824" y="25908"/>
                    <a:pt x="115824" y="25908"/>
                  </a:cubicBezTo>
                  <a:lnTo>
                    <a:pt x="121920" y="35052"/>
                  </a:lnTo>
                  <a:cubicBezTo>
                    <a:pt x="121920" y="35052"/>
                    <a:pt x="121920" y="35052"/>
                    <a:pt x="121920" y="36576"/>
                  </a:cubicBezTo>
                  <a:lnTo>
                    <a:pt x="124968" y="45720"/>
                  </a:lnTo>
                  <a:cubicBezTo>
                    <a:pt x="124968" y="45720"/>
                    <a:pt x="124968" y="47244"/>
                    <a:pt x="124968" y="47244"/>
                  </a:cubicBezTo>
                  <a:lnTo>
                    <a:pt x="126492" y="51816"/>
                  </a:lnTo>
                  <a:lnTo>
                    <a:pt x="126492" y="57912"/>
                  </a:lnTo>
                  <a:lnTo>
                    <a:pt x="126492" y="64008"/>
                  </a:lnTo>
                  <a:lnTo>
                    <a:pt x="124968" y="70104"/>
                  </a:lnTo>
                  <a:cubicBezTo>
                    <a:pt x="124968" y="70104"/>
                    <a:pt x="124968" y="70104"/>
                    <a:pt x="124968" y="71628"/>
                  </a:cubicBezTo>
                  <a:lnTo>
                    <a:pt x="121920" y="80772"/>
                  </a:lnTo>
                  <a:cubicBezTo>
                    <a:pt x="121920" y="80772"/>
                    <a:pt x="121920" y="82296"/>
                    <a:pt x="121920" y="82296"/>
                  </a:cubicBezTo>
                  <a:lnTo>
                    <a:pt x="115824" y="91440"/>
                  </a:lnTo>
                  <a:lnTo>
                    <a:pt x="108204" y="99060"/>
                  </a:lnTo>
                  <a:cubicBezTo>
                    <a:pt x="108204" y="100584"/>
                    <a:pt x="108204" y="100584"/>
                    <a:pt x="108204" y="100584"/>
                  </a:cubicBezTo>
                  <a:lnTo>
                    <a:pt x="99060" y="106680"/>
                  </a:lnTo>
                  <a:cubicBezTo>
                    <a:pt x="99060" y="106680"/>
                    <a:pt x="99060" y="106680"/>
                    <a:pt x="97536" y="108204"/>
                  </a:cubicBezTo>
                  <a:lnTo>
                    <a:pt x="88392" y="112776"/>
                  </a:lnTo>
                  <a:cubicBezTo>
                    <a:pt x="88392" y="112776"/>
                    <a:pt x="88392" y="112776"/>
                    <a:pt x="86868" y="112776"/>
                  </a:cubicBezTo>
                  <a:lnTo>
                    <a:pt x="76200" y="115824"/>
                  </a:lnTo>
                  <a:lnTo>
                    <a:pt x="64008" y="117348"/>
                  </a:lnTo>
                  <a:cubicBezTo>
                    <a:pt x="64008" y="117348"/>
                    <a:pt x="62484" y="117348"/>
                    <a:pt x="62484" y="117348"/>
                  </a:cubicBezTo>
                  <a:lnTo>
                    <a:pt x="51816" y="115824"/>
                  </a:lnTo>
                  <a:cubicBezTo>
                    <a:pt x="50292" y="115824"/>
                    <a:pt x="50292" y="115824"/>
                    <a:pt x="50292" y="115824"/>
                  </a:cubicBezTo>
                  <a:lnTo>
                    <a:pt x="39624" y="112776"/>
                  </a:lnTo>
                  <a:cubicBezTo>
                    <a:pt x="39624" y="112776"/>
                    <a:pt x="38100" y="112776"/>
                    <a:pt x="38100" y="112776"/>
                  </a:cubicBezTo>
                  <a:lnTo>
                    <a:pt x="28956" y="108204"/>
                  </a:lnTo>
                  <a:cubicBezTo>
                    <a:pt x="27432" y="106680"/>
                    <a:pt x="27432" y="106680"/>
                    <a:pt x="27432" y="106680"/>
                  </a:cubicBezTo>
                  <a:lnTo>
                    <a:pt x="18288" y="100584"/>
                  </a:lnTo>
                  <a:cubicBezTo>
                    <a:pt x="18288" y="100584"/>
                    <a:pt x="18288" y="100584"/>
                    <a:pt x="18288" y="99060"/>
                  </a:cubicBezTo>
                  <a:lnTo>
                    <a:pt x="10668" y="91440"/>
                  </a:lnTo>
                  <a:lnTo>
                    <a:pt x="4572" y="82296"/>
                  </a:lnTo>
                  <a:cubicBezTo>
                    <a:pt x="4572" y="82296"/>
                    <a:pt x="4572" y="80772"/>
                    <a:pt x="4572" y="80772"/>
                  </a:cubicBezTo>
                  <a:lnTo>
                    <a:pt x="1524" y="71628"/>
                  </a:lnTo>
                  <a:cubicBezTo>
                    <a:pt x="1524" y="70104"/>
                    <a:pt x="1524" y="70104"/>
                    <a:pt x="1524" y="70104"/>
                  </a:cubicBezTo>
                  <a:lnTo>
                    <a:pt x="0" y="64008"/>
                  </a:lnTo>
                  <a:close/>
                  <a:moveTo>
                    <a:pt x="10668" y="67056"/>
                  </a:moveTo>
                  <a:lnTo>
                    <a:pt x="12192" y="73152"/>
                  </a:lnTo>
                  <a:lnTo>
                    <a:pt x="12192" y="71628"/>
                  </a:lnTo>
                  <a:lnTo>
                    <a:pt x="15240" y="77724"/>
                  </a:lnTo>
                  <a:lnTo>
                    <a:pt x="15240" y="76200"/>
                  </a:lnTo>
                  <a:lnTo>
                    <a:pt x="19812" y="85344"/>
                  </a:lnTo>
                  <a:lnTo>
                    <a:pt x="19812" y="83820"/>
                  </a:lnTo>
                  <a:lnTo>
                    <a:pt x="25908" y="92964"/>
                  </a:lnTo>
                  <a:lnTo>
                    <a:pt x="25908" y="91440"/>
                  </a:lnTo>
                  <a:lnTo>
                    <a:pt x="33528" y="97536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51816" y="105156"/>
                  </a:lnTo>
                  <a:lnTo>
                    <a:pt x="64008" y="106680"/>
                  </a:lnTo>
                  <a:lnTo>
                    <a:pt x="62484" y="106680"/>
                  </a:lnTo>
                  <a:lnTo>
                    <a:pt x="74676" y="105156"/>
                  </a:lnTo>
                  <a:lnTo>
                    <a:pt x="73152" y="105156"/>
                  </a:lnTo>
                  <a:lnTo>
                    <a:pt x="83820" y="102108"/>
                  </a:lnTo>
                  <a:lnTo>
                    <a:pt x="92964" y="97536"/>
                  </a:lnTo>
                  <a:lnTo>
                    <a:pt x="100584" y="91440"/>
                  </a:lnTo>
                  <a:lnTo>
                    <a:pt x="100584" y="92964"/>
                  </a:lnTo>
                  <a:lnTo>
                    <a:pt x="108204" y="83820"/>
                  </a:lnTo>
                  <a:lnTo>
                    <a:pt x="106680" y="85344"/>
                  </a:lnTo>
                  <a:lnTo>
                    <a:pt x="112776" y="76200"/>
                  </a:lnTo>
                  <a:lnTo>
                    <a:pt x="111252" y="77724"/>
                  </a:lnTo>
                  <a:lnTo>
                    <a:pt x="115824" y="67056"/>
                  </a:lnTo>
                  <a:lnTo>
                    <a:pt x="114300" y="68580"/>
                  </a:lnTo>
                  <a:lnTo>
                    <a:pt x="115824" y="64008"/>
                  </a:lnTo>
                  <a:lnTo>
                    <a:pt x="115824" y="59436"/>
                  </a:lnTo>
                  <a:lnTo>
                    <a:pt x="115824" y="53340"/>
                  </a:lnTo>
                  <a:lnTo>
                    <a:pt x="114300" y="48768"/>
                  </a:lnTo>
                  <a:lnTo>
                    <a:pt x="115824" y="48768"/>
                  </a:lnTo>
                  <a:lnTo>
                    <a:pt x="111252" y="39624"/>
                  </a:lnTo>
                  <a:lnTo>
                    <a:pt x="112776" y="41148"/>
                  </a:lnTo>
                  <a:lnTo>
                    <a:pt x="106680" y="32004"/>
                  </a:lnTo>
                  <a:lnTo>
                    <a:pt x="108204" y="32004"/>
                  </a:lnTo>
                  <a:lnTo>
                    <a:pt x="100584" y="24384"/>
                  </a:lnTo>
                  <a:lnTo>
                    <a:pt x="92964" y="18288"/>
                  </a:lnTo>
                  <a:lnTo>
                    <a:pt x="92964" y="19812"/>
                  </a:lnTo>
                  <a:lnTo>
                    <a:pt x="83820" y="13716"/>
                  </a:lnTo>
                  <a:lnTo>
                    <a:pt x="83820" y="15240"/>
                  </a:lnTo>
                  <a:lnTo>
                    <a:pt x="73152" y="12192"/>
                  </a:lnTo>
                  <a:lnTo>
                    <a:pt x="74676" y="12192"/>
                  </a:lnTo>
                  <a:lnTo>
                    <a:pt x="62484" y="10668"/>
                  </a:lnTo>
                  <a:lnTo>
                    <a:pt x="64008" y="10668"/>
                  </a:lnTo>
                  <a:lnTo>
                    <a:pt x="51816" y="12192"/>
                  </a:lnTo>
                  <a:lnTo>
                    <a:pt x="53340" y="12192"/>
                  </a:lnTo>
                  <a:lnTo>
                    <a:pt x="42672" y="15240"/>
                  </a:lnTo>
                  <a:lnTo>
                    <a:pt x="42672" y="13716"/>
                  </a:lnTo>
                  <a:lnTo>
                    <a:pt x="33528" y="19812"/>
                  </a:lnTo>
                  <a:lnTo>
                    <a:pt x="33528" y="18288"/>
                  </a:lnTo>
                  <a:lnTo>
                    <a:pt x="25908" y="25908"/>
                  </a:lnTo>
                  <a:lnTo>
                    <a:pt x="25908" y="24384"/>
                  </a:lnTo>
                  <a:lnTo>
                    <a:pt x="19812" y="32004"/>
                  </a:lnTo>
                  <a:lnTo>
                    <a:pt x="15240" y="41148"/>
                  </a:lnTo>
                  <a:lnTo>
                    <a:pt x="15240" y="39624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29"/>
          <p:cNvSpPr/>
          <p:nvPr/>
        </p:nvSpPr>
        <p:spPr>
          <a:xfrm>
            <a:off x="3683496" y="2007649"/>
            <a:ext cx="94141" cy="143294"/>
          </a:xfrm>
          <a:custGeom>
            <a:rect b="b" l="l" r="r" t="t"/>
            <a:pathLst>
              <a:path extrusionOk="0" h="349504" w="229616">
                <a:moveTo>
                  <a:pt x="0" y="0"/>
                </a:moveTo>
                <a:lnTo>
                  <a:pt x="229616" y="0"/>
                </a:lnTo>
                <a:lnTo>
                  <a:pt x="229616" y="349504"/>
                </a:lnTo>
                <a:lnTo>
                  <a:pt x="0" y="349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5" name="Google Shape;435;p29"/>
          <p:cNvSpPr/>
          <p:nvPr/>
        </p:nvSpPr>
        <p:spPr>
          <a:xfrm>
            <a:off x="3329426" y="2036807"/>
            <a:ext cx="79978" cy="116635"/>
          </a:xfrm>
          <a:custGeom>
            <a:rect b="b" l="l" r="r" t="t"/>
            <a:pathLst>
              <a:path extrusionOk="0" h="284480" w="195072">
                <a:moveTo>
                  <a:pt x="0" y="0"/>
                </a:moveTo>
                <a:lnTo>
                  <a:pt x="195072" y="0"/>
                </a:lnTo>
                <a:lnTo>
                  <a:pt x="195072" y="284480"/>
                </a:lnTo>
                <a:lnTo>
                  <a:pt x="0" y="284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6" name="Google Shape;436;p29"/>
          <p:cNvSpPr/>
          <p:nvPr/>
        </p:nvSpPr>
        <p:spPr>
          <a:xfrm>
            <a:off x="616001" y="1652746"/>
            <a:ext cx="7705392" cy="34990"/>
          </a:xfrm>
          <a:custGeom>
            <a:rect b="b" l="l" r="r" t="t"/>
            <a:pathLst>
              <a:path extrusionOk="0" h="85344" w="18793968">
                <a:moveTo>
                  <a:pt x="0" y="0"/>
                </a:moveTo>
                <a:lnTo>
                  <a:pt x="18793968" y="0"/>
                </a:lnTo>
                <a:lnTo>
                  <a:pt x="18793968" y="85344"/>
                </a:lnTo>
                <a:lnTo>
                  <a:pt x="0" y="85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7" name="Google Shape;437;p29"/>
          <p:cNvGrpSpPr/>
          <p:nvPr/>
        </p:nvGrpSpPr>
        <p:grpSpPr>
          <a:xfrm>
            <a:off x="3545198" y="1551938"/>
            <a:ext cx="94973" cy="129130"/>
            <a:chOff x="63500" y="63500"/>
            <a:chExt cx="173736" cy="236220"/>
          </a:xfrm>
        </p:grpSpPr>
        <p:sp>
          <p:nvSpPr>
            <p:cNvPr id="438" name="Google Shape;438;p29"/>
            <p:cNvSpPr/>
            <p:nvPr/>
          </p:nvSpPr>
          <p:spPr>
            <a:xfrm>
              <a:off x="66548" y="65024"/>
              <a:ext cx="169164" cy="117348"/>
            </a:xfrm>
            <a:custGeom>
              <a:rect b="b" l="l" r="r" t="t"/>
              <a:pathLst>
                <a:path extrusionOk="0" h="117348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39" name="Google Shape;439;p29"/>
            <p:cNvSpPr/>
            <p:nvPr/>
          </p:nvSpPr>
          <p:spPr>
            <a:xfrm>
              <a:off x="63500" y="63500"/>
              <a:ext cx="173736" cy="236220"/>
            </a:xfrm>
            <a:custGeom>
              <a:rect b="b" l="l" r="r" t="t"/>
              <a:pathLst>
                <a:path extrusionOk="0" h="236220" w="173736">
                  <a:moveTo>
                    <a:pt x="0" y="1524"/>
                  </a:moveTo>
                  <a:cubicBezTo>
                    <a:pt x="0" y="1524"/>
                    <a:pt x="1524" y="0"/>
                    <a:pt x="3048" y="0"/>
                  </a:cubicBezTo>
                  <a:lnTo>
                    <a:pt x="172212" y="0"/>
                  </a:lnTo>
                  <a:cubicBezTo>
                    <a:pt x="172212" y="0"/>
                    <a:pt x="173736" y="1524"/>
                    <a:pt x="173736" y="1524"/>
                  </a:cubicBezTo>
                  <a:lnTo>
                    <a:pt x="173736" y="118872"/>
                  </a:lnTo>
                  <a:cubicBezTo>
                    <a:pt x="173736" y="120396"/>
                    <a:pt x="172212" y="120396"/>
                    <a:pt x="172212" y="120396"/>
                  </a:cubicBezTo>
                  <a:lnTo>
                    <a:pt x="3048" y="120396"/>
                  </a:lnTo>
                  <a:cubicBezTo>
                    <a:pt x="1524" y="120396"/>
                    <a:pt x="0" y="120396"/>
                    <a:pt x="0" y="118872"/>
                  </a:cubicBezTo>
                  <a:close/>
                  <a:moveTo>
                    <a:pt x="4572" y="236220"/>
                  </a:moveTo>
                  <a:lnTo>
                    <a:pt x="3048" y="234696"/>
                  </a:lnTo>
                  <a:lnTo>
                    <a:pt x="172212" y="234696"/>
                  </a:lnTo>
                  <a:lnTo>
                    <a:pt x="169164" y="236220"/>
                  </a:lnTo>
                  <a:lnTo>
                    <a:pt x="169164" y="1524"/>
                  </a:lnTo>
                  <a:lnTo>
                    <a:pt x="172212" y="4572"/>
                  </a:lnTo>
                  <a:lnTo>
                    <a:pt x="3048" y="4572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0" name="Google Shape;440;p29"/>
          <p:cNvGrpSpPr/>
          <p:nvPr/>
        </p:nvGrpSpPr>
        <p:grpSpPr>
          <a:xfrm>
            <a:off x="3545198" y="1897676"/>
            <a:ext cx="94973" cy="129963"/>
            <a:chOff x="63500" y="63500"/>
            <a:chExt cx="173736" cy="237744"/>
          </a:xfrm>
        </p:grpSpPr>
        <p:sp>
          <p:nvSpPr>
            <p:cNvPr id="441" name="Google Shape;441;p29"/>
            <p:cNvSpPr/>
            <p:nvPr/>
          </p:nvSpPr>
          <p:spPr>
            <a:xfrm>
              <a:off x="66548" y="66548"/>
              <a:ext cx="169164" cy="117348"/>
            </a:xfrm>
            <a:custGeom>
              <a:rect b="b" l="l" r="r" t="t"/>
              <a:pathLst>
                <a:path extrusionOk="0" h="117348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442" name="Google Shape;442;p29"/>
            <p:cNvSpPr/>
            <p:nvPr/>
          </p:nvSpPr>
          <p:spPr>
            <a:xfrm>
              <a:off x="63500" y="63500"/>
              <a:ext cx="173736" cy="237744"/>
            </a:xfrm>
            <a:custGeom>
              <a:rect b="b" l="l" r="r" t="t"/>
              <a:pathLst>
                <a:path extrusionOk="0" h="237744" w="173736">
                  <a:moveTo>
                    <a:pt x="0" y="3048"/>
                  </a:moveTo>
                  <a:cubicBezTo>
                    <a:pt x="0" y="1524"/>
                    <a:pt x="1524" y="0"/>
                    <a:pt x="3048" y="0"/>
                  </a:cubicBezTo>
                  <a:lnTo>
                    <a:pt x="172212" y="0"/>
                  </a:lnTo>
                  <a:cubicBezTo>
                    <a:pt x="172212" y="0"/>
                    <a:pt x="173736" y="1524"/>
                    <a:pt x="173736" y="3048"/>
                  </a:cubicBezTo>
                  <a:lnTo>
                    <a:pt x="173736" y="120396"/>
                  </a:lnTo>
                  <a:cubicBezTo>
                    <a:pt x="173736" y="121920"/>
                    <a:pt x="172212" y="121920"/>
                    <a:pt x="172212" y="121920"/>
                  </a:cubicBezTo>
                  <a:lnTo>
                    <a:pt x="3048" y="121920"/>
                  </a:lnTo>
                  <a:cubicBezTo>
                    <a:pt x="1524" y="121920"/>
                    <a:pt x="0" y="121920"/>
                    <a:pt x="0" y="120396"/>
                  </a:cubicBezTo>
                  <a:close/>
                  <a:moveTo>
                    <a:pt x="4572" y="237744"/>
                  </a:moveTo>
                  <a:lnTo>
                    <a:pt x="3048" y="236220"/>
                  </a:lnTo>
                  <a:lnTo>
                    <a:pt x="172212" y="236220"/>
                  </a:lnTo>
                  <a:lnTo>
                    <a:pt x="169164" y="237744"/>
                  </a:lnTo>
                  <a:lnTo>
                    <a:pt x="169164" y="3048"/>
                  </a:lnTo>
                  <a:lnTo>
                    <a:pt x="172212" y="4572"/>
                  </a:lnTo>
                  <a:lnTo>
                    <a:pt x="3048" y="4572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3" name="Google Shape;443;p29"/>
          <p:cNvGrpSpPr/>
          <p:nvPr/>
        </p:nvGrpSpPr>
        <p:grpSpPr>
          <a:xfrm>
            <a:off x="3875108" y="1728556"/>
            <a:ext cx="175784" cy="145792"/>
            <a:chOff x="63500" y="63500"/>
            <a:chExt cx="321564" cy="266700"/>
          </a:xfrm>
        </p:grpSpPr>
        <p:sp>
          <p:nvSpPr>
            <p:cNvPr id="444" name="Google Shape;444;p29"/>
            <p:cNvSpPr/>
            <p:nvPr/>
          </p:nvSpPr>
          <p:spPr>
            <a:xfrm>
              <a:off x="69596" y="68072"/>
              <a:ext cx="309372" cy="131064"/>
            </a:xfrm>
            <a:custGeom>
              <a:rect b="b" l="l" r="r" t="t"/>
              <a:pathLst>
                <a:path extrusionOk="0" h="131064" w="309372">
                  <a:moveTo>
                    <a:pt x="0" y="0"/>
                  </a:moveTo>
                  <a:lnTo>
                    <a:pt x="309372" y="0"/>
                  </a:lnTo>
                  <a:lnTo>
                    <a:pt x="309372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45" name="Google Shape;445;p29"/>
            <p:cNvSpPr/>
            <p:nvPr/>
          </p:nvSpPr>
          <p:spPr>
            <a:xfrm>
              <a:off x="63500" y="63500"/>
              <a:ext cx="321564" cy="266700"/>
            </a:xfrm>
            <a:custGeom>
              <a:rect b="b" l="l" r="r" t="t"/>
              <a:pathLst>
                <a:path extrusionOk="0" h="266700" w="321564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15468" y="0"/>
                  </a:lnTo>
                  <a:cubicBezTo>
                    <a:pt x="318516" y="0"/>
                    <a:pt x="321564" y="1524"/>
                    <a:pt x="321564" y="4572"/>
                  </a:cubicBezTo>
                  <a:lnTo>
                    <a:pt x="321564" y="135636"/>
                  </a:lnTo>
                  <a:cubicBezTo>
                    <a:pt x="321564" y="138684"/>
                    <a:pt x="318516" y="141732"/>
                    <a:pt x="315468" y="141732"/>
                  </a:cubicBezTo>
                  <a:lnTo>
                    <a:pt x="6096" y="141732"/>
                  </a:lnTo>
                  <a:cubicBezTo>
                    <a:pt x="3048" y="141732"/>
                    <a:pt x="0" y="138684"/>
                    <a:pt x="0" y="135636"/>
                  </a:cubicBezTo>
                  <a:close/>
                  <a:moveTo>
                    <a:pt x="10668" y="266700"/>
                  </a:moveTo>
                  <a:lnTo>
                    <a:pt x="6096" y="260604"/>
                  </a:lnTo>
                  <a:lnTo>
                    <a:pt x="315468" y="260604"/>
                  </a:lnTo>
                  <a:lnTo>
                    <a:pt x="310896" y="266700"/>
                  </a:lnTo>
                  <a:lnTo>
                    <a:pt x="310896" y="4572"/>
                  </a:lnTo>
                  <a:lnTo>
                    <a:pt x="315468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29"/>
          <p:cNvGrpSpPr/>
          <p:nvPr/>
        </p:nvGrpSpPr>
        <p:grpSpPr>
          <a:xfrm>
            <a:off x="3910098" y="1542773"/>
            <a:ext cx="107470" cy="149124"/>
            <a:chOff x="63500" y="63500"/>
            <a:chExt cx="196596" cy="272796"/>
          </a:xfrm>
        </p:grpSpPr>
        <p:sp>
          <p:nvSpPr>
            <p:cNvPr id="447" name="Google Shape;447;p29"/>
            <p:cNvSpPr/>
            <p:nvPr/>
          </p:nvSpPr>
          <p:spPr>
            <a:xfrm>
              <a:off x="69596" y="68072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48" name="Google Shape;448;p29"/>
            <p:cNvSpPr/>
            <p:nvPr/>
          </p:nvSpPr>
          <p:spPr>
            <a:xfrm>
              <a:off x="63500" y="63500"/>
              <a:ext cx="196596" cy="272796"/>
            </a:xfrm>
            <a:custGeom>
              <a:rect b="b" l="l" r="r" t="t"/>
              <a:pathLst>
                <a:path extrusionOk="0" h="272796" w="19659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1524"/>
                    <a:pt x="196596" y="4572"/>
                  </a:cubicBezTo>
                  <a:lnTo>
                    <a:pt x="196596" y="138684"/>
                  </a:lnTo>
                  <a:cubicBezTo>
                    <a:pt x="196596" y="141732"/>
                    <a:pt x="193548" y="144780"/>
                    <a:pt x="190500" y="144780"/>
                  </a:cubicBezTo>
                  <a:lnTo>
                    <a:pt x="6096" y="144780"/>
                  </a:lnTo>
                  <a:cubicBezTo>
                    <a:pt x="3048" y="144780"/>
                    <a:pt x="0" y="141732"/>
                    <a:pt x="0" y="138684"/>
                  </a:cubicBezTo>
                  <a:close/>
                  <a:moveTo>
                    <a:pt x="12192" y="272796"/>
                  </a:moveTo>
                  <a:lnTo>
                    <a:pt x="6096" y="268224"/>
                  </a:lnTo>
                  <a:lnTo>
                    <a:pt x="190500" y="268224"/>
                  </a:lnTo>
                  <a:lnTo>
                    <a:pt x="185928" y="272796"/>
                  </a:lnTo>
                  <a:lnTo>
                    <a:pt x="185928" y="4572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9" name="Google Shape;449;p29"/>
          <p:cNvSpPr/>
          <p:nvPr/>
        </p:nvSpPr>
        <p:spPr>
          <a:xfrm>
            <a:off x="3945091" y="1486958"/>
            <a:ext cx="34990" cy="125799"/>
          </a:xfrm>
          <a:custGeom>
            <a:rect b="b" l="l" r="r" t="t"/>
            <a:pathLst>
              <a:path extrusionOk="0" h="306832" w="85344">
                <a:moveTo>
                  <a:pt x="0" y="0"/>
                </a:moveTo>
                <a:lnTo>
                  <a:pt x="85344" y="0"/>
                </a:lnTo>
                <a:lnTo>
                  <a:pt x="85344" y="306832"/>
                </a:lnTo>
                <a:lnTo>
                  <a:pt x="0" y="30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0" name="Google Shape;450;p29"/>
          <p:cNvSpPr/>
          <p:nvPr/>
        </p:nvSpPr>
        <p:spPr>
          <a:xfrm>
            <a:off x="3921764" y="1609424"/>
            <a:ext cx="80811" cy="157457"/>
          </a:xfrm>
          <a:custGeom>
            <a:rect b="b" l="l" r="r" t="t"/>
            <a:pathLst>
              <a:path extrusionOk="0" h="384048" w="197104">
                <a:moveTo>
                  <a:pt x="0" y="0"/>
                </a:moveTo>
                <a:lnTo>
                  <a:pt x="197104" y="0"/>
                </a:lnTo>
                <a:lnTo>
                  <a:pt x="197104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1" name="Google Shape;451;p29"/>
          <p:cNvGrpSpPr/>
          <p:nvPr/>
        </p:nvGrpSpPr>
        <p:grpSpPr>
          <a:xfrm>
            <a:off x="3916763" y="1548605"/>
            <a:ext cx="94140" cy="129963"/>
            <a:chOff x="63500" y="63500"/>
            <a:chExt cx="172212" cy="237744"/>
          </a:xfrm>
        </p:grpSpPr>
        <p:sp>
          <p:nvSpPr>
            <p:cNvPr id="452" name="Google Shape;452;p29"/>
            <p:cNvSpPr/>
            <p:nvPr/>
          </p:nvSpPr>
          <p:spPr>
            <a:xfrm>
              <a:off x="66548" y="66548"/>
              <a:ext cx="167640" cy="117348"/>
            </a:xfrm>
            <a:custGeom>
              <a:rect b="b" l="l" r="r" t="t"/>
              <a:pathLst>
                <a:path extrusionOk="0" h="117348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53" name="Google Shape;453;p29"/>
            <p:cNvSpPr/>
            <p:nvPr/>
          </p:nvSpPr>
          <p:spPr>
            <a:xfrm>
              <a:off x="63500" y="63500"/>
              <a:ext cx="172212" cy="237744"/>
            </a:xfrm>
            <a:custGeom>
              <a:rect b="b" l="l" r="r" t="t"/>
              <a:pathLst>
                <a:path extrusionOk="0" h="237744" w="172212">
                  <a:moveTo>
                    <a:pt x="0" y="3048"/>
                  </a:moveTo>
                  <a:cubicBezTo>
                    <a:pt x="0" y="1524"/>
                    <a:pt x="1524" y="0"/>
                    <a:pt x="3048" y="0"/>
                  </a:cubicBezTo>
                  <a:lnTo>
                    <a:pt x="170688" y="0"/>
                  </a:lnTo>
                  <a:cubicBezTo>
                    <a:pt x="172212" y="0"/>
                    <a:pt x="172212" y="1524"/>
                    <a:pt x="172212" y="3048"/>
                  </a:cubicBezTo>
                  <a:lnTo>
                    <a:pt x="172212" y="120396"/>
                  </a:lnTo>
                  <a:cubicBezTo>
                    <a:pt x="172212" y="121920"/>
                    <a:pt x="172212" y="121920"/>
                    <a:pt x="170688" y="121920"/>
                  </a:cubicBezTo>
                  <a:lnTo>
                    <a:pt x="3048" y="121920"/>
                  </a:lnTo>
                  <a:cubicBezTo>
                    <a:pt x="1524" y="121920"/>
                    <a:pt x="0" y="121920"/>
                    <a:pt x="0" y="120396"/>
                  </a:cubicBezTo>
                  <a:close/>
                  <a:moveTo>
                    <a:pt x="4572" y="237744"/>
                  </a:moveTo>
                  <a:lnTo>
                    <a:pt x="3048" y="236220"/>
                  </a:lnTo>
                  <a:lnTo>
                    <a:pt x="170688" y="236220"/>
                  </a:lnTo>
                  <a:lnTo>
                    <a:pt x="167640" y="237744"/>
                  </a:lnTo>
                  <a:lnTo>
                    <a:pt x="167640" y="3048"/>
                  </a:lnTo>
                  <a:lnTo>
                    <a:pt x="170688" y="4572"/>
                  </a:lnTo>
                  <a:lnTo>
                    <a:pt x="3048" y="4572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29"/>
          <p:cNvGrpSpPr/>
          <p:nvPr/>
        </p:nvGrpSpPr>
        <p:grpSpPr>
          <a:xfrm>
            <a:off x="4131704" y="1356158"/>
            <a:ext cx="94140" cy="129130"/>
            <a:chOff x="63500" y="63500"/>
            <a:chExt cx="172212" cy="236220"/>
          </a:xfrm>
        </p:grpSpPr>
        <p:sp>
          <p:nvSpPr>
            <p:cNvPr id="455" name="Google Shape;455;p29"/>
            <p:cNvSpPr/>
            <p:nvPr/>
          </p:nvSpPr>
          <p:spPr>
            <a:xfrm>
              <a:off x="65024" y="65024"/>
              <a:ext cx="169164" cy="117348"/>
            </a:xfrm>
            <a:custGeom>
              <a:rect b="b" l="l" r="r" t="t"/>
              <a:pathLst>
                <a:path extrusionOk="0" h="117348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56" name="Google Shape;456;p29"/>
            <p:cNvSpPr/>
            <p:nvPr/>
          </p:nvSpPr>
          <p:spPr>
            <a:xfrm>
              <a:off x="63500" y="63500"/>
              <a:ext cx="172212" cy="236220"/>
            </a:xfrm>
            <a:custGeom>
              <a:rect b="b" l="l" r="r" t="t"/>
              <a:pathLst>
                <a:path extrusionOk="0" h="236220" w="172212">
                  <a:moveTo>
                    <a:pt x="0" y="1524"/>
                  </a:moveTo>
                  <a:cubicBezTo>
                    <a:pt x="0" y="0"/>
                    <a:pt x="0" y="0"/>
                    <a:pt x="1524" y="0"/>
                  </a:cubicBezTo>
                  <a:lnTo>
                    <a:pt x="170688" y="0"/>
                  </a:lnTo>
                  <a:cubicBezTo>
                    <a:pt x="172212" y="0"/>
                    <a:pt x="172212" y="0"/>
                    <a:pt x="172212" y="1524"/>
                  </a:cubicBezTo>
                  <a:lnTo>
                    <a:pt x="172212" y="118872"/>
                  </a:lnTo>
                  <a:cubicBezTo>
                    <a:pt x="172212" y="120396"/>
                    <a:pt x="172212" y="121920"/>
                    <a:pt x="170688" y="121920"/>
                  </a:cubicBezTo>
                  <a:lnTo>
                    <a:pt x="1524" y="121920"/>
                  </a:lnTo>
                  <a:cubicBezTo>
                    <a:pt x="0" y="121920"/>
                    <a:pt x="0" y="120396"/>
                    <a:pt x="0" y="118872"/>
                  </a:cubicBezTo>
                  <a:close/>
                  <a:moveTo>
                    <a:pt x="3048" y="236220"/>
                  </a:moveTo>
                  <a:lnTo>
                    <a:pt x="1524" y="234696"/>
                  </a:lnTo>
                  <a:lnTo>
                    <a:pt x="170688" y="234696"/>
                  </a:lnTo>
                  <a:lnTo>
                    <a:pt x="169164" y="236220"/>
                  </a:lnTo>
                  <a:lnTo>
                    <a:pt x="169164" y="1524"/>
                  </a:lnTo>
                  <a:lnTo>
                    <a:pt x="170688" y="4572"/>
                  </a:lnTo>
                  <a:lnTo>
                    <a:pt x="1524" y="4572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7" name="Google Shape;457;p29"/>
          <p:cNvSpPr/>
          <p:nvPr/>
        </p:nvSpPr>
        <p:spPr>
          <a:xfrm>
            <a:off x="5058120" y="705505"/>
            <a:ext cx="34990" cy="348238"/>
          </a:xfrm>
          <a:custGeom>
            <a:rect b="b" l="l" r="r" t="t"/>
            <a:pathLst>
              <a:path extrusionOk="0" h="849376" w="85344">
                <a:moveTo>
                  <a:pt x="0" y="0"/>
                </a:moveTo>
                <a:lnTo>
                  <a:pt x="85344" y="0"/>
                </a:lnTo>
                <a:lnTo>
                  <a:pt x="85344" y="849376"/>
                </a:lnTo>
                <a:lnTo>
                  <a:pt x="0" y="8493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8" name="Google Shape;458;p29"/>
          <p:cNvSpPr/>
          <p:nvPr/>
        </p:nvSpPr>
        <p:spPr>
          <a:xfrm>
            <a:off x="4950925" y="513333"/>
            <a:ext cx="249375" cy="351847"/>
          </a:xfrm>
          <a:custGeom>
            <a:rect b="b" l="l" r="r" t="t"/>
            <a:pathLst>
              <a:path extrusionOk="0" h="703693" w="498749">
                <a:moveTo>
                  <a:pt x="0" y="0"/>
                </a:moveTo>
                <a:lnTo>
                  <a:pt x="498749" y="0"/>
                </a:lnTo>
                <a:lnTo>
                  <a:pt x="498749" y="703693"/>
                </a:lnTo>
                <a:lnTo>
                  <a:pt x="0" y="7036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9" name="Google Shape;459;p29"/>
          <p:cNvGrpSpPr/>
          <p:nvPr/>
        </p:nvGrpSpPr>
        <p:grpSpPr>
          <a:xfrm>
            <a:off x="5023127" y="1337829"/>
            <a:ext cx="107470" cy="167453"/>
            <a:chOff x="63500" y="63500"/>
            <a:chExt cx="196596" cy="306324"/>
          </a:xfrm>
        </p:grpSpPr>
        <p:sp>
          <p:nvSpPr>
            <p:cNvPr id="460" name="Google Shape;460;p29"/>
            <p:cNvSpPr/>
            <p:nvPr/>
          </p:nvSpPr>
          <p:spPr>
            <a:xfrm>
              <a:off x="69596" y="68072"/>
              <a:ext cx="184404" cy="150876"/>
            </a:xfrm>
            <a:custGeom>
              <a:rect b="b" l="l" r="r" t="t"/>
              <a:pathLst>
                <a:path extrusionOk="0" h="150876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50876"/>
                  </a:lnTo>
                  <a:lnTo>
                    <a:pt x="0" y="150876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61" name="Google Shape;461;p29"/>
            <p:cNvSpPr/>
            <p:nvPr/>
          </p:nvSpPr>
          <p:spPr>
            <a:xfrm>
              <a:off x="63500" y="63500"/>
              <a:ext cx="196596" cy="306324"/>
            </a:xfrm>
            <a:custGeom>
              <a:rect b="b" l="l" r="r" t="t"/>
              <a:pathLst>
                <a:path extrusionOk="0" h="306324" w="19659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1524"/>
                    <a:pt x="196596" y="4572"/>
                  </a:cubicBezTo>
                  <a:lnTo>
                    <a:pt x="196596" y="155448"/>
                  </a:lnTo>
                  <a:cubicBezTo>
                    <a:pt x="196596" y="158496"/>
                    <a:pt x="193548" y="160020"/>
                    <a:pt x="190500" y="160020"/>
                  </a:cubicBezTo>
                  <a:lnTo>
                    <a:pt x="6096" y="160020"/>
                  </a:lnTo>
                  <a:cubicBezTo>
                    <a:pt x="3048" y="160020"/>
                    <a:pt x="0" y="158496"/>
                    <a:pt x="0" y="155448"/>
                  </a:cubicBezTo>
                  <a:close/>
                  <a:moveTo>
                    <a:pt x="10668" y="306324"/>
                  </a:moveTo>
                  <a:lnTo>
                    <a:pt x="6096" y="300228"/>
                  </a:lnTo>
                  <a:lnTo>
                    <a:pt x="190500" y="300228"/>
                  </a:lnTo>
                  <a:lnTo>
                    <a:pt x="184404" y="306324"/>
                  </a:lnTo>
                  <a:lnTo>
                    <a:pt x="184404" y="4572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29"/>
          <p:cNvGrpSpPr/>
          <p:nvPr/>
        </p:nvGrpSpPr>
        <p:grpSpPr>
          <a:xfrm>
            <a:off x="5039789" y="1024582"/>
            <a:ext cx="71646" cy="122465"/>
            <a:chOff x="63500" y="63500"/>
            <a:chExt cx="131064" cy="224028"/>
          </a:xfrm>
        </p:grpSpPr>
        <p:sp>
          <p:nvSpPr>
            <p:cNvPr id="463" name="Google Shape;463;p29"/>
            <p:cNvSpPr/>
            <p:nvPr/>
          </p:nvSpPr>
          <p:spPr>
            <a:xfrm>
              <a:off x="63500" y="63500"/>
              <a:ext cx="131064" cy="141732"/>
            </a:xfrm>
            <a:custGeom>
              <a:rect b="b" l="l" r="r" t="t"/>
              <a:pathLst>
                <a:path extrusionOk="0" h="141732" w="131064">
                  <a:moveTo>
                    <a:pt x="0" y="71628"/>
                  </a:moveTo>
                  <a:lnTo>
                    <a:pt x="0" y="64008"/>
                  </a:lnTo>
                  <a:lnTo>
                    <a:pt x="1524" y="57912"/>
                  </a:lnTo>
                  <a:lnTo>
                    <a:pt x="4572" y="44196"/>
                  </a:lnTo>
                  <a:lnTo>
                    <a:pt x="10668" y="32004"/>
                  </a:lnTo>
                  <a:lnTo>
                    <a:pt x="18288" y="21336"/>
                  </a:lnTo>
                  <a:cubicBezTo>
                    <a:pt x="18288" y="21336"/>
                    <a:pt x="18288" y="21336"/>
                    <a:pt x="19812" y="21336"/>
                  </a:cubicBezTo>
                  <a:lnTo>
                    <a:pt x="28956" y="13716"/>
                  </a:lnTo>
                  <a:cubicBezTo>
                    <a:pt x="28956" y="12192"/>
                    <a:pt x="28956" y="12192"/>
                    <a:pt x="28956" y="12192"/>
                  </a:cubicBezTo>
                  <a:lnTo>
                    <a:pt x="39624" y="6096"/>
                  </a:lnTo>
                  <a:lnTo>
                    <a:pt x="45720" y="4572"/>
                  </a:lnTo>
                  <a:lnTo>
                    <a:pt x="51816" y="1524"/>
                  </a:lnTo>
                  <a:lnTo>
                    <a:pt x="57912" y="1524"/>
                  </a:lnTo>
                  <a:lnTo>
                    <a:pt x="65532" y="0"/>
                  </a:lnTo>
                  <a:lnTo>
                    <a:pt x="71628" y="1524"/>
                  </a:lnTo>
                  <a:lnTo>
                    <a:pt x="77724" y="1524"/>
                  </a:lnTo>
                  <a:lnTo>
                    <a:pt x="85344" y="3048"/>
                  </a:lnTo>
                  <a:lnTo>
                    <a:pt x="91440" y="6096"/>
                  </a:lnTo>
                  <a:lnTo>
                    <a:pt x="102108" y="12192"/>
                  </a:lnTo>
                  <a:cubicBezTo>
                    <a:pt x="102108" y="12192"/>
                    <a:pt x="102108" y="12192"/>
                    <a:pt x="102108" y="13716"/>
                  </a:cubicBezTo>
                  <a:lnTo>
                    <a:pt x="111252" y="21336"/>
                  </a:lnTo>
                  <a:cubicBezTo>
                    <a:pt x="111252" y="21336"/>
                    <a:pt x="112776" y="21336"/>
                    <a:pt x="112776" y="21336"/>
                  </a:cubicBezTo>
                  <a:lnTo>
                    <a:pt x="120396" y="32004"/>
                  </a:lnTo>
                  <a:lnTo>
                    <a:pt x="126492" y="44196"/>
                  </a:lnTo>
                  <a:lnTo>
                    <a:pt x="128016" y="50292"/>
                  </a:lnTo>
                  <a:lnTo>
                    <a:pt x="129540" y="56388"/>
                  </a:lnTo>
                  <a:lnTo>
                    <a:pt x="131064" y="64008"/>
                  </a:lnTo>
                  <a:lnTo>
                    <a:pt x="131064" y="71628"/>
                  </a:lnTo>
                  <a:lnTo>
                    <a:pt x="131064" y="77724"/>
                  </a:lnTo>
                  <a:lnTo>
                    <a:pt x="129540" y="85344"/>
                  </a:lnTo>
                  <a:lnTo>
                    <a:pt x="128016" y="91440"/>
                  </a:lnTo>
                  <a:lnTo>
                    <a:pt x="126492" y="97536"/>
                  </a:lnTo>
                  <a:cubicBezTo>
                    <a:pt x="126492" y="99060"/>
                    <a:pt x="126492" y="99060"/>
                    <a:pt x="126492" y="99060"/>
                  </a:cubicBezTo>
                  <a:lnTo>
                    <a:pt x="120396" y="109728"/>
                  </a:lnTo>
                  <a:cubicBezTo>
                    <a:pt x="120396" y="109728"/>
                    <a:pt x="120396" y="111252"/>
                    <a:pt x="120396" y="111252"/>
                  </a:cubicBezTo>
                  <a:lnTo>
                    <a:pt x="112776" y="120396"/>
                  </a:lnTo>
                  <a:cubicBezTo>
                    <a:pt x="112776" y="120396"/>
                    <a:pt x="111252" y="120396"/>
                    <a:pt x="111252" y="121920"/>
                  </a:cubicBezTo>
                  <a:lnTo>
                    <a:pt x="102108" y="129540"/>
                  </a:lnTo>
                  <a:lnTo>
                    <a:pt x="91440" y="135636"/>
                  </a:lnTo>
                  <a:lnTo>
                    <a:pt x="85344" y="138684"/>
                  </a:lnTo>
                  <a:lnTo>
                    <a:pt x="79248" y="140208"/>
                  </a:lnTo>
                  <a:lnTo>
                    <a:pt x="73152" y="141732"/>
                  </a:lnTo>
                  <a:lnTo>
                    <a:pt x="65532" y="141732"/>
                  </a:lnTo>
                  <a:lnTo>
                    <a:pt x="59436" y="141732"/>
                  </a:lnTo>
                  <a:lnTo>
                    <a:pt x="51816" y="140208"/>
                  </a:lnTo>
                  <a:lnTo>
                    <a:pt x="45720" y="138684"/>
                  </a:lnTo>
                  <a:lnTo>
                    <a:pt x="39624" y="135636"/>
                  </a:lnTo>
                  <a:lnTo>
                    <a:pt x="28956" y="129540"/>
                  </a:lnTo>
                  <a:lnTo>
                    <a:pt x="19812" y="121920"/>
                  </a:lnTo>
                  <a:cubicBezTo>
                    <a:pt x="18288" y="120396"/>
                    <a:pt x="18288" y="120396"/>
                    <a:pt x="18288" y="120396"/>
                  </a:cubicBezTo>
                  <a:lnTo>
                    <a:pt x="10668" y="111252"/>
                  </a:lnTo>
                  <a:cubicBezTo>
                    <a:pt x="10668" y="111252"/>
                    <a:pt x="10668" y="109728"/>
                    <a:pt x="10668" y="109728"/>
                  </a:cubicBezTo>
                  <a:lnTo>
                    <a:pt x="4572" y="99060"/>
                  </a:lnTo>
                  <a:cubicBezTo>
                    <a:pt x="4572" y="99060"/>
                    <a:pt x="4572" y="99060"/>
                    <a:pt x="4572" y="97536"/>
                  </a:cubicBezTo>
                  <a:lnTo>
                    <a:pt x="1524" y="85344"/>
                  </a:lnTo>
                  <a:lnTo>
                    <a:pt x="0" y="79248"/>
                  </a:lnTo>
                  <a:close/>
                  <a:moveTo>
                    <a:pt x="10668" y="85344"/>
                  </a:moveTo>
                  <a:lnTo>
                    <a:pt x="12192" y="89916"/>
                  </a:lnTo>
                  <a:lnTo>
                    <a:pt x="15240" y="102108"/>
                  </a:lnTo>
                  <a:lnTo>
                    <a:pt x="19812" y="112776"/>
                  </a:lnTo>
                  <a:lnTo>
                    <a:pt x="19812" y="111252"/>
                  </a:lnTo>
                  <a:lnTo>
                    <a:pt x="27432" y="121920"/>
                  </a:lnTo>
                  <a:lnTo>
                    <a:pt x="25908" y="120396"/>
                  </a:lnTo>
                  <a:lnTo>
                    <a:pt x="35052" y="128016"/>
                  </a:lnTo>
                  <a:lnTo>
                    <a:pt x="44196" y="134112"/>
                  </a:lnTo>
                  <a:lnTo>
                    <a:pt x="48768" y="135636"/>
                  </a:lnTo>
                  <a:lnTo>
                    <a:pt x="54864" y="137160"/>
                  </a:lnTo>
                  <a:lnTo>
                    <a:pt x="59436" y="138684"/>
                  </a:lnTo>
                  <a:lnTo>
                    <a:pt x="65532" y="138684"/>
                  </a:lnTo>
                  <a:lnTo>
                    <a:pt x="70104" y="138684"/>
                  </a:lnTo>
                  <a:lnTo>
                    <a:pt x="76200" y="129540"/>
                  </a:lnTo>
                  <a:lnTo>
                    <a:pt x="80772" y="128016"/>
                  </a:lnTo>
                  <a:lnTo>
                    <a:pt x="86868" y="126492"/>
                  </a:lnTo>
                  <a:lnTo>
                    <a:pt x="96012" y="120396"/>
                  </a:lnTo>
                  <a:lnTo>
                    <a:pt x="105156" y="112776"/>
                  </a:lnTo>
                  <a:lnTo>
                    <a:pt x="103632" y="114300"/>
                  </a:lnTo>
                  <a:lnTo>
                    <a:pt x="111252" y="103632"/>
                  </a:lnTo>
                  <a:lnTo>
                    <a:pt x="111252" y="105156"/>
                  </a:lnTo>
                  <a:lnTo>
                    <a:pt x="115824" y="94488"/>
                  </a:lnTo>
                  <a:lnTo>
                    <a:pt x="117348" y="89916"/>
                  </a:lnTo>
                  <a:lnTo>
                    <a:pt x="118872" y="83820"/>
                  </a:lnTo>
                  <a:lnTo>
                    <a:pt x="120396" y="77724"/>
                  </a:lnTo>
                  <a:lnTo>
                    <a:pt x="120396" y="71628"/>
                  </a:lnTo>
                  <a:lnTo>
                    <a:pt x="120396" y="65532"/>
                  </a:lnTo>
                  <a:lnTo>
                    <a:pt x="118872" y="59436"/>
                  </a:lnTo>
                  <a:lnTo>
                    <a:pt x="117348" y="53340"/>
                  </a:lnTo>
                  <a:lnTo>
                    <a:pt x="115824" y="48768"/>
                  </a:lnTo>
                  <a:lnTo>
                    <a:pt x="111252" y="36576"/>
                  </a:lnTo>
                  <a:lnTo>
                    <a:pt x="111252" y="38100"/>
                  </a:lnTo>
                  <a:lnTo>
                    <a:pt x="103632" y="28956"/>
                  </a:lnTo>
                  <a:lnTo>
                    <a:pt x="105156" y="28956"/>
                  </a:lnTo>
                  <a:lnTo>
                    <a:pt x="96012" y="21336"/>
                  </a:lnTo>
                  <a:lnTo>
                    <a:pt x="86868" y="15240"/>
                  </a:lnTo>
                  <a:lnTo>
                    <a:pt x="86868" y="16764"/>
                  </a:lnTo>
                  <a:lnTo>
                    <a:pt x="82296" y="13716"/>
                  </a:lnTo>
                  <a:lnTo>
                    <a:pt x="76200" y="12192"/>
                  </a:lnTo>
                  <a:lnTo>
                    <a:pt x="71628" y="12192"/>
                  </a:lnTo>
                  <a:lnTo>
                    <a:pt x="65532" y="12192"/>
                  </a:lnTo>
                  <a:lnTo>
                    <a:pt x="59436" y="12192"/>
                  </a:lnTo>
                  <a:lnTo>
                    <a:pt x="54864" y="12192"/>
                  </a:lnTo>
                  <a:lnTo>
                    <a:pt x="50292" y="13716"/>
                  </a:lnTo>
                  <a:lnTo>
                    <a:pt x="44196" y="16764"/>
                  </a:lnTo>
                  <a:lnTo>
                    <a:pt x="44196" y="15240"/>
                  </a:lnTo>
                  <a:lnTo>
                    <a:pt x="35052" y="21336"/>
                  </a:lnTo>
                  <a:lnTo>
                    <a:pt x="25908" y="28956"/>
                  </a:lnTo>
                  <a:lnTo>
                    <a:pt x="27432" y="28956"/>
                  </a:lnTo>
                  <a:lnTo>
                    <a:pt x="19812" y="38100"/>
                  </a:lnTo>
                  <a:lnTo>
                    <a:pt x="19812" y="36576"/>
                  </a:lnTo>
                  <a:lnTo>
                    <a:pt x="15240" y="48768"/>
                  </a:lnTo>
                  <a:lnTo>
                    <a:pt x="15240" y="47244"/>
                  </a:lnTo>
                  <a:lnTo>
                    <a:pt x="12192" y="59436"/>
                  </a:lnTo>
                  <a:lnTo>
                    <a:pt x="10668" y="64008"/>
                  </a:lnTo>
                  <a:lnTo>
                    <a:pt x="10668" y="71628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63500" y="159512"/>
              <a:ext cx="131064" cy="128016"/>
            </a:xfrm>
            <a:custGeom>
              <a:rect b="b" l="l" r="r" t="t"/>
              <a:pathLst>
                <a:path extrusionOk="0" h="128016" w="131064">
                  <a:moveTo>
                    <a:pt x="0" y="64008"/>
                  </a:moveTo>
                  <a:lnTo>
                    <a:pt x="0" y="57912"/>
                  </a:lnTo>
                  <a:lnTo>
                    <a:pt x="1524" y="51816"/>
                  </a:lnTo>
                  <a:cubicBezTo>
                    <a:pt x="1524" y="50292"/>
                    <a:pt x="1524" y="50292"/>
                    <a:pt x="1524" y="50292"/>
                  </a:cubicBezTo>
                  <a:lnTo>
                    <a:pt x="4572" y="39624"/>
                  </a:lnTo>
                  <a:cubicBezTo>
                    <a:pt x="4572" y="39624"/>
                    <a:pt x="4572" y="38100"/>
                    <a:pt x="4572" y="38100"/>
                  </a:cubicBezTo>
                  <a:lnTo>
                    <a:pt x="10668" y="27432"/>
                  </a:lnTo>
                  <a:lnTo>
                    <a:pt x="18288" y="18288"/>
                  </a:lnTo>
                  <a:cubicBezTo>
                    <a:pt x="18288" y="18288"/>
                    <a:pt x="19812" y="18288"/>
                    <a:pt x="19812" y="18288"/>
                  </a:cubicBezTo>
                  <a:lnTo>
                    <a:pt x="28956" y="10668"/>
                  </a:lnTo>
                  <a:lnTo>
                    <a:pt x="39624" y="4572"/>
                  </a:lnTo>
                  <a:cubicBezTo>
                    <a:pt x="39624" y="4572"/>
                    <a:pt x="39624" y="4572"/>
                    <a:pt x="41148" y="4572"/>
                  </a:cubicBezTo>
                  <a:lnTo>
                    <a:pt x="51816" y="0"/>
                  </a:lnTo>
                  <a:lnTo>
                    <a:pt x="57912" y="0"/>
                  </a:lnTo>
                  <a:lnTo>
                    <a:pt x="65532" y="0"/>
                  </a:lnTo>
                  <a:lnTo>
                    <a:pt x="71628" y="0"/>
                  </a:lnTo>
                  <a:lnTo>
                    <a:pt x="77724" y="0"/>
                  </a:lnTo>
                  <a:lnTo>
                    <a:pt x="89916" y="4572"/>
                  </a:lnTo>
                  <a:cubicBezTo>
                    <a:pt x="91440" y="4572"/>
                    <a:pt x="91440" y="4572"/>
                    <a:pt x="91440" y="4572"/>
                  </a:cubicBezTo>
                  <a:lnTo>
                    <a:pt x="102108" y="10668"/>
                  </a:lnTo>
                  <a:lnTo>
                    <a:pt x="111252" y="18288"/>
                  </a:lnTo>
                  <a:cubicBezTo>
                    <a:pt x="111252" y="18288"/>
                    <a:pt x="111252" y="18288"/>
                    <a:pt x="112776" y="18288"/>
                  </a:cubicBezTo>
                  <a:lnTo>
                    <a:pt x="120396" y="27432"/>
                  </a:lnTo>
                  <a:lnTo>
                    <a:pt x="126492" y="38100"/>
                  </a:lnTo>
                  <a:cubicBezTo>
                    <a:pt x="126492" y="38100"/>
                    <a:pt x="126492" y="38100"/>
                    <a:pt x="126492" y="39624"/>
                  </a:cubicBezTo>
                  <a:lnTo>
                    <a:pt x="128016" y="44196"/>
                  </a:lnTo>
                  <a:lnTo>
                    <a:pt x="129540" y="50292"/>
                  </a:lnTo>
                  <a:lnTo>
                    <a:pt x="131064" y="56388"/>
                  </a:lnTo>
                  <a:lnTo>
                    <a:pt x="131064" y="64008"/>
                  </a:lnTo>
                  <a:lnTo>
                    <a:pt x="131064" y="70104"/>
                  </a:lnTo>
                  <a:lnTo>
                    <a:pt x="129540" y="76200"/>
                  </a:lnTo>
                  <a:lnTo>
                    <a:pt x="128016" y="82296"/>
                  </a:lnTo>
                  <a:lnTo>
                    <a:pt x="126492" y="88392"/>
                  </a:lnTo>
                  <a:cubicBezTo>
                    <a:pt x="126492" y="89916"/>
                    <a:pt x="126492" y="89916"/>
                    <a:pt x="126492" y="89916"/>
                  </a:cubicBezTo>
                  <a:lnTo>
                    <a:pt x="120396" y="99060"/>
                  </a:lnTo>
                  <a:cubicBezTo>
                    <a:pt x="120396" y="100584"/>
                    <a:pt x="120396" y="100584"/>
                    <a:pt x="120396" y="100584"/>
                  </a:cubicBezTo>
                  <a:lnTo>
                    <a:pt x="112776" y="109728"/>
                  </a:lnTo>
                  <a:cubicBezTo>
                    <a:pt x="111252" y="109728"/>
                    <a:pt x="111252" y="109728"/>
                    <a:pt x="111252" y="109728"/>
                  </a:cubicBezTo>
                  <a:lnTo>
                    <a:pt x="102108" y="117348"/>
                  </a:lnTo>
                  <a:lnTo>
                    <a:pt x="91440" y="123444"/>
                  </a:lnTo>
                  <a:cubicBezTo>
                    <a:pt x="91440" y="123444"/>
                    <a:pt x="91440" y="123444"/>
                    <a:pt x="89916" y="123444"/>
                  </a:cubicBezTo>
                  <a:lnTo>
                    <a:pt x="79248" y="126492"/>
                  </a:lnTo>
                  <a:lnTo>
                    <a:pt x="73152" y="128017"/>
                  </a:lnTo>
                  <a:lnTo>
                    <a:pt x="65532" y="128017"/>
                  </a:lnTo>
                  <a:lnTo>
                    <a:pt x="59436" y="128017"/>
                  </a:lnTo>
                  <a:lnTo>
                    <a:pt x="51816" y="128017"/>
                  </a:lnTo>
                  <a:lnTo>
                    <a:pt x="41148" y="123444"/>
                  </a:lnTo>
                  <a:cubicBezTo>
                    <a:pt x="39624" y="123444"/>
                    <a:pt x="39624" y="123444"/>
                    <a:pt x="39624" y="123444"/>
                  </a:cubicBezTo>
                  <a:lnTo>
                    <a:pt x="28956" y="117348"/>
                  </a:lnTo>
                  <a:lnTo>
                    <a:pt x="19812" y="109728"/>
                  </a:lnTo>
                  <a:cubicBezTo>
                    <a:pt x="19812" y="109728"/>
                    <a:pt x="18288" y="109728"/>
                    <a:pt x="18288" y="109728"/>
                  </a:cubicBezTo>
                  <a:lnTo>
                    <a:pt x="10668" y="100584"/>
                  </a:lnTo>
                  <a:cubicBezTo>
                    <a:pt x="10668" y="100584"/>
                    <a:pt x="10668" y="100584"/>
                    <a:pt x="10668" y="99060"/>
                  </a:cubicBezTo>
                  <a:lnTo>
                    <a:pt x="4572" y="89916"/>
                  </a:lnTo>
                  <a:cubicBezTo>
                    <a:pt x="4572" y="89916"/>
                    <a:pt x="4572" y="88392"/>
                    <a:pt x="4572" y="88392"/>
                  </a:cubicBezTo>
                  <a:lnTo>
                    <a:pt x="1524" y="77724"/>
                  </a:lnTo>
                  <a:cubicBezTo>
                    <a:pt x="1524" y="77724"/>
                    <a:pt x="1524" y="77724"/>
                    <a:pt x="1524" y="76200"/>
                  </a:cubicBezTo>
                  <a:lnTo>
                    <a:pt x="0" y="70104"/>
                  </a:lnTo>
                  <a:close/>
                  <a:moveTo>
                    <a:pt x="10668" y="74676"/>
                  </a:moveTo>
                  <a:lnTo>
                    <a:pt x="12192" y="80772"/>
                  </a:lnTo>
                  <a:lnTo>
                    <a:pt x="15240" y="91440"/>
                  </a:lnTo>
                  <a:lnTo>
                    <a:pt x="15240" y="89916"/>
                  </a:lnTo>
                  <a:lnTo>
                    <a:pt x="19812" y="100584"/>
                  </a:lnTo>
                  <a:lnTo>
                    <a:pt x="19812" y="99060"/>
                  </a:lnTo>
                  <a:lnTo>
                    <a:pt x="27432" y="108204"/>
                  </a:lnTo>
                  <a:lnTo>
                    <a:pt x="25908" y="108204"/>
                  </a:lnTo>
                  <a:lnTo>
                    <a:pt x="35052" y="114300"/>
                  </a:lnTo>
                  <a:lnTo>
                    <a:pt x="44196" y="120396"/>
                  </a:lnTo>
                  <a:lnTo>
                    <a:pt x="44196" y="118872"/>
                  </a:lnTo>
                  <a:lnTo>
                    <a:pt x="54864" y="121920"/>
                  </a:lnTo>
                  <a:lnTo>
                    <a:pt x="59436" y="123444"/>
                  </a:lnTo>
                  <a:lnTo>
                    <a:pt x="65532" y="123444"/>
                  </a:lnTo>
                  <a:lnTo>
                    <a:pt x="70104" y="123444"/>
                  </a:lnTo>
                  <a:lnTo>
                    <a:pt x="76200" y="123444"/>
                  </a:lnTo>
                  <a:lnTo>
                    <a:pt x="86868" y="118872"/>
                  </a:lnTo>
                  <a:lnTo>
                    <a:pt x="86868" y="120396"/>
                  </a:lnTo>
                  <a:lnTo>
                    <a:pt x="96012" y="114300"/>
                  </a:lnTo>
                  <a:lnTo>
                    <a:pt x="105156" y="108204"/>
                  </a:lnTo>
                  <a:lnTo>
                    <a:pt x="103632" y="108204"/>
                  </a:lnTo>
                  <a:lnTo>
                    <a:pt x="111252" y="99060"/>
                  </a:lnTo>
                  <a:lnTo>
                    <a:pt x="111252" y="94488"/>
                  </a:lnTo>
                  <a:lnTo>
                    <a:pt x="115824" y="83820"/>
                  </a:lnTo>
                  <a:lnTo>
                    <a:pt x="115824" y="85344"/>
                  </a:lnTo>
                  <a:lnTo>
                    <a:pt x="117348" y="80772"/>
                  </a:lnTo>
                  <a:lnTo>
                    <a:pt x="118872" y="74676"/>
                  </a:lnTo>
                  <a:lnTo>
                    <a:pt x="120396" y="70104"/>
                  </a:lnTo>
                  <a:lnTo>
                    <a:pt x="120396" y="64008"/>
                  </a:lnTo>
                  <a:lnTo>
                    <a:pt x="120396" y="59436"/>
                  </a:lnTo>
                  <a:lnTo>
                    <a:pt x="118872" y="53340"/>
                  </a:lnTo>
                  <a:lnTo>
                    <a:pt x="117348" y="48768"/>
                  </a:lnTo>
                  <a:lnTo>
                    <a:pt x="115824" y="42672"/>
                  </a:lnTo>
                  <a:lnTo>
                    <a:pt x="115824" y="44196"/>
                  </a:lnTo>
                  <a:lnTo>
                    <a:pt x="111252" y="33528"/>
                  </a:lnTo>
                  <a:lnTo>
                    <a:pt x="111252" y="35052"/>
                  </a:lnTo>
                  <a:lnTo>
                    <a:pt x="103632" y="25908"/>
                  </a:lnTo>
                  <a:lnTo>
                    <a:pt x="105156" y="25908"/>
                  </a:lnTo>
                  <a:lnTo>
                    <a:pt x="96012" y="18288"/>
                  </a:lnTo>
                  <a:lnTo>
                    <a:pt x="96012" y="19812"/>
                  </a:lnTo>
                  <a:lnTo>
                    <a:pt x="86868" y="13716"/>
                  </a:lnTo>
                  <a:lnTo>
                    <a:pt x="86868" y="15240"/>
                  </a:lnTo>
                  <a:lnTo>
                    <a:pt x="76200" y="10668"/>
                  </a:lnTo>
                  <a:lnTo>
                    <a:pt x="71628" y="10668"/>
                  </a:lnTo>
                  <a:lnTo>
                    <a:pt x="65532" y="10668"/>
                  </a:lnTo>
                  <a:lnTo>
                    <a:pt x="59436" y="10668"/>
                  </a:lnTo>
                  <a:lnTo>
                    <a:pt x="54864" y="10668"/>
                  </a:lnTo>
                  <a:lnTo>
                    <a:pt x="44196" y="15240"/>
                  </a:lnTo>
                  <a:lnTo>
                    <a:pt x="44196" y="13716"/>
                  </a:lnTo>
                  <a:lnTo>
                    <a:pt x="35052" y="19812"/>
                  </a:lnTo>
                  <a:lnTo>
                    <a:pt x="25908" y="25908"/>
                  </a:lnTo>
                  <a:lnTo>
                    <a:pt x="27432" y="25908"/>
                  </a:lnTo>
                  <a:lnTo>
                    <a:pt x="19812" y="35052"/>
                  </a:lnTo>
                  <a:lnTo>
                    <a:pt x="19812" y="33528"/>
                  </a:lnTo>
                  <a:lnTo>
                    <a:pt x="15240" y="44196"/>
                  </a:lnTo>
                  <a:lnTo>
                    <a:pt x="15240" y="42672"/>
                  </a:lnTo>
                  <a:lnTo>
                    <a:pt x="12192" y="53340"/>
                  </a:lnTo>
                  <a:lnTo>
                    <a:pt x="10668" y="57912"/>
                  </a:lnTo>
                  <a:lnTo>
                    <a:pt x="10668" y="64008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29"/>
          <p:cNvSpPr/>
          <p:nvPr/>
        </p:nvSpPr>
        <p:spPr>
          <a:xfrm>
            <a:off x="5327489" y="871568"/>
            <a:ext cx="176061" cy="408498"/>
          </a:xfrm>
          <a:custGeom>
            <a:rect b="b" l="l" r="r" t="t"/>
            <a:pathLst>
              <a:path extrusionOk="0" h="816995" w="352122">
                <a:moveTo>
                  <a:pt x="0" y="0"/>
                </a:moveTo>
                <a:lnTo>
                  <a:pt x="352123" y="0"/>
                </a:lnTo>
                <a:lnTo>
                  <a:pt x="352123" y="816995"/>
                </a:lnTo>
                <a:lnTo>
                  <a:pt x="0" y="816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p29"/>
          <p:cNvSpPr/>
          <p:nvPr/>
        </p:nvSpPr>
        <p:spPr>
          <a:xfrm>
            <a:off x="5682392" y="871568"/>
            <a:ext cx="176894" cy="408498"/>
          </a:xfrm>
          <a:custGeom>
            <a:rect b="b" l="l" r="r" t="t"/>
            <a:pathLst>
              <a:path extrusionOk="0" h="816995" w="353789">
                <a:moveTo>
                  <a:pt x="0" y="0"/>
                </a:moveTo>
                <a:lnTo>
                  <a:pt x="353789" y="0"/>
                </a:lnTo>
                <a:lnTo>
                  <a:pt x="353789" y="816995"/>
                </a:lnTo>
                <a:lnTo>
                  <a:pt x="0" y="816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p29"/>
          <p:cNvSpPr/>
          <p:nvPr/>
        </p:nvSpPr>
        <p:spPr>
          <a:xfrm>
            <a:off x="5058120" y="1137053"/>
            <a:ext cx="34990" cy="220773"/>
          </a:xfrm>
          <a:custGeom>
            <a:rect b="b" l="l" r="r" t="t"/>
            <a:pathLst>
              <a:path extrusionOk="0" h="538480" w="85344">
                <a:moveTo>
                  <a:pt x="0" y="0"/>
                </a:moveTo>
                <a:lnTo>
                  <a:pt x="85344" y="0"/>
                </a:lnTo>
                <a:lnTo>
                  <a:pt x="85344" y="538480"/>
                </a:lnTo>
                <a:lnTo>
                  <a:pt x="0" y="538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29"/>
          <p:cNvSpPr/>
          <p:nvPr/>
        </p:nvSpPr>
        <p:spPr>
          <a:xfrm>
            <a:off x="5060619" y="1414478"/>
            <a:ext cx="34990" cy="100806"/>
          </a:xfrm>
          <a:custGeom>
            <a:rect b="b" l="l" r="r" t="t"/>
            <a:pathLst>
              <a:path extrusionOk="0" h="245872" w="85344">
                <a:moveTo>
                  <a:pt x="0" y="0"/>
                </a:moveTo>
                <a:lnTo>
                  <a:pt x="85344" y="0"/>
                </a:lnTo>
                <a:lnTo>
                  <a:pt x="85344" y="245872"/>
                </a:lnTo>
                <a:lnTo>
                  <a:pt x="0" y="24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9" name="Google Shape;469;p29"/>
          <p:cNvSpPr/>
          <p:nvPr/>
        </p:nvSpPr>
        <p:spPr>
          <a:xfrm>
            <a:off x="5063119" y="855463"/>
            <a:ext cx="723135" cy="34991"/>
          </a:xfrm>
          <a:custGeom>
            <a:rect b="b" l="l" r="r" t="t"/>
            <a:pathLst>
              <a:path extrusionOk="0" h="85344" w="1763776">
                <a:moveTo>
                  <a:pt x="0" y="0"/>
                </a:moveTo>
                <a:lnTo>
                  <a:pt x="1763776" y="0"/>
                </a:lnTo>
                <a:lnTo>
                  <a:pt x="1763776" y="85344"/>
                </a:lnTo>
                <a:lnTo>
                  <a:pt x="0" y="85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0" name="Google Shape;470;p29"/>
          <p:cNvSpPr/>
          <p:nvPr/>
        </p:nvSpPr>
        <p:spPr>
          <a:xfrm>
            <a:off x="5751264" y="857130"/>
            <a:ext cx="34990" cy="69148"/>
          </a:xfrm>
          <a:custGeom>
            <a:rect b="b" l="l" r="r" t="t"/>
            <a:pathLst>
              <a:path extrusionOk="0" h="168656" w="85344">
                <a:moveTo>
                  <a:pt x="0" y="0"/>
                </a:moveTo>
                <a:lnTo>
                  <a:pt x="85344" y="0"/>
                </a:lnTo>
                <a:lnTo>
                  <a:pt x="85344" y="168656"/>
                </a:lnTo>
                <a:lnTo>
                  <a:pt x="0" y="168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1" name="Google Shape;471;p29"/>
          <p:cNvSpPr/>
          <p:nvPr/>
        </p:nvSpPr>
        <p:spPr>
          <a:xfrm>
            <a:off x="5751264" y="982096"/>
            <a:ext cx="34990" cy="71647"/>
          </a:xfrm>
          <a:custGeom>
            <a:rect b="b" l="l" r="r" t="t"/>
            <a:pathLst>
              <a:path extrusionOk="0" h="174752" w="85344">
                <a:moveTo>
                  <a:pt x="0" y="0"/>
                </a:moveTo>
                <a:lnTo>
                  <a:pt x="85344" y="0"/>
                </a:lnTo>
                <a:lnTo>
                  <a:pt x="85344" y="174752"/>
                </a:lnTo>
                <a:lnTo>
                  <a:pt x="0" y="174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2" name="Google Shape;472;p29"/>
          <p:cNvSpPr/>
          <p:nvPr/>
        </p:nvSpPr>
        <p:spPr>
          <a:xfrm>
            <a:off x="5401359" y="859629"/>
            <a:ext cx="34990" cy="66649"/>
          </a:xfrm>
          <a:custGeom>
            <a:rect b="b" l="l" r="r" t="t"/>
            <a:pathLst>
              <a:path extrusionOk="0" h="162560" w="85344">
                <a:moveTo>
                  <a:pt x="0" y="0"/>
                </a:moveTo>
                <a:lnTo>
                  <a:pt x="85344" y="0"/>
                </a:lnTo>
                <a:lnTo>
                  <a:pt x="85344" y="162560"/>
                </a:lnTo>
                <a:lnTo>
                  <a:pt x="0" y="162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3" name="Google Shape;473;p29"/>
          <p:cNvSpPr/>
          <p:nvPr/>
        </p:nvSpPr>
        <p:spPr>
          <a:xfrm>
            <a:off x="5401359" y="982096"/>
            <a:ext cx="34990" cy="71647"/>
          </a:xfrm>
          <a:custGeom>
            <a:rect b="b" l="l" r="r" t="t"/>
            <a:pathLst>
              <a:path extrusionOk="0" h="174752" w="85344">
                <a:moveTo>
                  <a:pt x="0" y="0"/>
                </a:moveTo>
                <a:lnTo>
                  <a:pt x="85344" y="0"/>
                </a:lnTo>
                <a:lnTo>
                  <a:pt x="85344" y="174752"/>
                </a:lnTo>
                <a:lnTo>
                  <a:pt x="0" y="174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4" name="Google Shape;474;p29"/>
          <p:cNvGrpSpPr/>
          <p:nvPr/>
        </p:nvGrpSpPr>
        <p:grpSpPr>
          <a:xfrm>
            <a:off x="5029792" y="1343661"/>
            <a:ext cx="94140" cy="147458"/>
            <a:chOff x="63500" y="63500"/>
            <a:chExt cx="172212" cy="269748"/>
          </a:xfrm>
        </p:grpSpPr>
        <p:sp>
          <p:nvSpPr>
            <p:cNvPr id="475" name="Google Shape;475;p29"/>
            <p:cNvSpPr/>
            <p:nvPr/>
          </p:nvSpPr>
          <p:spPr>
            <a:xfrm>
              <a:off x="65024" y="65024"/>
              <a:ext cx="167640" cy="134112"/>
            </a:xfrm>
            <a:custGeom>
              <a:rect b="b" l="l" r="r" t="t"/>
              <a:pathLst>
                <a:path extrusionOk="0" h="134112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76" name="Google Shape;476;p29"/>
            <p:cNvSpPr/>
            <p:nvPr/>
          </p:nvSpPr>
          <p:spPr>
            <a:xfrm>
              <a:off x="63500" y="63500"/>
              <a:ext cx="172212" cy="269748"/>
            </a:xfrm>
            <a:custGeom>
              <a:rect b="b" l="l" r="r" t="t"/>
              <a:pathLst>
                <a:path extrusionOk="0" h="269748" w="172212">
                  <a:moveTo>
                    <a:pt x="0" y="1524"/>
                  </a:moveTo>
                  <a:cubicBezTo>
                    <a:pt x="0" y="1524"/>
                    <a:pt x="1524" y="0"/>
                    <a:pt x="1524" y="0"/>
                  </a:cubicBezTo>
                  <a:lnTo>
                    <a:pt x="169164" y="0"/>
                  </a:lnTo>
                  <a:cubicBezTo>
                    <a:pt x="170688" y="0"/>
                    <a:pt x="172212" y="1524"/>
                    <a:pt x="172212" y="1524"/>
                  </a:cubicBezTo>
                  <a:lnTo>
                    <a:pt x="172212" y="135636"/>
                  </a:lnTo>
                  <a:cubicBezTo>
                    <a:pt x="172212" y="137160"/>
                    <a:pt x="170688" y="138684"/>
                    <a:pt x="169164" y="138684"/>
                  </a:cubicBezTo>
                  <a:lnTo>
                    <a:pt x="1524" y="138684"/>
                  </a:lnTo>
                  <a:cubicBezTo>
                    <a:pt x="1524" y="138684"/>
                    <a:pt x="0" y="137160"/>
                    <a:pt x="0" y="135636"/>
                  </a:cubicBezTo>
                  <a:close/>
                  <a:moveTo>
                    <a:pt x="4572" y="269748"/>
                  </a:moveTo>
                  <a:lnTo>
                    <a:pt x="1524" y="268224"/>
                  </a:lnTo>
                  <a:lnTo>
                    <a:pt x="169164" y="268224"/>
                  </a:lnTo>
                  <a:lnTo>
                    <a:pt x="167640" y="269748"/>
                  </a:lnTo>
                  <a:lnTo>
                    <a:pt x="167640" y="1524"/>
                  </a:lnTo>
                  <a:lnTo>
                    <a:pt x="169164" y="4572"/>
                  </a:lnTo>
                  <a:lnTo>
                    <a:pt x="1524" y="4572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7" name="Google Shape;477;p29"/>
          <p:cNvSpPr/>
          <p:nvPr/>
        </p:nvSpPr>
        <p:spPr>
          <a:xfrm>
            <a:off x="6807641" y="1486958"/>
            <a:ext cx="34990" cy="125799"/>
          </a:xfrm>
          <a:custGeom>
            <a:rect b="b" l="l" r="r" t="t"/>
            <a:pathLst>
              <a:path extrusionOk="0" h="306832" w="85344">
                <a:moveTo>
                  <a:pt x="0" y="0"/>
                </a:moveTo>
                <a:lnTo>
                  <a:pt x="85344" y="0"/>
                </a:lnTo>
                <a:lnTo>
                  <a:pt x="85344" y="306832"/>
                </a:lnTo>
                <a:lnTo>
                  <a:pt x="0" y="30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8" name="Google Shape;478;p29"/>
          <p:cNvGrpSpPr/>
          <p:nvPr/>
        </p:nvGrpSpPr>
        <p:grpSpPr>
          <a:xfrm>
            <a:off x="6773481" y="1542773"/>
            <a:ext cx="106636" cy="149124"/>
            <a:chOff x="63500" y="63500"/>
            <a:chExt cx="195072" cy="272796"/>
          </a:xfrm>
        </p:grpSpPr>
        <p:sp>
          <p:nvSpPr>
            <p:cNvPr id="479" name="Google Shape;479;p29"/>
            <p:cNvSpPr/>
            <p:nvPr/>
          </p:nvSpPr>
          <p:spPr>
            <a:xfrm>
              <a:off x="68072" y="68072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80" name="Google Shape;480;p29"/>
            <p:cNvSpPr/>
            <p:nvPr/>
          </p:nvSpPr>
          <p:spPr>
            <a:xfrm>
              <a:off x="63500" y="63500"/>
              <a:ext cx="195072" cy="272796"/>
            </a:xfrm>
            <a:custGeom>
              <a:rect b="b" l="l" r="r" t="t"/>
              <a:pathLst>
                <a:path extrusionOk="0" h="272796" w="195072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5072" y="1524"/>
                    <a:pt x="195072" y="4572"/>
                  </a:cubicBezTo>
                  <a:lnTo>
                    <a:pt x="195072" y="138684"/>
                  </a:lnTo>
                  <a:cubicBezTo>
                    <a:pt x="195072" y="141732"/>
                    <a:pt x="193548" y="144780"/>
                    <a:pt x="190500" y="144780"/>
                  </a:cubicBezTo>
                  <a:lnTo>
                    <a:pt x="4572" y="144780"/>
                  </a:lnTo>
                  <a:cubicBezTo>
                    <a:pt x="1524" y="144780"/>
                    <a:pt x="0" y="141732"/>
                    <a:pt x="0" y="138684"/>
                  </a:cubicBezTo>
                  <a:close/>
                  <a:moveTo>
                    <a:pt x="10668" y="272796"/>
                  </a:moveTo>
                  <a:lnTo>
                    <a:pt x="4572" y="268224"/>
                  </a:lnTo>
                  <a:lnTo>
                    <a:pt x="190500" y="268224"/>
                  </a:lnTo>
                  <a:lnTo>
                    <a:pt x="184404" y="272796"/>
                  </a:lnTo>
                  <a:lnTo>
                    <a:pt x="184404" y="4572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1" name="Google Shape;481;p29"/>
          <p:cNvGrpSpPr/>
          <p:nvPr/>
        </p:nvGrpSpPr>
        <p:grpSpPr>
          <a:xfrm>
            <a:off x="5603801" y="1551104"/>
            <a:ext cx="95806" cy="129130"/>
            <a:chOff x="63500" y="63500"/>
            <a:chExt cx="175260" cy="236220"/>
          </a:xfrm>
        </p:grpSpPr>
        <p:sp>
          <p:nvSpPr>
            <p:cNvPr id="482" name="Google Shape;482;p29"/>
            <p:cNvSpPr/>
            <p:nvPr/>
          </p:nvSpPr>
          <p:spPr>
            <a:xfrm>
              <a:off x="65024" y="65024"/>
              <a:ext cx="172212" cy="117348"/>
            </a:xfrm>
            <a:custGeom>
              <a:rect b="b" l="l" r="r" t="t"/>
              <a:pathLst>
                <a:path extrusionOk="0" h="117348" w="172212">
                  <a:moveTo>
                    <a:pt x="0" y="0"/>
                  </a:moveTo>
                  <a:lnTo>
                    <a:pt x="172212" y="0"/>
                  </a:lnTo>
                  <a:lnTo>
                    <a:pt x="172212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83" name="Google Shape;483;p29"/>
            <p:cNvSpPr/>
            <p:nvPr/>
          </p:nvSpPr>
          <p:spPr>
            <a:xfrm>
              <a:off x="63500" y="63500"/>
              <a:ext cx="175260" cy="236220"/>
            </a:xfrm>
            <a:custGeom>
              <a:rect b="b" l="l" r="r" t="t"/>
              <a:pathLst>
                <a:path extrusionOk="0" h="236220" w="175260">
                  <a:moveTo>
                    <a:pt x="0" y="1524"/>
                  </a:moveTo>
                  <a:cubicBezTo>
                    <a:pt x="0" y="1524"/>
                    <a:pt x="1524" y="0"/>
                    <a:pt x="1524" y="0"/>
                  </a:cubicBezTo>
                  <a:lnTo>
                    <a:pt x="173736" y="0"/>
                  </a:lnTo>
                  <a:cubicBezTo>
                    <a:pt x="173736" y="0"/>
                    <a:pt x="175260" y="1524"/>
                    <a:pt x="175260" y="1524"/>
                  </a:cubicBezTo>
                  <a:lnTo>
                    <a:pt x="175260" y="118872"/>
                  </a:lnTo>
                  <a:cubicBezTo>
                    <a:pt x="175260" y="120396"/>
                    <a:pt x="173736" y="120396"/>
                    <a:pt x="173736" y="120396"/>
                  </a:cubicBezTo>
                  <a:lnTo>
                    <a:pt x="1524" y="120396"/>
                  </a:lnTo>
                  <a:cubicBezTo>
                    <a:pt x="1524" y="120396"/>
                    <a:pt x="0" y="120396"/>
                    <a:pt x="0" y="118872"/>
                  </a:cubicBezTo>
                  <a:close/>
                  <a:moveTo>
                    <a:pt x="4572" y="236220"/>
                  </a:moveTo>
                  <a:lnTo>
                    <a:pt x="1524" y="234696"/>
                  </a:lnTo>
                  <a:lnTo>
                    <a:pt x="173736" y="234696"/>
                  </a:lnTo>
                  <a:lnTo>
                    <a:pt x="170688" y="236220"/>
                  </a:lnTo>
                  <a:lnTo>
                    <a:pt x="170688" y="1524"/>
                  </a:lnTo>
                  <a:lnTo>
                    <a:pt x="173736" y="4572"/>
                  </a:lnTo>
                  <a:lnTo>
                    <a:pt x="1524" y="4572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4" name="Google Shape;484;p29"/>
          <p:cNvGrpSpPr/>
          <p:nvPr/>
        </p:nvGrpSpPr>
        <p:grpSpPr>
          <a:xfrm>
            <a:off x="6780146" y="1548605"/>
            <a:ext cx="93307" cy="130796"/>
            <a:chOff x="63500" y="63500"/>
            <a:chExt cx="170688" cy="239268"/>
          </a:xfrm>
        </p:grpSpPr>
        <p:sp>
          <p:nvSpPr>
            <p:cNvPr id="485" name="Google Shape;485;p29"/>
            <p:cNvSpPr/>
            <p:nvPr/>
          </p:nvSpPr>
          <p:spPr>
            <a:xfrm>
              <a:off x="65024" y="65024"/>
              <a:ext cx="167640" cy="118872"/>
            </a:xfrm>
            <a:custGeom>
              <a:rect b="b" l="l" r="r" t="t"/>
              <a:pathLst>
                <a:path extrusionOk="0" h="118872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8872"/>
                  </a:lnTo>
                  <a:lnTo>
                    <a:pt x="0" y="11887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86" name="Google Shape;486;p29"/>
            <p:cNvSpPr/>
            <p:nvPr/>
          </p:nvSpPr>
          <p:spPr>
            <a:xfrm>
              <a:off x="63500" y="63500"/>
              <a:ext cx="170688" cy="239268"/>
            </a:xfrm>
            <a:custGeom>
              <a:rect b="b" l="l" r="r" t="t"/>
              <a:pathLst>
                <a:path extrusionOk="0" h="239268" w="170688">
                  <a:moveTo>
                    <a:pt x="0" y="1524"/>
                  </a:moveTo>
                  <a:cubicBezTo>
                    <a:pt x="0" y="1524"/>
                    <a:pt x="0" y="0"/>
                    <a:pt x="1524" y="0"/>
                  </a:cubicBezTo>
                  <a:lnTo>
                    <a:pt x="169164" y="0"/>
                  </a:lnTo>
                  <a:cubicBezTo>
                    <a:pt x="170688" y="0"/>
                    <a:pt x="170688" y="1524"/>
                    <a:pt x="170688" y="1524"/>
                  </a:cubicBezTo>
                  <a:lnTo>
                    <a:pt x="170688" y="120396"/>
                  </a:lnTo>
                  <a:cubicBezTo>
                    <a:pt x="170688" y="121920"/>
                    <a:pt x="170688" y="121920"/>
                    <a:pt x="169164" y="121920"/>
                  </a:cubicBezTo>
                  <a:lnTo>
                    <a:pt x="1524" y="121920"/>
                  </a:lnTo>
                  <a:cubicBezTo>
                    <a:pt x="0" y="121920"/>
                    <a:pt x="0" y="121920"/>
                    <a:pt x="0" y="120396"/>
                  </a:cubicBezTo>
                  <a:close/>
                  <a:moveTo>
                    <a:pt x="3048" y="239268"/>
                  </a:moveTo>
                  <a:lnTo>
                    <a:pt x="1524" y="237744"/>
                  </a:lnTo>
                  <a:lnTo>
                    <a:pt x="169164" y="237744"/>
                  </a:lnTo>
                  <a:lnTo>
                    <a:pt x="167640" y="239268"/>
                  </a:lnTo>
                  <a:lnTo>
                    <a:pt x="167640" y="1524"/>
                  </a:lnTo>
                  <a:lnTo>
                    <a:pt x="169164" y="4572"/>
                  </a:lnTo>
                  <a:lnTo>
                    <a:pt x="1524" y="4572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29"/>
          <p:cNvGrpSpPr/>
          <p:nvPr/>
        </p:nvGrpSpPr>
        <p:grpSpPr>
          <a:xfrm>
            <a:off x="6791810" y="1715226"/>
            <a:ext cx="69980" cy="102471"/>
            <a:chOff x="63500" y="63500"/>
            <a:chExt cx="128016" cy="187452"/>
          </a:xfrm>
        </p:grpSpPr>
        <p:sp>
          <p:nvSpPr>
            <p:cNvPr id="488" name="Google Shape;488;p29"/>
            <p:cNvSpPr/>
            <p:nvPr/>
          </p:nvSpPr>
          <p:spPr>
            <a:xfrm>
              <a:off x="63500" y="63500"/>
              <a:ext cx="128016" cy="117348"/>
            </a:xfrm>
            <a:custGeom>
              <a:rect b="b" l="l" r="r" t="t"/>
              <a:pathLst>
                <a:path extrusionOk="0" h="117348" w="128016">
                  <a:moveTo>
                    <a:pt x="0" y="57912"/>
                  </a:moveTo>
                  <a:lnTo>
                    <a:pt x="1524" y="51816"/>
                  </a:lnTo>
                  <a:lnTo>
                    <a:pt x="1524" y="47244"/>
                  </a:lnTo>
                  <a:cubicBezTo>
                    <a:pt x="1524" y="45720"/>
                    <a:pt x="1524" y="45720"/>
                    <a:pt x="1524" y="45720"/>
                  </a:cubicBezTo>
                  <a:lnTo>
                    <a:pt x="6096" y="35052"/>
                  </a:lnTo>
                  <a:lnTo>
                    <a:pt x="10668" y="25908"/>
                  </a:lnTo>
                  <a:cubicBezTo>
                    <a:pt x="12192" y="25908"/>
                    <a:pt x="12192" y="24384"/>
                    <a:pt x="12192" y="24384"/>
                  </a:cubicBezTo>
                  <a:lnTo>
                    <a:pt x="18288" y="16764"/>
                  </a:lnTo>
                  <a:cubicBezTo>
                    <a:pt x="19812" y="16764"/>
                    <a:pt x="19812" y="16764"/>
                    <a:pt x="19812" y="16764"/>
                  </a:cubicBezTo>
                  <a:lnTo>
                    <a:pt x="28956" y="9144"/>
                  </a:lnTo>
                  <a:lnTo>
                    <a:pt x="39624" y="4572"/>
                  </a:lnTo>
                  <a:lnTo>
                    <a:pt x="50292" y="0"/>
                  </a:lnTo>
                  <a:cubicBezTo>
                    <a:pt x="51816" y="0"/>
                    <a:pt x="51816" y="0"/>
                    <a:pt x="51816" y="0"/>
                  </a:cubicBezTo>
                  <a:lnTo>
                    <a:pt x="64008" y="0"/>
                  </a:lnTo>
                  <a:lnTo>
                    <a:pt x="76200" y="0"/>
                  </a:lnTo>
                  <a:cubicBezTo>
                    <a:pt x="76200" y="0"/>
                    <a:pt x="77724" y="0"/>
                    <a:pt x="77724" y="0"/>
                  </a:cubicBezTo>
                  <a:lnTo>
                    <a:pt x="88392" y="4572"/>
                  </a:lnTo>
                  <a:cubicBezTo>
                    <a:pt x="88392" y="4572"/>
                    <a:pt x="88392" y="4572"/>
                    <a:pt x="89916" y="4572"/>
                  </a:cubicBezTo>
                  <a:lnTo>
                    <a:pt x="99060" y="9144"/>
                  </a:lnTo>
                  <a:lnTo>
                    <a:pt x="108204" y="16764"/>
                  </a:lnTo>
                  <a:cubicBezTo>
                    <a:pt x="108204" y="16764"/>
                    <a:pt x="109728" y="16764"/>
                    <a:pt x="109728" y="16764"/>
                  </a:cubicBezTo>
                  <a:lnTo>
                    <a:pt x="115824" y="24384"/>
                  </a:lnTo>
                  <a:cubicBezTo>
                    <a:pt x="115824" y="24384"/>
                    <a:pt x="117348" y="25908"/>
                    <a:pt x="117348" y="25908"/>
                  </a:cubicBezTo>
                  <a:lnTo>
                    <a:pt x="121920" y="35052"/>
                  </a:lnTo>
                  <a:cubicBezTo>
                    <a:pt x="121920" y="35052"/>
                    <a:pt x="121920" y="35052"/>
                    <a:pt x="123444" y="35052"/>
                  </a:cubicBezTo>
                  <a:lnTo>
                    <a:pt x="126492" y="45720"/>
                  </a:lnTo>
                  <a:cubicBezTo>
                    <a:pt x="126492" y="45720"/>
                    <a:pt x="126492" y="45720"/>
                    <a:pt x="126492" y="47244"/>
                  </a:cubicBezTo>
                  <a:lnTo>
                    <a:pt x="128016" y="51816"/>
                  </a:lnTo>
                  <a:lnTo>
                    <a:pt x="128016" y="57912"/>
                  </a:lnTo>
                  <a:lnTo>
                    <a:pt x="128016" y="64008"/>
                  </a:lnTo>
                  <a:lnTo>
                    <a:pt x="126492" y="70104"/>
                  </a:lnTo>
                  <a:lnTo>
                    <a:pt x="123444" y="80772"/>
                  </a:lnTo>
                  <a:cubicBezTo>
                    <a:pt x="121920" y="80772"/>
                    <a:pt x="121920" y="80772"/>
                    <a:pt x="121920" y="82296"/>
                  </a:cubicBezTo>
                  <a:lnTo>
                    <a:pt x="117348" y="91440"/>
                  </a:lnTo>
                  <a:cubicBezTo>
                    <a:pt x="117348" y="91440"/>
                    <a:pt x="115824" y="91440"/>
                    <a:pt x="115824" y="91440"/>
                  </a:cubicBezTo>
                  <a:lnTo>
                    <a:pt x="109728" y="99060"/>
                  </a:lnTo>
                  <a:cubicBezTo>
                    <a:pt x="108204" y="99060"/>
                    <a:pt x="108204" y="100584"/>
                    <a:pt x="108204" y="100584"/>
                  </a:cubicBezTo>
                  <a:lnTo>
                    <a:pt x="100584" y="106680"/>
                  </a:lnTo>
                  <a:cubicBezTo>
                    <a:pt x="99060" y="106680"/>
                    <a:pt x="99060" y="106680"/>
                    <a:pt x="99060" y="106680"/>
                  </a:cubicBezTo>
                  <a:lnTo>
                    <a:pt x="88392" y="112776"/>
                  </a:lnTo>
                  <a:lnTo>
                    <a:pt x="77724" y="115824"/>
                  </a:lnTo>
                  <a:cubicBezTo>
                    <a:pt x="77724" y="115824"/>
                    <a:pt x="76200" y="115824"/>
                    <a:pt x="76200" y="115824"/>
                  </a:cubicBezTo>
                  <a:lnTo>
                    <a:pt x="64008" y="117348"/>
                  </a:lnTo>
                  <a:lnTo>
                    <a:pt x="51816" y="115824"/>
                  </a:lnTo>
                  <a:cubicBezTo>
                    <a:pt x="51816" y="115824"/>
                    <a:pt x="51816" y="115824"/>
                    <a:pt x="50292" y="115824"/>
                  </a:cubicBezTo>
                  <a:lnTo>
                    <a:pt x="39624" y="112776"/>
                  </a:lnTo>
                  <a:lnTo>
                    <a:pt x="28956" y="106680"/>
                  </a:lnTo>
                  <a:lnTo>
                    <a:pt x="19812" y="100584"/>
                  </a:lnTo>
                  <a:cubicBezTo>
                    <a:pt x="19812" y="100584"/>
                    <a:pt x="19812" y="99060"/>
                    <a:pt x="18288" y="99060"/>
                  </a:cubicBezTo>
                  <a:lnTo>
                    <a:pt x="12192" y="91440"/>
                  </a:lnTo>
                  <a:cubicBezTo>
                    <a:pt x="12192" y="91440"/>
                    <a:pt x="12192" y="91440"/>
                    <a:pt x="10668" y="91440"/>
                  </a:cubicBezTo>
                  <a:lnTo>
                    <a:pt x="6096" y="82296"/>
                  </a:lnTo>
                  <a:cubicBezTo>
                    <a:pt x="6096" y="80772"/>
                    <a:pt x="6096" y="80772"/>
                    <a:pt x="6096" y="80772"/>
                  </a:cubicBezTo>
                  <a:lnTo>
                    <a:pt x="1524" y="70104"/>
                  </a:lnTo>
                  <a:lnTo>
                    <a:pt x="1524" y="64008"/>
                  </a:lnTo>
                  <a:close/>
                  <a:moveTo>
                    <a:pt x="13716" y="68580"/>
                  </a:moveTo>
                  <a:lnTo>
                    <a:pt x="13716" y="74676"/>
                  </a:lnTo>
                  <a:lnTo>
                    <a:pt x="13716" y="73152"/>
                  </a:lnTo>
                  <a:lnTo>
                    <a:pt x="16764" y="83820"/>
                  </a:lnTo>
                  <a:lnTo>
                    <a:pt x="16764" y="76200"/>
                  </a:lnTo>
                  <a:lnTo>
                    <a:pt x="22860" y="85344"/>
                  </a:lnTo>
                  <a:lnTo>
                    <a:pt x="21336" y="83820"/>
                  </a:lnTo>
                  <a:lnTo>
                    <a:pt x="28956" y="91440"/>
                  </a:lnTo>
                  <a:lnTo>
                    <a:pt x="25908" y="91440"/>
                  </a:lnTo>
                  <a:lnTo>
                    <a:pt x="35052" y="97536"/>
                  </a:lnTo>
                  <a:lnTo>
                    <a:pt x="33528" y="97536"/>
                  </a:lnTo>
                  <a:lnTo>
                    <a:pt x="44196" y="102108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64008" y="106680"/>
                  </a:lnTo>
                  <a:lnTo>
                    <a:pt x="74676" y="105156"/>
                  </a:lnTo>
                  <a:lnTo>
                    <a:pt x="85344" y="102108"/>
                  </a:lnTo>
                  <a:lnTo>
                    <a:pt x="83820" y="102108"/>
                  </a:lnTo>
                  <a:lnTo>
                    <a:pt x="94488" y="97536"/>
                  </a:lnTo>
                  <a:lnTo>
                    <a:pt x="92964" y="97536"/>
                  </a:lnTo>
                  <a:lnTo>
                    <a:pt x="102108" y="91440"/>
                  </a:lnTo>
                  <a:lnTo>
                    <a:pt x="100584" y="91440"/>
                  </a:lnTo>
                  <a:lnTo>
                    <a:pt x="108204" y="83820"/>
                  </a:lnTo>
                  <a:lnTo>
                    <a:pt x="108204" y="85344"/>
                  </a:lnTo>
                  <a:lnTo>
                    <a:pt x="112776" y="76200"/>
                  </a:lnTo>
                  <a:lnTo>
                    <a:pt x="112776" y="77724"/>
                  </a:lnTo>
                  <a:lnTo>
                    <a:pt x="115824" y="67056"/>
                  </a:lnTo>
                  <a:lnTo>
                    <a:pt x="115824" y="68580"/>
                  </a:lnTo>
                  <a:lnTo>
                    <a:pt x="115824" y="64008"/>
                  </a:lnTo>
                  <a:lnTo>
                    <a:pt x="117348" y="57912"/>
                  </a:lnTo>
                  <a:lnTo>
                    <a:pt x="115824" y="53340"/>
                  </a:lnTo>
                  <a:lnTo>
                    <a:pt x="115824" y="48768"/>
                  </a:lnTo>
                  <a:lnTo>
                    <a:pt x="112776" y="39624"/>
                  </a:lnTo>
                  <a:lnTo>
                    <a:pt x="108204" y="30480"/>
                  </a:lnTo>
                  <a:lnTo>
                    <a:pt x="108204" y="32004"/>
                  </a:lnTo>
                  <a:lnTo>
                    <a:pt x="100584" y="24384"/>
                  </a:lnTo>
                  <a:lnTo>
                    <a:pt x="102108" y="24384"/>
                  </a:lnTo>
                  <a:lnTo>
                    <a:pt x="92964" y="18288"/>
                  </a:lnTo>
                  <a:lnTo>
                    <a:pt x="94488" y="18288"/>
                  </a:lnTo>
                  <a:lnTo>
                    <a:pt x="83820" y="13716"/>
                  </a:lnTo>
                  <a:lnTo>
                    <a:pt x="85344" y="13716"/>
                  </a:lnTo>
                  <a:lnTo>
                    <a:pt x="74676" y="10668"/>
                  </a:lnTo>
                  <a:lnTo>
                    <a:pt x="64008" y="10668"/>
                  </a:lnTo>
                  <a:lnTo>
                    <a:pt x="53340" y="10668"/>
                  </a:lnTo>
                  <a:lnTo>
                    <a:pt x="42672" y="13716"/>
                  </a:lnTo>
                  <a:lnTo>
                    <a:pt x="44196" y="13716"/>
                  </a:lnTo>
                  <a:lnTo>
                    <a:pt x="33528" y="18288"/>
                  </a:lnTo>
                  <a:lnTo>
                    <a:pt x="35052" y="18288"/>
                  </a:lnTo>
                  <a:lnTo>
                    <a:pt x="25908" y="24384"/>
                  </a:lnTo>
                  <a:lnTo>
                    <a:pt x="27432" y="24384"/>
                  </a:lnTo>
                  <a:lnTo>
                    <a:pt x="19812" y="32004"/>
                  </a:lnTo>
                  <a:lnTo>
                    <a:pt x="21336" y="30480"/>
                  </a:lnTo>
                  <a:lnTo>
                    <a:pt x="15240" y="39624"/>
                  </a:lnTo>
                  <a:lnTo>
                    <a:pt x="12192" y="48768"/>
                  </a:lnTo>
                  <a:lnTo>
                    <a:pt x="12192" y="53340"/>
                  </a:lnTo>
                  <a:lnTo>
                    <a:pt x="12192" y="5791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63500" y="138176"/>
              <a:ext cx="128016" cy="112776"/>
            </a:xfrm>
            <a:custGeom>
              <a:rect b="b" l="l" r="r" t="t"/>
              <a:pathLst>
                <a:path extrusionOk="0" h="112776" w="128016">
                  <a:moveTo>
                    <a:pt x="0" y="56388"/>
                  </a:moveTo>
                  <a:lnTo>
                    <a:pt x="1524" y="50292"/>
                  </a:lnTo>
                  <a:lnTo>
                    <a:pt x="1524" y="45720"/>
                  </a:lnTo>
                  <a:cubicBezTo>
                    <a:pt x="1524" y="44196"/>
                    <a:pt x="1524" y="44196"/>
                    <a:pt x="1524" y="44196"/>
                  </a:cubicBezTo>
                  <a:lnTo>
                    <a:pt x="6096" y="35052"/>
                  </a:lnTo>
                  <a:cubicBezTo>
                    <a:pt x="6096" y="35052"/>
                    <a:pt x="6096" y="33528"/>
                    <a:pt x="6096" y="33528"/>
                  </a:cubicBezTo>
                  <a:lnTo>
                    <a:pt x="10668" y="24384"/>
                  </a:lnTo>
                  <a:cubicBezTo>
                    <a:pt x="12192" y="24384"/>
                    <a:pt x="12192" y="24384"/>
                    <a:pt x="12192" y="24384"/>
                  </a:cubicBezTo>
                  <a:lnTo>
                    <a:pt x="19812" y="16764"/>
                  </a:lnTo>
                  <a:cubicBezTo>
                    <a:pt x="19812" y="16764"/>
                    <a:pt x="19812" y="16764"/>
                    <a:pt x="19812" y="15240"/>
                  </a:cubicBezTo>
                  <a:lnTo>
                    <a:pt x="28956" y="9144"/>
                  </a:lnTo>
                  <a:lnTo>
                    <a:pt x="39624" y="4572"/>
                  </a:lnTo>
                  <a:lnTo>
                    <a:pt x="50292" y="1524"/>
                  </a:lnTo>
                  <a:cubicBezTo>
                    <a:pt x="51816" y="1524"/>
                    <a:pt x="51816" y="1524"/>
                    <a:pt x="51816" y="1524"/>
                  </a:cubicBezTo>
                  <a:lnTo>
                    <a:pt x="64008" y="0"/>
                  </a:lnTo>
                  <a:lnTo>
                    <a:pt x="76200" y="1524"/>
                  </a:lnTo>
                  <a:cubicBezTo>
                    <a:pt x="76200" y="1524"/>
                    <a:pt x="77724" y="1524"/>
                    <a:pt x="77724" y="1524"/>
                  </a:cubicBezTo>
                  <a:lnTo>
                    <a:pt x="88392" y="4572"/>
                  </a:lnTo>
                  <a:lnTo>
                    <a:pt x="99060" y="9144"/>
                  </a:lnTo>
                  <a:lnTo>
                    <a:pt x="108204" y="15240"/>
                  </a:lnTo>
                  <a:cubicBezTo>
                    <a:pt x="108204" y="16764"/>
                    <a:pt x="108204" y="16764"/>
                    <a:pt x="109728" y="16764"/>
                  </a:cubicBezTo>
                  <a:lnTo>
                    <a:pt x="115824" y="24384"/>
                  </a:lnTo>
                  <a:cubicBezTo>
                    <a:pt x="115824" y="24384"/>
                    <a:pt x="117348" y="24384"/>
                    <a:pt x="117348" y="24384"/>
                  </a:cubicBezTo>
                  <a:lnTo>
                    <a:pt x="121920" y="33528"/>
                  </a:lnTo>
                  <a:cubicBezTo>
                    <a:pt x="121920" y="33528"/>
                    <a:pt x="121920" y="35052"/>
                    <a:pt x="123444" y="35052"/>
                  </a:cubicBezTo>
                  <a:lnTo>
                    <a:pt x="126492" y="44196"/>
                  </a:lnTo>
                  <a:cubicBezTo>
                    <a:pt x="126492" y="44196"/>
                    <a:pt x="126492" y="44196"/>
                    <a:pt x="126492" y="45720"/>
                  </a:cubicBezTo>
                  <a:lnTo>
                    <a:pt x="126492" y="50292"/>
                  </a:lnTo>
                  <a:lnTo>
                    <a:pt x="128016" y="56388"/>
                  </a:lnTo>
                  <a:lnTo>
                    <a:pt x="128016" y="62484"/>
                  </a:lnTo>
                  <a:lnTo>
                    <a:pt x="126492" y="67056"/>
                  </a:lnTo>
                  <a:cubicBezTo>
                    <a:pt x="126492" y="68580"/>
                    <a:pt x="126492" y="68580"/>
                    <a:pt x="126492" y="68580"/>
                  </a:cubicBezTo>
                  <a:lnTo>
                    <a:pt x="123444" y="77724"/>
                  </a:lnTo>
                  <a:cubicBezTo>
                    <a:pt x="121920" y="79248"/>
                    <a:pt x="121920" y="79248"/>
                    <a:pt x="121920" y="79248"/>
                  </a:cubicBezTo>
                  <a:lnTo>
                    <a:pt x="117348" y="88392"/>
                  </a:lnTo>
                  <a:cubicBezTo>
                    <a:pt x="117348" y="88392"/>
                    <a:pt x="115824" y="88392"/>
                    <a:pt x="115824" y="88392"/>
                  </a:cubicBezTo>
                  <a:lnTo>
                    <a:pt x="109728" y="96012"/>
                  </a:lnTo>
                  <a:cubicBezTo>
                    <a:pt x="108204" y="96012"/>
                    <a:pt x="108204" y="97536"/>
                    <a:pt x="108204" y="97536"/>
                  </a:cubicBezTo>
                  <a:lnTo>
                    <a:pt x="99060" y="103632"/>
                  </a:lnTo>
                  <a:lnTo>
                    <a:pt x="88392" y="108204"/>
                  </a:lnTo>
                  <a:cubicBezTo>
                    <a:pt x="88392" y="108204"/>
                    <a:pt x="88392" y="108204"/>
                    <a:pt x="88392" y="109728"/>
                  </a:cubicBezTo>
                  <a:lnTo>
                    <a:pt x="77724" y="111252"/>
                  </a:lnTo>
                  <a:cubicBezTo>
                    <a:pt x="77724" y="112776"/>
                    <a:pt x="76200" y="112776"/>
                    <a:pt x="76200" y="112776"/>
                  </a:cubicBezTo>
                  <a:lnTo>
                    <a:pt x="64008" y="112776"/>
                  </a:lnTo>
                  <a:lnTo>
                    <a:pt x="51816" y="112776"/>
                  </a:lnTo>
                  <a:cubicBezTo>
                    <a:pt x="51816" y="112776"/>
                    <a:pt x="51816" y="112776"/>
                    <a:pt x="50292" y="111252"/>
                  </a:cubicBezTo>
                  <a:lnTo>
                    <a:pt x="39624" y="109728"/>
                  </a:lnTo>
                  <a:cubicBezTo>
                    <a:pt x="39624" y="108204"/>
                    <a:pt x="39624" y="108204"/>
                    <a:pt x="39624" y="108204"/>
                  </a:cubicBezTo>
                  <a:lnTo>
                    <a:pt x="28956" y="103632"/>
                  </a:lnTo>
                  <a:lnTo>
                    <a:pt x="19812" y="97536"/>
                  </a:lnTo>
                  <a:cubicBezTo>
                    <a:pt x="19812" y="97536"/>
                    <a:pt x="19812" y="96012"/>
                    <a:pt x="19812" y="96012"/>
                  </a:cubicBezTo>
                  <a:lnTo>
                    <a:pt x="12192" y="88392"/>
                  </a:lnTo>
                  <a:cubicBezTo>
                    <a:pt x="12192" y="88392"/>
                    <a:pt x="12192" y="88392"/>
                    <a:pt x="10668" y="88392"/>
                  </a:cubicBezTo>
                  <a:lnTo>
                    <a:pt x="6096" y="79248"/>
                  </a:lnTo>
                  <a:cubicBezTo>
                    <a:pt x="6096" y="79248"/>
                    <a:pt x="6096" y="79248"/>
                    <a:pt x="6096" y="77724"/>
                  </a:cubicBezTo>
                  <a:lnTo>
                    <a:pt x="1524" y="68580"/>
                  </a:lnTo>
                  <a:cubicBezTo>
                    <a:pt x="1524" y="68580"/>
                    <a:pt x="1524" y="68580"/>
                    <a:pt x="1524" y="67056"/>
                  </a:cubicBezTo>
                  <a:lnTo>
                    <a:pt x="1524" y="62484"/>
                  </a:lnTo>
                  <a:close/>
                  <a:moveTo>
                    <a:pt x="13716" y="67056"/>
                  </a:moveTo>
                  <a:lnTo>
                    <a:pt x="13716" y="71628"/>
                  </a:lnTo>
                  <a:lnTo>
                    <a:pt x="16764" y="80772"/>
                  </a:lnTo>
                  <a:lnTo>
                    <a:pt x="16764" y="79248"/>
                  </a:lnTo>
                  <a:lnTo>
                    <a:pt x="22860" y="88392"/>
                  </a:lnTo>
                  <a:lnTo>
                    <a:pt x="21336" y="86868"/>
                  </a:lnTo>
                  <a:lnTo>
                    <a:pt x="28956" y="94488"/>
                  </a:lnTo>
                  <a:lnTo>
                    <a:pt x="25908" y="94488"/>
                  </a:lnTo>
                  <a:lnTo>
                    <a:pt x="35052" y="100584"/>
                  </a:lnTo>
                  <a:lnTo>
                    <a:pt x="33528" y="100584"/>
                  </a:lnTo>
                  <a:lnTo>
                    <a:pt x="44196" y="105156"/>
                  </a:lnTo>
                  <a:lnTo>
                    <a:pt x="42672" y="105156"/>
                  </a:lnTo>
                  <a:lnTo>
                    <a:pt x="53340" y="108204"/>
                  </a:lnTo>
                  <a:lnTo>
                    <a:pt x="53340" y="100584"/>
                  </a:lnTo>
                  <a:lnTo>
                    <a:pt x="64008" y="102108"/>
                  </a:lnTo>
                  <a:lnTo>
                    <a:pt x="74676" y="100584"/>
                  </a:lnTo>
                  <a:lnTo>
                    <a:pt x="74676" y="102108"/>
                  </a:lnTo>
                  <a:lnTo>
                    <a:pt x="85344" y="99060"/>
                  </a:lnTo>
                  <a:lnTo>
                    <a:pt x="83820" y="99060"/>
                  </a:lnTo>
                  <a:lnTo>
                    <a:pt x="94488" y="94488"/>
                  </a:lnTo>
                  <a:lnTo>
                    <a:pt x="92964" y="94488"/>
                  </a:lnTo>
                  <a:lnTo>
                    <a:pt x="102108" y="88392"/>
                  </a:lnTo>
                  <a:lnTo>
                    <a:pt x="100584" y="88392"/>
                  </a:lnTo>
                  <a:lnTo>
                    <a:pt x="108204" y="80772"/>
                  </a:lnTo>
                  <a:lnTo>
                    <a:pt x="108204" y="82296"/>
                  </a:lnTo>
                  <a:lnTo>
                    <a:pt x="112776" y="73152"/>
                  </a:lnTo>
                  <a:lnTo>
                    <a:pt x="112776" y="74676"/>
                  </a:lnTo>
                  <a:lnTo>
                    <a:pt x="115824" y="65532"/>
                  </a:lnTo>
                  <a:lnTo>
                    <a:pt x="115824" y="60960"/>
                  </a:lnTo>
                  <a:lnTo>
                    <a:pt x="117348" y="56388"/>
                  </a:lnTo>
                  <a:lnTo>
                    <a:pt x="115824" y="51816"/>
                  </a:lnTo>
                  <a:lnTo>
                    <a:pt x="115824" y="47244"/>
                  </a:lnTo>
                  <a:lnTo>
                    <a:pt x="112776" y="38100"/>
                  </a:lnTo>
                  <a:lnTo>
                    <a:pt x="112776" y="39624"/>
                  </a:lnTo>
                  <a:lnTo>
                    <a:pt x="108204" y="30480"/>
                  </a:lnTo>
                  <a:lnTo>
                    <a:pt x="108204" y="32004"/>
                  </a:lnTo>
                  <a:lnTo>
                    <a:pt x="100584" y="24384"/>
                  </a:lnTo>
                  <a:lnTo>
                    <a:pt x="102108" y="24384"/>
                  </a:lnTo>
                  <a:lnTo>
                    <a:pt x="92964" y="18288"/>
                  </a:lnTo>
                  <a:lnTo>
                    <a:pt x="94488" y="18288"/>
                  </a:lnTo>
                  <a:lnTo>
                    <a:pt x="83820" y="13716"/>
                  </a:lnTo>
                  <a:lnTo>
                    <a:pt x="85344" y="13716"/>
                  </a:lnTo>
                  <a:lnTo>
                    <a:pt x="74676" y="12192"/>
                  </a:lnTo>
                  <a:lnTo>
                    <a:pt x="64008" y="10668"/>
                  </a:lnTo>
                  <a:lnTo>
                    <a:pt x="53340" y="12192"/>
                  </a:lnTo>
                  <a:lnTo>
                    <a:pt x="42672" y="13716"/>
                  </a:lnTo>
                  <a:lnTo>
                    <a:pt x="44196" y="13716"/>
                  </a:lnTo>
                  <a:lnTo>
                    <a:pt x="33528" y="18288"/>
                  </a:lnTo>
                  <a:lnTo>
                    <a:pt x="35052" y="18288"/>
                  </a:lnTo>
                  <a:lnTo>
                    <a:pt x="25908" y="24384"/>
                  </a:lnTo>
                  <a:lnTo>
                    <a:pt x="27432" y="24384"/>
                  </a:lnTo>
                  <a:lnTo>
                    <a:pt x="19812" y="32004"/>
                  </a:lnTo>
                  <a:lnTo>
                    <a:pt x="21336" y="30480"/>
                  </a:lnTo>
                  <a:lnTo>
                    <a:pt x="15240" y="39624"/>
                  </a:lnTo>
                  <a:lnTo>
                    <a:pt x="15240" y="38100"/>
                  </a:lnTo>
                  <a:lnTo>
                    <a:pt x="12192" y="47244"/>
                  </a:lnTo>
                  <a:lnTo>
                    <a:pt x="12192" y="51816"/>
                  </a:lnTo>
                  <a:lnTo>
                    <a:pt x="12192" y="563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" name="Google Shape;490;p29"/>
          <p:cNvGrpSpPr/>
          <p:nvPr/>
        </p:nvGrpSpPr>
        <p:grpSpPr>
          <a:xfrm>
            <a:off x="1492426" y="1546939"/>
            <a:ext cx="107470" cy="149124"/>
            <a:chOff x="63500" y="63500"/>
            <a:chExt cx="196596" cy="272796"/>
          </a:xfrm>
        </p:grpSpPr>
        <p:sp>
          <p:nvSpPr>
            <p:cNvPr id="491" name="Google Shape;491;p29"/>
            <p:cNvSpPr/>
            <p:nvPr/>
          </p:nvSpPr>
          <p:spPr>
            <a:xfrm>
              <a:off x="68072" y="68072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92" name="Google Shape;492;p29"/>
            <p:cNvSpPr/>
            <p:nvPr/>
          </p:nvSpPr>
          <p:spPr>
            <a:xfrm>
              <a:off x="63500" y="63500"/>
              <a:ext cx="196596" cy="272796"/>
            </a:xfrm>
            <a:custGeom>
              <a:rect b="b" l="l" r="r" t="t"/>
              <a:pathLst>
                <a:path extrusionOk="0" h="272796" w="196596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6596" y="1524"/>
                    <a:pt x="196596" y="4572"/>
                  </a:cubicBezTo>
                  <a:lnTo>
                    <a:pt x="196596" y="138684"/>
                  </a:lnTo>
                  <a:cubicBezTo>
                    <a:pt x="196596" y="141732"/>
                    <a:pt x="193548" y="144780"/>
                    <a:pt x="190500" y="144780"/>
                  </a:cubicBezTo>
                  <a:lnTo>
                    <a:pt x="4572" y="144780"/>
                  </a:lnTo>
                  <a:cubicBezTo>
                    <a:pt x="1524" y="144780"/>
                    <a:pt x="0" y="141732"/>
                    <a:pt x="0" y="138684"/>
                  </a:cubicBezTo>
                  <a:close/>
                  <a:moveTo>
                    <a:pt x="10668" y="272796"/>
                  </a:moveTo>
                  <a:lnTo>
                    <a:pt x="4572" y="268224"/>
                  </a:lnTo>
                  <a:lnTo>
                    <a:pt x="190500" y="268224"/>
                  </a:lnTo>
                  <a:lnTo>
                    <a:pt x="184404" y="272796"/>
                  </a:lnTo>
                  <a:lnTo>
                    <a:pt x="184404" y="4572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29"/>
          <p:cNvGrpSpPr/>
          <p:nvPr/>
        </p:nvGrpSpPr>
        <p:grpSpPr>
          <a:xfrm>
            <a:off x="1372460" y="1732721"/>
            <a:ext cx="349070" cy="257428"/>
            <a:chOff x="63500" y="63500"/>
            <a:chExt cx="638556" cy="470917"/>
          </a:xfrm>
        </p:grpSpPr>
        <p:sp>
          <p:nvSpPr>
            <p:cNvPr id="494" name="Google Shape;494;p29"/>
            <p:cNvSpPr/>
            <p:nvPr/>
          </p:nvSpPr>
          <p:spPr>
            <a:xfrm>
              <a:off x="68072" y="68072"/>
              <a:ext cx="629412" cy="233172"/>
            </a:xfrm>
            <a:custGeom>
              <a:rect b="b" l="l" r="r" t="t"/>
              <a:pathLst>
                <a:path extrusionOk="0" h="233172" w="629412">
                  <a:moveTo>
                    <a:pt x="0" y="0"/>
                  </a:moveTo>
                  <a:lnTo>
                    <a:pt x="629412" y="0"/>
                  </a:lnTo>
                  <a:lnTo>
                    <a:pt x="629412" y="233172"/>
                  </a:lnTo>
                  <a:lnTo>
                    <a:pt x="0" y="2331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95" name="Google Shape;495;p29"/>
            <p:cNvSpPr/>
            <p:nvPr/>
          </p:nvSpPr>
          <p:spPr>
            <a:xfrm>
              <a:off x="63500" y="63500"/>
              <a:ext cx="638556" cy="470917"/>
            </a:xfrm>
            <a:custGeom>
              <a:rect b="b" l="l" r="r" t="t"/>
              <a:pathLst>
                <a:path extrusionOk="0" h="470917" w="638556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633984" y="0"/>
                  </a:lnTo>
                  <a:cubicBezTo>
                    <a:pt x="637032" y="0"/>
                    <a:pt x="638556" y="1524"/>
                    <a:pt x="638556" y="4572"/>
                  </a:cubicBezTo>
                  <a:lnTo>
                    <a:pt x="638556" y="237744"/>
                  </a:lnTo>
                  <a:cubicBezTo>
                    <a:pt x="638556" y="240792"/>
                    <a:pt x="637032" y="242316"/>
                    <a:pt x="633984" y="242316"/>
                  </a:cubicBezTo>
                  <a:lnTo>
                    <a:pt x="4572" y="242316"/>
                  </a:lnTo>
                  <a:cubicBezTo>
                    <a:pt x="1524" y="242316"/>
                    <a:pt x="0" y="240792"/>
                    <a:pt x="0" y="237744"/>
                  </a:cubicBezTo>
                  <a:close/>
                  <a:moveTo>
                    <a:pt x="10668" y="470917"/>
                  </a:moveTo>
                  <a:lnTo>
                    <a:pt x="4572" y="464821"/>
                  </a:lnTo>
                  <a:lnTo>
                    <a:pt x="633984" y="464821"/>
                  </a:lnTo>
                  <a:lnTo>
                    <a:pt x="627888" y="470917"/>
                  </a:lnTo>
                  <a:lnTo>
                    <a:pt x="627888" y="4572"/>
                  </a:lnTo>
                  <a:lnTo>
                    <a:pt x="633984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6" name="Google Shape;496;p29"/>
          <p:cNvGrpSpPr/>
          <p:nvPr/>
        </p:nvGrpSpPr>
        <p:grpSpPr>
          <a:xfrm>
            <a:off x="1499091" y="1553604"/>
            <a:ext cx="94140" cy="129130"/>
            <a:chOff x="63500" y="63500"/>
            <a:chExt cx="172212" cy="236220"/>
          </a:xfrm>
        </p:grpSpPr>
        <p:sp>
          <p:nvSpPr>
            <p:cNvPr id="497" name="Google Shape;497;p29"/>
            <p:cNvSpPr/>
            <p:nvPr/>
          </p:nvSpPr>
          <p:spPr>
            <a:xfrm>
              <a:off x="65024" y="65024"/>
              <a:ext cx="167640" cy="117348"/>
            </a:xfrm>
            <a:custGeom>
              <a:rect b="b" l="l" r="r" t="t"/>
              <a:pathLst>
                <a:path extrusionOk="0" h="117348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498" name="Google Shape;498;p29"/>
            <p:cNvSpPr/>
            <p:nvPr/>
          </p:nvSpPr>
          <p:spPr>
            <a:xfrm>
              <a:off x="63500" y="63500"/>
              <a:ext cx="172212" cy="236220"/>
            </a:xfrm>
            <a:custGeom>
              <a:rect b="b" l="l" r="r" t="t"/>
              <a:pathLst>
                <a:path extrusionOk="0" h="236220" w="172212">
                  <a:moveTo>
                    <a:pt x="0" y="1524"/>
                  </a:moveTo>
                  <a:cubicBezTo>
                    <a:pt x="0" y="0"/>
                    <a:pt x="0" y="0"/>
                    <a:pt x="1524" y="0"/>
                  </a:cubicBezTo>
                  <a:lnTo>
                    <a:pt x="169164" y="0"/>
                  </a:lnTo>
                  <a:cubicBezTo>
                    <a:pt x="170688" y="0"/>
                    <a:pt x="172212" y="0"/>
                    <a:pt x="172212" y="1524"/>
                  </a:cubicBezTo>
                  <a:lnTo>
                    <a:pt x="172212" y="118872"/>
                  </a:lnTo>
                  <a:cubicBezTo>
                    <a:pt x="172212" y="120396"/>
                    <a:pt x="170688" y="120396"/>
                    <a:pt x="169164" y="120396"/>
                  </a:cubicBezTo>
                  <a:lnTo>
                    <a:pt x="1524" y="120396"/>
                  </a:lnTo>
                  <a:cubicBezTo>
                    <a:pt x="0" y="120396"/>
                    <a:pt x="0" y="120396"/>
                    <a:pt x="0" y="118872"/>
                  </a:cubicBezTo>
                  <a:close/>
                  <a:moveTo>
                    <a:pt x="3048" y="236220"/>
                  </a:moveTo>
                  <a:lnTo>
                    <a:pt x="1524" y="234696"/>
                  </a:lnTo>
                  <a:lnTo>
                    <a:pt x="169164" y="234696"/>
                  </a:lnTo>
                  <a:lnTo>
                    <a:pt x="167640" y="236220"/>
                  </a:lnTo>
                  <a:lnTo>
                    <a:pt x="167640" y="1524"/>
                  </a:lnTo>
                  <a:lnTo>
                    <a:pt x="169164" y="3048"/>
                  </a:lnTo>
                  <a:lnTo>
                    <a:pt x="1524" y="3048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" name="Google Shape;499;p29"/>
          <p:cNvGrpSpPr/>
          <p:nvPr/>
        </p:nvGrpSpPr>
        <p:grpSpPr>
          <a:xfrm>
            <a:off x="5998693" y="1551104"/>
            <a:ext cx="94973" cy="129130"/>
            <a:chOff x="63500" y="63500"/>
            <a:chExt cx="173736" cy="236220"/>
          </a:xfrm>
        </p:grpSpPr>
        <p:sp>
          <p:nvSpPr>
            <p:cNvPr id="500" name="Google Shape;500;p29"/>
            <p:cNvSpPr/>
            <p:nvPr/>
          </p:nvSpPr>
          <p:spPr>
            <a:xfrm>
              <a:off x="66548" y="65024"/>
              <a:ext cx="169164" cy="117348"/>
            </a:xfrm>
            <a:custGeom>
              <a:rect b="b" l="l" r="r" t="t"/>
              <a:pathLst>
                <a:path extrusionOk="0" h="117348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501" name="Google Shape;501;p29"/>
            <p:cNvSpPr/>
            <p:nvPr/>
          </p:nvSpPr>
          <p:spPr>
            <a:xfrm>
              <a:off x="63500" y="63500"/>
              <a:ext cx="173736" cy="236220"/>
            </a:xfrm>
            <a:custGeom>
              <a:rect b="b" l="l" r="r" t="t"/>
              <a:pathLst>
                <a:path extrusionOk="0" h="236220" w="173736">
                  <a:moveTo>
                    <a:pt x="0" y="1524"/>
                  </a:moveTo>
                  <a:cubicBezTo>
                    <a:pt x="0" y="1524"/>
                    <a:pt x="1524" y="0"/>
                    <a:pt x="3048" y="0"/>
                  </a:cubicBezTo>
                  <a:lnTo>
                    <a:pt x="172212" y="0"/>
                  </a:lnTo>
                  <a:cubicBezTo>
                    <a:pt x="173736" y="0"/>
                    <a:pt x="173736" y="1524"/>
                    <a:pt x="173736" y="1524"/>
                  </a:cubicBezTo>
                  <a:lnTo>
                    <a:pt x="173736" y="118872"/>
                  </a:lnTo>
                  <a:cubicBezTo>
                    <a:pt x="173736" y="120396"/>
                    <a:pt x="173736" y="120396"/>
                    <a:pt x="172212" y="120396"/>
                  </a:cubicBezTo>
                  <a:lnTo>
                    <a:pt x="3048" y="120396"/>
                  </a:lnTo>
                  <a:cubicBezTo>
                    <a:pt x="1524" y="120396"/>
                    <a:pt x="0" y="120396"/>
                    <a:pt x="0" y="118872"/>
                  </a:cubicBezTo>
                  <a:close/>
                  <a:moveTo>
                    <a:pt x="4572" y="236220"/>
                  </a:moveTo>
                  <a:lnTo>
                    <a:pt x="3048" y="234696"/>
                  </a:lnTo>
                  <a:lnTo>
                    <a:pt x="172212" y="234696"/>
                  </a:lnTo>
                  <a:lnTo>
                    <a:pt x="169164" y="236220"/>
                  </a:lnTo>
                  <a:lnTo>
                    <a:pt x="169164" y="1524"/>
                  </a:lnTo>
                  <a:lnTo>
                    <a:pt x="172212" y="4572"/>
                  </a:lnTo>
                  <a:lnTo>
                    <a:pt x="3048" y="4572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2" name="Google Shape;502;p29"/>
          <p:cNvGrpSpPr/>
          <p:nvPr/>
        </p:nvGrpSpPr>
        <p:grpSpPr>
          <a:xfrm>
            <a:off x="7145047" y="1728556"/>
            <a:ext cx="349070" cy="132463"/>
            <a:chOff x="63500" y="63500"/>
            <a:chExt cx="638556" cy="242316"/>
          </a:xfrm>
        </p:grpSpPr>
        <p:sp>
          <p:nvSpPr>
            <p:cNvPr id="503" name="Google Shape;503;p29"/>
            <p:cNvSpPr/>
            <p:nvPr/>
          </p:nvSpPr>
          <p:spPr>
            <a:xfrm>
              <a:off x="68072" y="68072"/>
              <a:ext cx="629412" cy="231648"/>
            </a:xfrm>
            <a:custGeom>
              <a:rect b="b" l="l" r="r" t="t"/>
              <a:pathLst>
                <a:path extrusionOk="0" h="231648" w="629412">
                  <a:moveTo>
                    <a:pt x="0" y="0"/>
                  </a:moveTo>
                  <a:lnTo>
                    <a:pt x="629412" y="0"/>
                  </a:lnTo>
                  <a:lnTo>
                    <a:pt x="629412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04" name="Google Shape;504;p29"/>
            <p:cNvSpPr/>
            <p:nvPr/>
          </p:nvSpPr>
          <p:spPr>
            <a:xfrm>
              <a:off x="63500" y="63500"/>
              <a:ext cx="638556" cy="242316"/>
            </a:xfrm>
            <a:custGeom>
              <a:rect b="b" l="l" r="r" t="t"/>
              <a:pathLst>
                <a:path extrusionOk="0" h="242316" w="638556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633984" y="0"/>
                  </a:lnTo>
                  <a:cubicBezTo>
                    <a:pt x="637032" y="0"/>
                    <a:pt x="638556" y="1524"/>
                    <a:pt x="638556" y="4572"/>
                  </a:cubicBezTo>
                  <a:lnTo>
                    <a:pt x="638556" y="236220"/>
                  </a:lnTo>
                  <a:cubicBezTo>
                    <a:pt x="638556" y="239268"/>
                    <a:pt x="637032" y="242316"/>
                    <a:pt x="633984" y="242316"/>
                  </a:cubicBezTo>
                  <a:lnTo>
                    <a:pt x="4572" y="242316"/>
                  </a:lnTo>
                  <a:cubicBezTo>
                    <a:pt x="1524" y="242316"/>
                    <a:pt x="0" y="239268"/>
                    <a:pt x="0" y="236220"/>
                  </a:cubicBezTo>
                  <a:close/>
                  <a:moveTo>
                    <a:pt x="10668" y="236220"/>
                  </a:moveTo>
                  <a:lnTo>
                    <a:pt x="4572" y="231648"/>
                  </a:lnTo>
                  <a:lnTo>
                    <a:pt x="633984" y="231648"/>
                  </a:lnTo>
                  <a:lnTo>
                    <a:pt x="627888" y="236220"/>
                  </a:lnTo>
                  <a:lnTo>
                    <a:pt x="627888" y="4572"/>
                  </a:lnTo>
                  <a:lnTo>
                    <a:pt x="633984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5" name="Google Shape;505;p29"/>
          <p:cNvGrpSpPr/>
          <p:nvPr/>
        </p:nvGrpSpPr>
        <p:grpSpPr>
          <a:xfrm>
            <a:off x="7267513" y="1540274"/>
            <a:ext cx="106636" cy="149957"/>
            <a:chOff x="63500" y="63500"/>
            <a:chExt cx="195072" cy="274320"/>
          </a:xfrm>
        </p:grpSpPr>
        <p:sp>
          <p:nvSpPr>
            <p:cNvPr id="506" name="Google Shape;506;p29"/>
            <p:cNvSpPr/>
            <p:nvPr/>
          </p:nvSpPr>
          <p:spPr>
            <a:xfrm>
              <a:off x="68072" y="69596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507" name="Google Shape;507;p29"/>
            <p:cNvSpPr/>
            <p:nvPr/>
          </p:nvSpPr>
          <p:spPr>
            <a:xfrm>
              <a:off x="63500" y="63500"/>
              <a:ext cx="195072" cy="274320"/>
            </a:xfrm>
            <a:custGeom>
              <a:rect b="b" l="l" r="r" t="t"/>
              <a:pathLst>
                <a:path extrusionOk="0" h="274320" w="195072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5072" y="3048"/>
                    <a:pt x="195072" y="6096"/>
                  </a:cubicBezTo>
                  <a:lnTo>
                    <a:pt x="195072" y="140208"/>
                  </a:lnTo>
                  <a:cubicBezTo>
                    <a:pt x="195072" y="143256"/>
                    <a:pt x="193548" y="144780"/>
                    <a:pt x="190500" y="144780"/>
                  </a:cubicBezTo>
                  <a:lnTo>
                    <a:pt x="4572" y="144780"/>
                  </a:lnTo>
                  <a:cubicBezTo>
                    <a:pt x="1524" y="144780"/>
                    <a:pt x="0" y="143256"/>
                    <a:pt x="0" y="140208"/>
                  </a:cubicBezTo>
                  <a:close/>
                  <a:moveTo>
                    <a:pt x="10668" y="274320"/>
                  </a:moveTo>
                  <a:lnTo>
                    <a:pt x="4572" y="268224"/>
                  </a:lnTo>
                  <a:lnTo>
                    <a:pt x="190500" y="268224"/>
                  </a:lnTo>
                  <a:lnTo>
                    <a:pt x="184404" y="274320"/>
                  </a:lnTo>
                  <a:lnTo>
                    <a:pt x="184404" y="6096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29"/>
          <p:cNvGrpSpPr/>
          <p:nvPr/>
        </p:nvGrpSpPr>
        <p:grpSpPr>
          <a:xfrm>
            <a:off x="7274178" y="1546939"/>
            <a:ext cx="94140" cy="129130"/>
            <a:chOff x="63500" y="63500"/>
            <a:chExt cx="172212" cy="236220"/>
          </a:xfrm>
        </p:grpSpPr>
        <p:sp>
          <p:nvSpPr>
            <p:cNvPr id="509" name="Google Shape;509;p29"/>
            <p:cNvSpPr/>
            <p:nvPr/>
          </p:nvSpPr>
          <p:spPr>
            <a:xfrm>
              <a:off x="65024" y="65024"/>
              <a:ext cx="167640" cy="117348"/>
            </a:xfrm>
            <a:custGeom>
              <a:rect b="b" l="l" r="r" t="t"/>
              <a:pathLst>
                <a:path extrusionOk="0" h="117348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510" name="Google Shape;510;p29"/>
            <p:cNvSpPr/>
            <p:nvPr/>
          </p:nvSpPr>
          <p:spPr>
            <a:xfrm>
              <a:off x="63500" y="63500"/>
              <a:ext cx="172212" cy="236220"/>
            </a:xfrm>
            <a:custGeom>
              <a:rect b="b" l="l" r="r" t="t"/>
              <a:pathLst>
                <a:path extrusionOk="0" h="236220" w="172212">
                  <a:moveTo>
                    <a:pt x="0" y="1524"/>
                  </a:moveTo>
                  <a:cubicBezTo>
                    <a:pt x="0" y="0"/>
                    <a:pt x="0" y="0"/>
                    <a:pt x="1524" y="0"/>
                  </a:cubicBezTo>
                  <a:lnTo>
                    <a:pt x="169164" y="0"/>
                  </a:lnTo>
                  <a:cubicBezTo>
                    <a:pt x="170688" y="0"/>
                    <a:pt x="172212" y="0"/>
                    <a:pt x="172212" y="1524"/>
                  </a:cubicBezTo>
                  <a:lnTo>
                    <a:pt x="172212" y="118872"/>
                  </a:lnTo>
                  <a:cubicBezTo>
                    <a:pt x="172212" y="120396"/>
                    <a:pt x="170688" y="121920"/>
                    <a:pt x="169164" y="121920"/>
                  </a:cubicBezTo>
                  <a:lnTo>
                    <a:pt x="1524" y="121920"/>
                  </a:lnTo>
                  <a:cubicBezTo>
                    <a:pt x="0" y="121920"/>
                    <a:pt x="0" y="120396"/>
                    <a:pt x="0" y="118872"/>
                  </a:cubicBezTo>
                  <a:close/>
                  <a:moveTo>
                    <a:pt x="3048" y="236220"/>
                  </a:moveTo>
                  <a:lnTo>
                    <a:pt x="1524" y="234696"/>
                  </a:lnTo>
                  <a:lnTo>
                    <a:pt x="169164" y="234696"/>
                  </a:lnTo>
                  <a:lnTo>
                    <a:pt x="167640" y="236220"/>
                  </a:lnTo>
                  <a:lnTo>
                    <a:pt x="167640" y="1524"/>
                  </a:lnTo>
                  <a:lnTo>
                    <a:pt x="169164" y="3048"/>
                  </a:lnTo>
                  <a:lnTo>
                    <a:pt x="1524" y="3048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29"/>
          <p:cNvGrpSpPr/>
          <p:nvPr/>
        </p:nvGrpSpPr>
        <p:grpSpPr>
          <a:xfrm>
            <a:off x="7894841" y="1536109"/>
            <a:ext cx="107470" cy="149124"/>
            <a:chOff x="63500" y="63500"/>
            <a:chExt cx="196596" cy="272796"/>
          </a:xfrm>
        </p:grpSpPr>
        <p:sp>
          <p:nvSpPr>
            <p:cNvPr id="512" name="Google Shape;512;p29"/>
            <p:cNvSpPr/>
            <p:nvPr/>
          </p:nvSpPr>
          <p:spPr>
            <a:xfrm>
              <a:off x="69596" y="68072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513" name="Google Shape;513;p29"/>
            <p:cNvSpPr/>
            <p:nvPr/>
          </p:nvSpPr>
          <p:spPr>
            <a:xfrm>
              <a:off x="63500" y="63500"/>
              <a:ext cx="196596" cy="272796"/>
            </a:xfrm>
            <a:custGeom>
              <a:rect b="b" l="l" r="r" t="t"/>
              <a:pathLst>
                <a:path extrusionOk="0" h="272796" w="19659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2024" y="0"/>
                  </a:lnTo>
                  <a:cubicBezTo>
                    <a:pt x="195072" y="0"/>
                    <a:pt x="196596" y="1524"/>
                    <a:pt x="196596" y="4572"/>
                  </a:cubicBezTo>
                  <a:lnTo>
                    <a:pt x="196596" y="138684"/>
                  </a:lnTo>
                  <a:cubicBezTo>
                    <a:pt x="196596" y="141732"/>
                    <a:pt x="195072" y="144780"/>
                    <a:pt x="192024" y="144780"/>
                  </a:cubicBezTo>
                  <a:lnTo>
                    <a:pt x="6096" y="144780"/>
                  </a:lnTo>
                  <a:cubicBezTo>
                    <a:pt x="3048" y="144780"/>
                    <a:pt x="0" y="141732"/>
                    <a:pt x="0" y="138684"/>
                  </a:cubicBezTo>
                  <a:close/>
                  <a:moveTo>
                    <a:pt x="12192" y="272796"/>
                  </a:moveTo>
                  <a:lnTo>
                    <a:pt x="6096" y="268224"/>
                  </a:lnTo>
                  <a:lnTo>
                    <a:pt x="192024" y="268224"/>
                  </a:lnTo>
                  <a:lnTo>
                    <a:pt x="185928" y="272796"/>
                  </a:lnTo>
                  <a:lnTo>
                    <a:pt x="185928" y="4572"/>
                  </a:lnTo>
                  <a:lnTo>
                    <a:pt x="192024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4" name="Google Shape;514;p29"/>
          <p:cNvSpPr/>
          <p:nvPr/>
        </p:nvSpPr>
        <p:spPr>
          <a:xfrm>
            <a:off x="6807641" y="1609424"/>
            <a:ext cx="34990" cy="130798"/>
          </a:xfrm>
          <a:custGeom>
            <a:rect b="b" l="l" r="r" t="t"/>
            <a:pathLst>
              <a:path extrusionOk="0" h="319024" w="85344">
                <a:moveTo>
                  <a:pt x="0" y="0"/>
                </a:moveTo>
                <a:lnTo>
                  <a:pt x="85344" y="0"/>
                </a:lnTo>
                <a:lnTo>
                  <a:pt x="85344" y="319024"/>
                </a:lnTo>
                <a:lnTo>
                  <a:pt x="0" y="319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5" name="Google Shape;515;p29"/>
          <p:cNvSpPr/>
          <p:nvPr/>
        </p:nvSpPr>
        <p:spPr>
          <a:xfrm>
            <a:off x="6807641" y="1806870"/>
            <a:ext cx="34990" cy="78312"/>
          </a:xfrm>
          <a:custGeom>
            <a:rect b="b" l="l" r="r" t="t"/>
            <a:pathLst>
              <a:path extrusionOk="0" h="191008" w="85344">
                <a:moveTo>
                  <a:pt x="0" y="0"/>
                </a:moveTo>
                <a:lnTo>
                  <a:pt x="85344" y="0"/>
                </a:lnTo>
                <a:lnTo>
                  <a:pt x="85344" y="191008"/>
                </a:lnTo>
                <a:lnTo>
                  <a:pt x="0" y="191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6" name="Google Shape;516;p29"/>
          <p:cNvSpPr/>
          <p:nvPr/>
        </p:nvSpPr>
        <p:spPr>
          <a:xfrm>
            <a:off x="1527419" y="1484458"/>
            <a:ext cx="34991" cy="125799"/>
          </a:xfrm>
          <a:custGeom>
            <a:rect b="b" l="l" r="r" t="t"/>
            <a:pathLst>
              <a:path extrusionOk="0" h="306832" w="85344">
                <a:moveTo>
                  <a:pt x="0" y="0"/>
                </a:moveTo>
                <a:lnTo>
                  <a:pt x="85344" y="0"/>
                </a:lnTo>
                <a:lnTo>
                  <a:pt x="85344" y="306832"/>
                </a:lnTo>
                <a:lnTo>
                  <a:pt x="0" y="30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7" name="Google Shape;517;p29"/>
          <p:cNvSpPr/>
          <p:nvPr/>
        </p:nvSpPr>
        <p:spPr>
          <a:xfrm>
            <a:off x="1504925" y="1614423"/>
            <a:ext cx="79978" cy="157457"/>
          </a:xfrm>
          <a:custGeom>
            <a:rect b="b" l="l" r="r" t="t"/>
            <a:pathLst>
              <a:path extrusionOk="0" h="384048" w="195072">
                <a:moveTo>
                  <a:pt x="0" y="0"/>
                </a:moveTo>
                <a:lnTo>
                  <a:pt x="195072" y="0"/>
                </a:lnTo>
                <a:lnTo>
                  <a:pt x="195072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8" name="Google Shape;518;p29"/>
          <p:cNvSpPr/>
          <p:nvPr/>
        </p:nvSpPr>
        <p:spPr>
          <a:xfrm>
            <a:off x="7303338" y="1486958"/>
            <a:ext cx="32491" cy="125799"/>
          </a:xfrm>
          <a:custGeom>
            <a:rect b="b" l="l" r="r" t="t"/>
            <a:pathLst>
              <a:path extrusionOk="0" h="306832" w="79248">
                <a:moveTo>
                  <a:pt x="0" y="0"/>
                </a:moveTo>
                <a:lnTo>
                  <a:pt x="79248" y="0"/>
                </a:lnTo>
                <a:lnTo>
                  <a:pt x="79248" y="306832"/>
                </a:lnTo>
                <a:lnTo>
                  <a:pt x="0" y="306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29"/>
          <p:cNvSpPr/>
          <p:nvPr/>
        </p:nvSpPr>
        <p:spPr>
          <a:xfrm>
            <a:off x="7278346" y="1606925"/>
            <a:ext cx="82477" cy="158290"/>
          </a:xfrm>
          <a:custGeom>
            <a:rect b="b" l="l" r="r" t="t"/>
            <a:pathLst>
              <a:path extrusionOk="0" h="386080" w="201168">
                <a:moveTo>
                  <a:pt x="0" y="0"/>
                </a:moveTo>
                <a:lnTo>
                  <a:pt x="201168" y="0"/>
                </a:lnTo>
                <a:lnTo>
                  <a:pt x="201168" y="386080"/>
                </a:lnTo>
                <a:lnTo>
                  <a:pt x="0" y="386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0" name="Google Shape;520;p29"/>
          <p:cNvSpPr/>
          <p:nvPr/>
        </p:nvSpPr>
        <p:spPr>
          <a:xfrm>
            <a:off x="7929834" y="1482792"/>
            <a:ext cx="34990" cy="124966"/>
          </a:xfrm>
          <a:custGeom>
            <a:rect b="b" l="l" r="r" t="t"/>
            <a:pathLst>
              <a:path extrusionOk="0" h="304800" w="85344">
                <a:moveTo>
                  <a:pt x="0" y="0"/>
                </a:moveTo>
                <a:lnTo>
                  <a:pt x="85344" y="0"/>
                </a:lnTo>
                <a:lnTo>
                  <a:pt x="85344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1" name="Google Shape;521;p29"/>
          <p:cNvSpPr/>
          <p:nvPr/>
        </p:nvSpPr>
        <p:spPr>
          <a:xfrm>
            <a:off x="7907340" y="1605259"/>
            <a:ext cx="79978" cy="157457"/>
          </a:xfrm>
          <a:custGeom>
            <a:rect b="b" l="l" r="r" t="t"/>
            <a:pathLst>
              <a:path extrusionOk="0" h="384048" w="195072">
                <a:moveTo>
                  <a:pt x="0" y="0"/>
                </a:moveTo>
                <a:lnTo>
                  <a:pt x="195072" y="0"/>
                </a:lnTo>
                <a:lnTo>
                  <a:pt x="195072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2" name="Google Shape;522;p29"/>
          <p:cNvGrpSpPr/>
          <p:nvPr/>
        </p:nvGrpSpPr>
        <p:grpSpPr>
          <a:xfrm>
            <a:off x="7776541" y="1728556"/>
            <a:ext cx="308247" cy="132463"/>
            <a:chOff x="63500" y="63500"/>
            <a:chExt cx="563880" cy="242316"/>
          </a:xfrm>
        </p:grpSpPr>
        <p:sp>
          <p:nvSpPr>
            <p:cNvPr id="523" name="Google Shape;523;p29"/>
            <p:cNvSpPr/>
            <p:nvPr/>
          </p:nvSpPr>
          <p:spPr>
            <a:xfrm>
              <a:off x="68072" y="68072"/>
              <a:ext cx="553212" cy="231648"/>
            </a:xfrm>
            <a:custGeom>
              <a:rect b="b" l="l" r="r" t="t"/>
              <a:pathLst>
                <a:path extrusionOk="0" h="231648" w="553212">
                  <a:moveTo>
                    <a:pt x="0" y="0"/>
                  </a:moveTo>
                  <a:lnTo>
                    <a:pt x="553212" y="0"/>
                  </a:lnTo>
                  <a:lnTo>
                    <a:pt x="553212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4" name="Google Shape;524;p29"/>
            <p:cNvSpPr/>
            <p:nvPr/>
          </p:nvSpPr>
          <p:spPr>
            <a:xfrm>
              <a:off x="63500" y="63500"/>
              <a:ext cx="563880" cy="242316"/>
            </a:xfrm>
            <a:custGeom>
              <a:rect b="b" l="l" r="r" t="t"/>
              <a:pathLst>
                <a:path extrusionOk="0" h="242316" w="563880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557784" y="0"/>
                  </a:lnTo>
                  <a:cubicBezTo>
                    <a:pt x="560832" y="0"/>
                    <a:pt x="563880" y="1524"/>
                    <a:pt x="563880" y="4572"/>
                  </a:cubicBezTo>
                  <a:lnTo>
                    <a:pt x="563880" y="236220"/>
                  </a:lnTo>
                  <a:cubicBezTo>
                    <a:pt x="563880" y="239268"/>
                    <a:pt x="560832" y="242316"/>
                    <a:pt x="557784" y="242316"/>
                  </a:cubicBezTo>
                  <a:lnTo>
                    <a:pt x="4572" y="242316"/>
                  </a:lnTo>
                  <a:cubicBezTo>
                    <a:pt x="1524" y="242316"/>
                    <a:pt x="0" y="239268"/>
                    <a:pt x="0" y="236220"/>
                  </a:cubicBezTo>
                  <a:close/>
                  <a:moveTo>
                    <a:pt x="10668" y="236220"/>
                  </a:moveTo>
                  <a:lnTo>
                    <a:pt x="4572" y="231648"/>
                  </a:lnTo>
                  <a:lnTo>
                    <a:pt x="557784" y="231648"/>
                  </a:lnTo>
                  <a:lnTo>
                    <a:pt x="553212" y="236220"/>
                  </a:lnTo>
                  <a:lnTo>
                    <a:pt x="553212" y="4572"/>
                  </a:lnTo>
                  <a:lnTo>
                    <a:pt x="557784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29"/>
          <p:cNvGrpSpPr/>
          <p:nvPr/>
        </p:nvGrpSpPr>
        <p:grpSpPr>
          <a:xfrm>
            <a:off x="7901506" y="1541940"/>
            <a:ext cx="93307" cy="129963"/>
            <a:chOff x="63500" y="63500"/>
            <a:chExt cx="170688" cy="237744"/>
          </a:xfrm>
        </p:grpSpPr>
        <p:sp>
          <p:nvSpPr>
            <p:cNvPr id="526" name="Google Shape;526;p29"/>
            <p:cNvSpPr/>
            <p:nvPr/>
          </p:nvSpPr>
          <p:spPr>
            <a:xfrm>
              <a:off x="65024" y="66548"/>
              <a:ext cx="167640" cy="117348"/>
            </a:xfrm>
            <a:custGeom>
              <a:rect b="b" l="l" r="r" t="t"/>
              <a:pathLst>
                <a:path extrusionOk="0" h="117348" w="167640">
                  <a:moveTo>
                    <a:pt x="0" y="0"/>
                  </a:moveTo>
                  <a:lnTo>
                    <a:pt x="167641" y="0"/>
                  </a:lnTo>
                  <a:lnTo>
                    <a:pt x="167641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527" name="Google Shape;527;p29"/>
            <p:cNvSpPr/>
            <p:nvPr/>
          </p:nvSpPr>
          <p:spPr>
            <a:xfrm>
              <a:off x="63500" y="63500"/>
              <a:ext cx="170688" cy="237744"/>
            </a:xfrm>
            <a:custGeom>
              <a:rect b="b" l="l" r="r" t="t"/>
              <a:pathLst>
                <a:path extrusionOk="0" h="237744" w="170688">
                  <a:moveTo>
                    <a:pt x="0" y="3048"/>
                  </a:moveTo>
                  <a:cubicBezTo>
                    <a:pt x="0" y="1524"/>
                    <a:pt x="1524" y="0"/>
                    <a:pt x="1524" y="0"/>
                  </a:cubicBezTo>
                  <a:lnTo>
                    <a:pt x="169165" y="0"/>
                  </a:lnTo>
                  <a:cubicBezTo>
                    <a:pt x="170689" y="0"/>
                    <a:pt x="170689" y="1524"/>
                    <a:pt x="170689" y="3048"/>
                  </a:cubicBezTo>
                  <a:lnTo>
                    <a:pt x="170689" y="120396"/>
                  </a:lnTo>
                  <a:cubicBezTo>
                    <a:pt x="170689" y="121920"/>
                    <a:pt x="170689" y="123444"/>
                    <a:pt x="169165" y="123444"/>
                  </a:cubicBezTo>
                  <a:lnTo>
                    <a:pt x="1524" y="123444"/>
                  </a:lnTo>
                  <a:cubicBezTo>
                    <a:pt x="1524" y="123444"/>
                    <a:pt x="0" y="121920"/>
                    <a:pt x="0" y="120396"/>
                  </a:cubicBezTo>
                  <a:close/>
                  <a:moveTo>
                    <a:pt x="4572" y="237744"/>
                  </a:moveTo>
                  <a:lnTo>
                    <a:pt x="1524" y="236220"/>
                  </a:lnTo>
                  <a:lnTo>
                    <a:pt x="169165" y="236220"/>
                  </a:lnTo>
                  <a:lnTo>
                    <a:pt x="167641" y="237744"/>
                  </a:lnTo>
                  <a:lnTo>
                    <a:pt x="167641" y="3048"/>
                  </a:lnTo>
                  <a:lnTo>
                    <a:pt x="169165" y="4572"/>
                  </a:lnTo>
                  <a:lnTo>
                    <a:pt x="1524" y="4572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8" name="Google Shape;528;p29"/>
          <p:cNvSpPr/>
          <p:nvPr/>
        </p:nvSpPr>
        <p:spPr>
          <a:xfrm>
            <a:off x="3992578" y="3079855"/>
            <a:ext cx="34990" cy="86643"/>
          </a:xfrm>
          <a:custGeom>
            <a:rect b="b" l="l" r="r" t="t"/>
            <a:pathLst>
              <a:path extrusionOk="0" h="211328" w="85344">
                <a:moveTo>
                  <a:pt x="0" y="0"/>
                </a:moveTo>
                <a:lnTo>
                  <a:pt x="85344" y="0"/>
                </a:lnTo>
                <a:lnTo>
                  <a:pt x="85344" y="211328"/>
                </a:lnTo>
                <a:lnTo>
                  <a:pt x="0" y="211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9" name="Google Shape;529;p29"/>
          <p:cNvGrpSpPr/>
          <p:nvPr/>
        </p:nvGrpSpPr>
        <p:grpSpPr>
          <a:xfrm>
            <a:off x="4065889" y="2916564"/>
            <a:ext cx="104970" cy="76645"/>
            <a:chOff x="63500" y="63500"/>
            <a:chExt cx="192024" cy="140208"/>
          </a:xfrm>
        </p:grpSpPr>
        <p:sp>
          <p:nvSpPr>
            <p:cNvPr id="530" name="Google Shape;530;p29"/>
            <p:cNvSpPr/>
            <p:nvPr/>
          </p:nvSpPr>
          <p:spPr>
            <a:xfrm>
              <a:off x="69596" y="68072"/>
              <a:ext cx="179832" cy="131064"/>
            </a:xfrm>
            <a:custGeom>
              <a:rect b="b" l="l" r="r" t="t"/>
              <a:pathLst>
                <a:path extrusionOk="0" h="131064" w="179832">
                  <a:moveTo>
                    <a:pt x="0" y="0"/>
                  </a:moveTo>
                  <a:lnTo>
                    <a:pt x="179832" y="0"/>
                  </a:lnTo>
                  <a:lnTo>
                    <a:pt x="179832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531" name="Google Shape;531;p29"/>
            <p:cNvSpPr/>
            <p:nvPr/>
          </p:nvSpPr>
          <p:spPr>
            <a:xfrm>
              <a:off x="63500" y="63500"/>
              <a:ext cx="192024" cy="140208"/>
            </a:xfrm>
            <a:custGeom>
              <a:rect b="b" l="l" r="r" t="t"/>
              <a:pathLst>
                <a:path extrusionOk="0" h="140208" w="192024">
                  <a:moveTo>
                    <a:pt x="0" y="135636"/>
                  </a:moveTo>
                  <a:lnTo>
                    <a:pt x="0" y="123444"/>
                  </a:lnTo>
                  <a:lnTo>
                    <a:pt x="10668" y="123444"/>
                  </a:lnTo>
                  <a:lnTo>
                    <a:pt x="10668" y="135636"/>
                  </a:lnTo>
                  <a:close/>
                  <a:moveTo>
                    <a:pt x="10668" y="112776"/>
                  </a:moveTo>
                  <a:lnTo>
                    <a:pt x="10668" y="102108"/>
                  </a:lnTo>
                  <a:lnTo>
                    <a:pt x="21336" y="102108"/>
                  </a:lnTo>
                  <a:lnTo>
                    <a:pt x="21336" y="112776"/>
                  </a:lnTo>
                  <a:close/>
                  <a:moveTo>
                    <a:pt x="0" y="91440"/>
                  </a:moveTo>
                  <a:lnTo>
                    <a:pt x="0" y="80772"/>
                  </a:lnTo>
                  <a:lnTo>
                    <a:pt x="10668" y="80772"/>
                  </a:lnTo>
                  <a:lnTo>
                    <a:pt x="10668" y="91440"/>
                  </a:lnTo>
                  <a:close/>
                  <a:moveTo>
                    <a:pt x="10668" y="70104"/>
                  </a:moveTo>
                  <a:lnTo>
                    <a:pt x="10668" y="57912"/>
                  </a:lnTo>
                  <a:lnTo>
                    <a:pt x="21336" y="57912"/>
                  </a:lnTo>
                  <a:lnTo>
                    <a:pt x="21336" y="70104"/>
                  </a:lnTo>
                  <a:close/>
                  <a:moveTo>
                    <a:pt x="21336" y="47244"/>
                  </a:moveTo>
                  <a:lnTo>
                    <a:pt x="21336" y="36576"/>
                  </a:lnTo>
                  <a:lnTo>
                    <a:pt x="32004" y="36576"/>
                  </a:lnTo>
                  <a:lnTo>
                    <a:pt x="32004" y="47244"/>
                  </a:lnTo>
                  <a:close/>
                  <a:moveTo>
                    <a:pt x="0" y="25908"/>
                  </a:moveTo>
                  <a:lnTo>
                    <a:pt x="0" y="15240"/>
                  </a:lnTo>
                  <a:lnTo>
                    <a:pt x="10668" y="15240"/>
                  </a:lnTo>
                  <a:lnTo>
                    <a:pt x="10668" y="25908"/>
                  </a:lnTo>
                  <a:close/>
                  <a:moveTo>
                    <a:pt x="6096" y="0"/>
                  </a:moveTo>
                  <a:lnTo>
                    <a:pt x="16764" y="0"/>
                  </a:lnTo>
                  <a:lnTo>
                    <a:pt x="16764" y="10668"/>
                  </a:lnTo>
                  <a:lnTo>
                    <a:pt x="6096" y="10668"/>
                  </a:lnTo>
                  <a:close/>
                  <a:moveTo>
                    <a:pt x="27432" y="0"/>
                  </a:moveTo>
                  <a:lnTo>
                    <a:pt x="39624" y="0"/>
                  </a:lnTo>
                  <a:lnTo>
                    <a:pt x="39624" y="10668"/>
                  </a:lnTo>
                  <a:lnTo>
                    <a:pt x="27432" y="10668"/>
                  </a:lnTo>
                  <a:close/>
                  <a:moveTo>
                    <a:pt x="50292" y="10668"/>
                  </a:moveTo>
                  <a:lnTo>
                    <a:pt x="60960" y="10668"/>
                  </a:lnTo>
                  <a:lnTo>
                    <a:pt x="60960" y="21336"/>
                  </a:lnTo>
                  <a:lnTo>
                    <a:pt x="50292" y="21336"/>
                  </a:lnTo>
                  <a:close/>
                  <a:moveTo>
                    <a:pt x="71628" y="21336"/>
                  </a:moveTo>
                  <a:lnTo>
                    <a:pt x="82296" y="21336"/>
                  </a:lnTo>
                  <a:lnTo>
                    <a:pt x="82296" y="32004"/>
                  </a:lnTo>
                  <a:lnTo>
                    <a:pt x="71628" y="32004"/>
                  </a:lnTo>
                  <a:close/>
                  <a:moveTo>
                    <a:pt x="92964" y="32004"/>
                  </a:moveTo>
                  <a:lnTo>
                    <a:pt x="105156" y="32004"/>
                  </a:lnTo>
                  <a:lnTo>
                    <a:pt x="105156" y="42672"/>
                  </a:lnTo>
                  <a:lnTo>
                    <a:pt x="92964" y="42672"/>
                  </a:lnTo>
                  <a:close/>
                  <a:moveTo>
                    <a:pt x="115824" y="42672"/>
                  </a:moveTo>
                  <a:lnTo>
                    <a:pt x="126492" y="42672"/>
                  </a:lnTo>
                  <a:lnTo>
                    <a:pt x="126492" y="53340"/>
                  </a:lnTo>
                  <a:lnTo>
                    <a:pt x="115824" y="53340"/>
                  </a:lnTo>
                  <a:close/>
                  <a:moveTo>
                    <a:pt x="137160" y="0"/>
                  </a:moveTo>
                  <a:lnTo>
                    <a:pt x="147828" y="0"/>
                  </a:lnTo>
                  <a:lnTo>
                    <a:pt x="147828" y="10668"/>
                  </a:lnTo>
                  <a:lnTo>
                    <a:pt x="137160" y="10668"/>
                  </a:lnTo>
                  <a:close/>
                  <a:moveTo>
                    <a:pt x="158496" y="10668"/>
                  </a:moveTo>
                  <a:lnTo>
                    <a:pt x="170688" y="10668"/>
                  </a:lnTo>
                  <a:lnTo>
                    <a:pt x="170688" y="21336"/>
                  </a:lnTo>
                  <a:lnTo>
                    <a:pt x="158496" y="21336"/>
                  </a:lnTo>
                  <a:close/>
                  <a:moveTo>
                    <a:pt x="181356" y="21336"/>
                  </a:moveTo>
                  <a:lnTo>
                    <a:pt x="185928" y="21336"/>
                  </a:lnTo>
                  <a:cubicBezTo>
                    <a:pt x="188976" y="21336"/>
                    <a:pt x="192024" y="22860"/>
                    <a:pt x="192024" y="25908"/>
                  </a:cubicBezTo>
                  <a:lnTo>
                    <a:pt x="192024" y="32004"/>
                  </a:lnTo>
                  <a:lnTo>
                    <a:pt x="181356" y="32004"/>
                  </a:lnTo>
                  <a:lnTo>
                    <a:pt x="181356" y="4572"/>
                  </a:lnTo>
                  <a:lnTo>
                    <a:pt x="185928" y="10668"/>
                  </a:lnTo>
                  <a:lnTo>
                    <a:pt x="181356" y="10668"/>
                  </a:lnTo>
                  <a:close/>
                  <a:moveTo>
                    <a:pt x="192024" y="32004"/>
                  </a:moveTo>
                  <a:lnTo>
                    <a:pt x="192024" y="42672"/>
                  </a:lnTo>
                  <a:lnTo>
                    <a:pt x="181356" y="42672"/>
                  </a:lnTo>
                  <a:lnTo>
                    <a:pt x="181356" y="21336"/>
                  </a:lnTo>
                  <a:close/>
                  <a:moveTo>
                    <a:pt x="181356" y="42672"/>
                  </a:moveTo>
                  <a:lnTo>
                    <a:pt x="181356" y="54864"/>
                  </a:lnTo>
                  <a:lnTo>
                    <a:pt x="170688" y="54864"/>
                  </a:lnTo>
                  <a:lnTo>
                    <a:pt x="170688" y="42672"/>
                  </a:lnTo>
                  <a:close/>
                  <a:moveTo>
                    <a:pt x="170688" y="65532"/>
                  </a:moveTo>
                  <a:lnTo>
                    <a:pt x="170688" y="76200"/>
                  </a:lnTo>
                  <a:lnTo>
                    <a:pt x="160020" y="76200"/>
                  </a:lnTo>
                  <a:lnTo>
                    <a:pt x="160020" y="65532"/>
                  </a:lnTo>
                  <a:close/>
                  <a:moveTo>
                    <a:pt x="160020" y="86868"/>
                  </a:moveTo>
                  <a:lnTo>
                    <a:pt x="160020" y="97536"/>
                  </a:lnTo>
                  <a:lnTo>
                    <a:pt x="149352" y="97536"/>
                  </a:lnTo>
                  <a:lnTo>
                    <a:pt x="149352" y="86868"/>
                  </a:lnTo>
                  <a:close/>
                  <a:moveTo>
                    <a:pt x="149352" y="108204"/>
                  </a:moveTo>
                  <a:lnTo>
                    <a:pt x="149352" y="120396"/>
                  </a:lnTo>
                  <a:lnTo>
                    <a:pt x="138684" y="120396"/>
                  </a:lnTo>
                  <a:lnTo>
                    <a:pt x="138684" y="108204"/>
                  </a:lnTo>
                  <a:close/>
                  <a:moveTo>
                    <a:pt x="138684" y="131064"/>
                  </a:moveTo>
                  <a:lnTo>
                    <a:pt x="138684" y="135636"/>
                  </a:lnTo>
                  <a:cubicBezTo>
                    <a:pt x="138684" y="138684"/>
                    <a:pt x="135636" y="140208"/>
                    <a:pt x="132588" y="140208"/>
                  </a:cubicBezTo>
                  <a:lnTo>
                    <a:pt x="126492" y="140208"/>
                  </a:lnTo>
                  <a:lnTo>
                    <a:pt x="126492" y="129540"/>
                  </a:lnTo>
                  <a:lnTo>
                    <a:pt x="132588" y="129540"/>
                  </a:lnTo>
                  <a:lnTo>
                    <a:pt x="128016" y="135636"/>
                  </a:lnTo>
                  <a:lnTo>
                    <a:pt x="128016" y="131064"/>
                  </a:lnTo>
                  <a:close/>
                  <a:moveTo>
                    <a:pt x="105156" y="140208"/>
                  </a:moveTo>
                  <a:lnTo>
                    <a:pt x="94488" y="140208"/>
                  </a:lnTo>
                  <a:lnTo>
                    <a:pt x="94488" y="129540"/>
                  </a:lnTo>
                  <a:lnTo>
                    <a:pt x="105156" y="129540"/>
                  </a:lnTo>
                  <a:close/>
                  <a:moveTo>
                    <a:pt x="82296" y="129540"/>
                  </a:moveTo>
                  <a:lnTo>
                    <a:pt x="71628" y="129540"/>
                  </a:lnTo>
                  <a:lnTo>
                    <a:pt x="82296" y="129540"/>
                  </a:lnTo>
                  <a:close/>
                  <a:moveTo>
                    <a:pt x="60960" y="129540"/>
                  </a:moveTo>
                  <a:lnTo>
                    <a:pt x="114300" y="129540"/>
                  </a:lnTo>
                  <a:lnTo>
                    <a:pt x="124968" y="129540"/>
                  </a:lnTo>
                  <a:close/>
                  <a:moveTo>
                    <a:pt x="103632" y="129540"/>
                  </a:moveTo>
                  <a:lnTo>
                    <a:pt x="92964" y="129540"/>
                  </a:lnTo>
                  <a:lnTo>
                    <a:pt x="103632" y="129540"/>
                  </a:lnTo>
                  <a:close/>
                  <a:moveTo>
                    <a:pt x="80772" y="129540"/>
                  </a:moveTo>
                  <a:lnTo>
                    <a:pt x="70104" y="129540"/>
                  </a:lnTo>
                  <a:lnTo>
                    <a:pt x="80772" y="129540"/>
                  </a:lnTo>
                  <a:close/>
                  <a:moveTo>
                    <a:pt x="59436" y="129540"/>
                  </a:moveTo>
                  <a:lnTo>
                    <a:pt x="48768" y="129540"/>
                  </a:lnTo>
                  <a:lnTo>
                    <a:pt x="59436" y="129540"/>
                  </a:lnTo>
                  <a:close/>
                  <a:moveTo>
                    <a:pt x="38100" y="140208"/>
                  </a:moveTo>
                  <a:lnTo>
                    <a:pt x="27432" y="140208"/>
                  </a:lnTo>
                  <a:lnTo>
                    <a:pt x="27432" y="129540"/>
                  </a:lnTo>
                  <a:lnTo>
                    <a:pt x="38100" y="129540"/>
                  </a:lnTo>
                  <a:close/>
                  <a:moveTo>
                    <a:pt x="15240" y="129540"/>
                  </a:moveTo>
                  <a:lnTo>
                    <a:pt x="6096" y="129540"/>
                  </a:lnTo>
                  <a:lnTo>
                    <a:pt x="15240" y="1295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29"/>
          <p:cNvGrpSpPr/>
          <p:nvPr/>
        </p:nvGrpSpPr>
        <p:grpSpPr>
          <a:xfrm>
            <a:off x="4350811" y="2916564"/>
            <a:ext cx="104137" cy="76645"/>
            <a:chOff x="63500" y="63500"/>
            <a:chExt cx="190500" cy="140208"/>
          </a:xfrm>
        </p:grpSpPr>
        <p:sp>
          <p:nvSpPr>
            <p:cNvPr id="533" name="Google Shape;533;p29"/>
            <p:cNvSpPr/>
            <p:nvPr/>
          </p:nvSpPr>
          <p:spPr>
            <a:xfrm>
              <a:off x="68072" y="68072"/>
              <a:ext cx="181356" cy="131064"/>
            </a:xfrm>
            <a:custGeom>
              <a:rect b="b" l="l" r="r" t="t"/>
              <a:pathLst>
                <a:path extrusionOk="0" h="131064" w="181356">
                  <a:moveTo>
                    <a:pt x="0" y="0"/>
                  </a:moveTo>
                  <a:lnTo>
                    <a:pt x="181356" y="0"/>
                  </a:lnTo>
                  <a:lnTo>
                    <a:pt x="181356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534" name="Google Shape;534;p29"/>
            <p:cNvSpPr/>
            <p:nvPr/>
          </p:nvSpPr>
          <p:spPr>
            <a:xfrm>
              <a:off x="63500" y="63500"/>
              <a:ext cx="190500" cy="140208"/>
            </a:xfrm>
            <a:custGeom>
              <a:rect b="b" l="l" r="r" t="t"/>
              <a:pathLst>
                <a:path extrusionOk="0" h="140208" w="190500">
                  <a:moveTo>
                    <a:pt x="0" y="135636"/>
                  </a:moveTo>
                  <a:lnTo>
                    <a:pt x="0" y="123444"/>
                  </a:lnTo>
                  <a:lnTo>
                    <a:pt x="10668" y="123444"/>
                  </a:lnTo>
                  <a:lnTo>
                    <a:pt x="10668" y="135636"/>
                  </a:lnTo>
                  <a:close/>
                  <a:moveTo>
                    <a:pt x="10668" y="112776"/>
                  </a:moveTo>
                  <a:lnTo>
                    <a:pt x="10668" y="102108"/>
                  </a:lnTo>
                  <a:lnTo>
                    <a:pt x="21336" y="102108"/>
                  </a:lnTo>
                  <a:lnTo>
                    <a:pt x="21336" y="112776"/>
                  </a:lnTo>
                  <a:close/>
                  <a:moveTo>
                    <a:pt x="0" y="91440"/>
                  </a:moveTo>
                  <a:lnTo>
                    <a:pt x="0" y="80772"/>
                  </a:lnTo>
                  <a:lnTo>
                    <a:pt x="10668" y="80772"/>
                  </a:lnTo>
                  <a:lnTo>
                    <a:pt x="10668" y="91440"/>
                  </a:lnTo>
                  <a:close/>
                  <a:moveTo>
                    <a:pt x="10668" y="70104"/>
                  </a:moveTo>
                  <a:lnTo>
                    <a:pt x="10668" y="57912"/>
                  </a:lnTo>
                  <a:lnTo>
                    <a:pt x="21336" y="57912"/>
                  </a:lnTo>
                  <a:lnTo>
                    <a:pt x="21336" y="70104"/>
                  </a:lnTo>
                  <a:close/>
                  <a:moveTo>
                    <a:pt x="21336" y="47244"/>
                  </a:moveTo>
                  <a:lnTo>
                    <a:pt x="21336" y="36576"/>
                  </a:lnTo>
                  <a:lnTo>
                    <a:pt x="32004" y="36576"/>
                  </a:lnTo>
                  <a:lnTo>
                    <a:pt x="32004" y="47244"/>
                  </a:lnTo>
                  <a:close/>
                  <a:moveTo>
                    <a:pt x="0" y="25908"/>
                  </a:moveTo>
                  <a:lnTo>
                    <a:pt x="0" y="15240"/>
                  </a:lnTo>
                  <a:lnTo>
                    <a:pt x="10668" y="15240"/>
                  </a:lnTo>
                  <a:lnTo>
                    <a:pt x="10668" y="25908"/>
                  </a:lnTo>
                  <a:close/>
                  <a:moveTo>
                    <a:pt x="6096" y="0"/>
                  </a:moveTo>
                  <a:lnTo>
                    <a:pt x="16764" y="0"/>
                  </a:lnTo>
                  <a:lnTo>
                    <a:pt x="16764" y="10668"/>
                  </a:lnTo>
                  <a:lnTo>
                    <a:pt x="6096" y="10668"/>
                  </a:lnTo>
                  <a:close/>
                  <a:moveTo>
                    <a:pt x="27432" y="0"/>
                  </a:moveTo>
                  <a:lnTo>
                    <a:pt x="38100" y="0"/>
                  </a:lnTo>
                  <a:lnTo>
                    <a:pt x="38100" y="10668"/>
                  </a:lnTo>
                  <a:lnTo>
                    <a:pt x="27432" y="10668"/>
                  </a:lnTo>
                  <a:close/>
                  <a:moveTo>
                    <a:pt x="48768" y="0"/>
                  </a:moveTo>
                  <a:lnTo>
                    <a:pt x="60960" y="0"/>
                  </a:lnTo>
                  <a:lnTo>
                    <a:pt x="60960" y="10668"/>
                  </a:lnTo>
                  <a:lnTo>
                    <a:pt x="48768" y="10668"/>
                  </a:lnTo>
                  <a:close/>
                  <a:moveTo>
                    <a:pt x="71628" y="10668"/>
                  </a:moveTo>
                  <a:lnTo>
                    <a:pt x="82296" y="10668"/>
                  </a:lnTo>
                  <a:lnTo>
                    <a:pt x="82296" y="21336"/>
                  </a:lnTo>
                  <a:lnTo>
                    <a:pt x="71628" y="21336"/>
                  </a:lnTo>
                  <a:close/>
                  <a:moveTo>
                    <a:pt x="92964" y="21336"/>
                  </a:moveTo>
                  <a:lnTo>
                    <a:pt x="103632" y="21336"/>
                  </a:lnTo>
                  <a:lnTo>
                    <a:pt x="103632" y="32004"/>
                  </a:lnTo>
                  <a:lnTo>
                    <a:pt x="92964" y="32004"/>
                  </a:lnTo>
                  <a:close/>
                  <a:moveTo>
                    <a:pt x="114300" y="0"/>
                  </a:moveTo>
                  <a:lnTo>
                    <a:pt x="126492" y="0"/>
                  </a:lnTo>
                  <a:lnTo>
                    <a:pt x="126492" y="10668"/>
                  </a:lnTo>
                  <a:lnTo>
                    <a:pt x="114300" y="10668"/>
                  </a:lnTo>
                  <a:close/>
                  <a:moveTo>
                    <a:pt x="137160" y="10668"/>
                  </a:moveTo>
                  <a:lnTo>
                    <a:pt x="147828" y="10668"/>
                  </a:lnTo>
                  <a:lnTo>
                    <a:pt x="147828" y="21336"/>
                  </a:lnTo>
                  <a:lnTo>
                    <a:pt x="137160" y="21336"/>
                  </a:lnTo>
                  <a:close/>
                  <a:moveTo>
                    <a:pt x="158496" y="21336"/>
                  </a:moveTo>
                  <a:lnTo>
                    <a:pt x="169164" y="21336"/>
                  </a:lnTo>
                  <a:lnTo>
                    <a:pt x="169164" y="32004"/>
                  </a:lnTo>
                  <a:lnTo>
                    <a:pt x="158496" y="32004"/>
                  </a:lnTo>
                  <a:close/>
                  <a:moveTo>
                    <a:pt x="179832" y="32004"/>
                  </a:moveTo>
                  <a:lnTo>
                    <a:pt x="185928" y="32004"/>
                  </a:lnTo>
                  <a:cubicBezTo>
                    <a:pt x="188976" y="32004"/>
                    <a:pt x="190500" y="33528"/>
                    <a:pt x="190500" y="36576"/>
                  </a:cubicBezTo>
                  <a:lnTo>
                    <a:pt x="190500" y="42672"/>
                  </a:lnTo>
                  <a:lnTo>
                    <a:pt x="179832" y="42672"/>
                  </a:lnTo>
                  <a:lnTo>
                    <a:pt x="179832" y="4572"/>
                  </a:lnTo>
                  <a:lnTo>
                    <a:pt x="185928" y="10668"/>
                  </a:lnTo>
                  <a:lnTo>
                    <a:pt x="179832" y="10668"/>
                  </a:lnTo>
                  <a:close/>
                  <a:moveTo>
                    <a:pt x="190500" y="21336"/>
                  </a:moveTo>
                  <a:lnTo>
                    <a:pt x="190500" y="32004"/>
                  </a:lnTo>
                  <a:lnTo>
                    <a:pt x="179832" y="32004"/>
                  </a:lnTo>
                  <a:lnTo>
                    <a:pt x="179832" y="21336"/>
                  </a:lnTo>
                  <a:close/>
                  <a:moveTo>
                    <a:pt x="179832" y="42672"/>
                  </a:moveTo>
                  <a:lnTo>
                    <a:pt x="179832" y="54864"/>
                  </a:lnTo>
                  <a:lnTo>
                    <a:pt x="169164" y="54864"/>
                  </a:lnTo>
                  <a:lnTo>
                    <a:pt x="169164" y="42672"/>
                  </a:lnTo>
                  <a:close/>
                  <a:moveTo>
                    <a:pt x="169164" y="65532"/>
                  </a:moveTo>
                  <a:lnTo>
                    <a:pt x="169164" y="76200"/>
                  </a:lnTo>
                  <a:lnTo>
                    <a:pt x="158496" y="76200"/>
                  </a:lnTo>
                  <a:lnTo>
                    <a:pt x="158496" y="65532"/>
                  </a:lnTo>
                  <a:close/>
                  <a:moveTo>
                    <a:pt x="158496" y="86868"/>
                  </a:moveTo>
                  <a:lnTo>
                    <a:pt x="158496" y="97536"/>
                  </a:lnTo>
                  <a:lnTo>
                    <a:pt x="147828" y="97536"/>
                  </a:lnTo>
                  <a:lnTo>
                    <a:pt x="147828" y="86868"/>
                  </a:lnTo>
                  <a:close/>
                  <a:moveTo>
                    <a:pt x="147828" y="108204"/>
                  </a:moveTo>
                  <a:lnTo>
                    <a:pt x="147828" y="120396"/>
                  </a:lnTo>
                  <a:lnTo>
                    <a:pt x="137160" y="120396"/>
                  </a:lnTo>
                  <a:lnTo>
                    <a:pt x="137160" y="108204"/>
                  </a:lnTo>
                  <a:close/>
                  <a:moveTo>
                    <a:pt x="137160" y="131064"/>
                  </a:moveTo>
                  <a:lnTo>
                    <a:pt x="137160" y="135636"/>
                  </a:lnTo>
                  <a:cubicBezTo>
                    <a:pt x="137160" y="138684"/>
                    <a:pt x="135636" y="140208"/>
                    <a:pt x="132588" y="140208"/>
                  </a:cubicBezTo>
                  <a:lnTo>
                    <a:pt x="126492" y="140208"/>
                  </a:lnTo>
                  <a:lnTo>
                    <a:pt x="126492" y="129540"/>
                  </a:lnTo>
                  <a:lnTo>
                    <a:pt x="132588" y="129540"/>
                  </a:lnTo>
                  <a:lnTo>
                    <a:pt x="126492" y="135636"/>
                  </a:lnTo>
                  <a:lnTo>
                    <a:pt x="126492" y="131064"/>
                  </a:lnTo>
                  <a:close/>
                  <a:moveTo>
                    <a:pt x="103632" y="140208"/>
                  </a:moveTo>
                  <a:lnTo>
                    <a:pt x="92964" y="140208"/>
                  </a:lnTo>
                  <a:lnTo>
                    <a:pt x="92964" y="129540"/>
                  </a:lnTo>
                  <a:lnTo>
                    <a:pt x="103632" y="129540"/>
                  </a:lnTo>
                  <a:close/>
                  <a:moveTo>
                    <a:pt x="82296" y="129540"/>
                  </a:moveTo>
                  <a:lnTo>
                    <a:pt x="71628" y="129540"/>
                  </a:lnTo>
                  <a:lnTo>
                    <a:pt x="82296" y="129540"/>
                  </a:lnTo>
                  <a:close/>
                  <a:moveTo>
                    <a:pt x="60960" y="129540"/>
                  </a:moveTo>
                  <a:lnTo>
                    <a:pt x="114300" y="129540"/>
                  </a:lnTo>
                  <a:lnTo>
                    <a:pt x="124968" y="129540"/>
                  </a:lnTo>
                  <a:close/>
                  <a:moveTo>
                    <a:pt x="102108" y="129540"/>
                  </a:moveTo>
                  <a:lnTo>
                    <a:pt x="91440" y="129540"/>
                  </a:lnTo>
                  <a:lnTo>
                    <a:pt x="102108" y="129540"/>
                  </a:lnTo>
                  <a:close/>
                  <a:moveTo>
                    <a:pt x="80772" y="129540"/>
                  </a:moveTo>
                  <a:lnTo>
                    <a:pt x="70104" y="129540"/>
                  </a:lnTo>
                  <a:lnTo>
                    <a:pt x="80772" y="129540"/>
                  </a:lnTo>
                  <a:close/>
                  <a:moveTo>
                    <a:pt x="59436" y="129540"/>
                  </a:moveTo>
                  <a:lnTo>
                    <a:pt x="48768" y="129540"/>
                  </a:lnTo>
                  <a:lnTo>
                    <a:pt x="59436" y="129540"/>
                  </a:lnTo>
                  <a:close/>
                  <a:moveTo>
                    <a:pt x="36576" y="129540"/>
                  </a:moveTo>
                  <a:lnTo>
                    <a:pt x="25908" y="129540"/>
                  </a:lnTo>
                  <a:lnTo>
                    <a:pt x="36576" y="129540"/>
                  </a:lnTo>
                  <a:close/>
                  <a:moveTo>
                    <a:pt x="15240" y="129540"/>
                  </a:moveTo>
                  <a:lnTo>
                    <a:pt x="4572" y="129540"/>
                  </a:lnTo>
                  <a:lnTo>
                    <a:pt x="15240" y="1295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5" name="Google Shape;535;p29"/>
          <p:cNvSpPr/>
          <p:nvPr/>
        </p:nvSpPr>
        <p:spPr>
          <a:xfrm>
            <a:off x="3885383" y="3110123"/>
            <a:ext cx="249375" cy="216051"/>
          </a:xfrm>
          <a:custGeom>
            <a:rect b="b" l="l" r="r" t="t"/>
            <a:pathLst>
              <a:path extrusionOk="0" h="432101" w="498749">
                <a:moveTo>
                  <a:pt x="0" y="0"/>
                </a:moveTo>
                <a:lnTo>
                  <a:pt x="498749" y="0"/>
                </a:lnTo>
                <a:lnTo>
                  <a:pt x="498749" y="432100"/>
                </a:lnTo>
                <a:lnTo>
                  <a:pt x="0" y="432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6" name="Google Shape;536;p29"/>
          <p:cNvGrpSpPr/>
          <p:nvPr/>
        </p:nvGrpSpPr>
        <p:grpSpPr>
          <a:xfrm>
            <a:off x="3955086" y="2769105"/>
            <a:ext cx="107470" cy="137461"/>
            <a:chOff x="63500" y="63500"/>
            <a:chExt cx="196596" cy="251460"/>
          </a:xfrm>
        </p:grpSpPr>
        <p:sp>
          <p:nvSpPr>
            <p:cNvPr id="537" name="Google Shape;537;p29"/>
            <p:cNvSpPr/>
            <p:nvPr/>
          </p:nvSpPr>
          <p:spPr>
            <a:xfrm>
              <a:off x="69596" y="69596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538" name="Google Shape;538;p29"/>
            <p:cNvSpPr/>
            <p:nvPr/>
          </p:nvSpPr>
          <p:spPr>
            <a:xfrm>
              <a:off x="63500" y="63500"/>
              <a:ext cx="196596" cy="146304"/>
            </a:xfrm>
            <a:custGeom>
              <a:rect b="b" l="l" r="r" t="t"/>
              <a:pathLst>
                <a:path extrusionOk="0" h="146304" w="196596">
                  <a:moveTo>
                    <a:pt x="0" y="140208"/>
                  </a:moveTo>
                  <a:lnTo>
                    <a:pt x="0" y="129540"/>
                  </a:lnTo>
                  <a:lnTo>
                    <a:pt x="12192" y="129540"/>
                  </a:lnTo>
                  <a:lnTo>
                    <a:pt x="12192" y="140208"/>
                  </a:lnTo>
                  <a:close/>
                  <a:moveTo>
                    <a:pt x="12192" y="118872"/>
                  </a:moveTo>
                  <a:lnTo>
                    <a:pt x="12192" y="108204"/>
                  </a:lnTo>
                  <a:lnTo>
                    <a:pt x="24384" y="108204"/>
                  </a:lnTo>
                  <a:lnTo>
                    <a:pt x="24384" y="118872"/>
                  </a:lnTo>
                  <a:close/>
                  <a:moveTo>
                    <a:pt x="24384" y="96012"/>
                  </a:moveTo>
                  <a:lnTo>
                    <a:pt x="24384" y="85344"/>
                  </a:lnTo>
                  <a:lnTo>
                    <a:pt x="36576" y="85344"/>
                  </a:lnTo>
                  <a:lnTo>
                    <a:pt x="36576" y="96012"/>
                  </a:lnTo>
                  <a:close/>
                  <a:moveTo>
                    <a:pt x="36576" y="74676"/>
                  </a:moveTo>
                  <a:lnTo>
                    <a:pt x="36576" y="64008"/>
                  </a:lnTo>
                  <a:lnTo>
                    <a:pt x="48768" y="64008"/>
                  </a:lnTo>
                  <a:lnTo>
                    <a:pt x="48768" y="74676"/>
                  </a:lnTo>
                  <a:close/>
                  <a:moveTo>
                    <a:pt x="0" y="53340"/>
                  </a:moveTo>
                  <a:lnTo>
                    <a:pt x="0" y="42672"/>
                  </a:lnTo>
                  <a:lnTo>
                    <a:pt x="12192" y="42672"/>
                  </a:lnTo>
                  <a:lnTo>
                    <a:pt x="12192" y="53340"/>
                  </a:lnTo>
                  <a:close/>
                  <a:moveTo>
                    <a:pt x="0" y="30480"/>
                  </a:moveTo>
                  <a:lnTo>
                    <a:pt x="0" y="19812"/>
                  </a:lnTo>
                  <a:lnTo>
                    <a:pt x="12192" y="19812"/>
                  </a:lnTo>
                  <a:lnTo>
                    <a:pt x="12192" y="30480"/>
                  </a:lnTo>
                  <a:close/>
                  <a:moveTo>
                    <a:pt x="0" y="9144"/>
                  </a:moveTo>
                  <a:lnTo>
                    <a:pt x="0" y="6096"/>
                  </a:lnTo>
                  <a:cubicBezTo>
                    <a:pt x="0" y="3048"/>
                    <a:pt x="3048" y="0"/>
                    <a:pt x="6096" y="0"/>
                  </a:cubicBezTo>
                  <a:lnTo>
                    <a:pt x="13716" y="0"/>
                  </a:lnTo>
                  <a:lnTo>
                    <a:pt x="13716" y="12192"/>
                  </a:lnTo>
                  <a:lnTo>
                    <a:pt x="6096" y="12192"/>
                  </a:lnTo>
                  <a:lnTo>
                    <a:pt x="12192" y="6096"/>
                  </a:lnTo>
                  <a:lnTo>
                    <a:pt x="12192" y="9144"/>
                  </a:lnTo>
                  <a:close/>
                  <a:moveTo>
                    <a:pt x="24384" y="0"/>
                  </a:moveTo>
                  <a:lnTo>
                    <a:pt x="35052" y="0"/>
                  </a:lnTo>
                  <a:lnTo>
                    <a:pt x="35052" y="12192"/>
                  </a:lnTo>
                  <a:lnTo>
                    <a:pt x="24384" y="12192"/>
                  </a:lnTo>
                  <a:close/>
                  <a:moveTo>
                    <a:pt x="47244" y="12192"/>
                  </a:moveTo>
                  <a:lnTo>
                    <a:pt x="57912" y="12192"/>
                  </a:lnTo>
                  <a:lnTo>
                    <a:pt x="57912" y="24384"/>
                  </a:lnTo>
                  <a:lnTo>
                    <a:pt x="47244" y="24384"/>
                  </a:lnTo>
                  <a:close/>
                  <a:moveTo>
                    <a:pt x="68580" y="0"/>
                  </a:moveTo>
                  <a:lnTo>
                    <a:pt x="79248" y="0"/>
                  </a:lnTo>
                  <a:lnTo>
                    <a:pt x="79248" y="12192"/>
                  </a:lnTo>
                  <a:lnTo>
                    <a:pt x="68580" y="12192"/>
                  </a:lnTo>
                  <a:close/>
                  <a:moveTo>
                    <a:pt x="89916" y="12192"/>
                  </a:moveTo>
                  <a:lnTo>
                    <a:pt x="100584" y="12192"/>
                  </a:lnTo>
                  <a:lnTo>
                    <a:pt x="100584" y="24384"/>
                  </a:lnTo>
                  <a:lnTo>
                    <a:pt x="89916" y="24384"/>
                  </a:lnTo>
                  <a:close/>
                  <a:moveTo>
                    <a:pt x="112776" y="24384"/>
                  </a:moveTo>
                  <a:lnTo>
                    <a:pt x="123444" y="24384"/>
                  </a:lnTo>
                  <a:lnTo>
                    <a:pt x="123444" y="36576"/>
                  </a:lnTo>
                  <a:lnTo>
                    <a:pt x="112776" y="36576"/>
                  </a:lnTo>
                  <a:close/>
                  <a:moveTo>
                    <a:pt x="134112" y="36576"/>
                  </a:moveTo>
                  <a:lnTo>
                    <a:pt x="144780" y="36576"/>
                  </a:lnTo>
                  <a:lnTo>
                    <a:pt x="144780" y="48768"/>
                  </a:lnTo>
                  <a:lnTo>
                    <a:pt x="134112" y="48768"/>
                  </a:lnTo>
                  <a:close/>
                  <a:moveTo>
                    <a:pt x="155448" y="48768"/>
                  </a:moveTo>
                  <a:lnTo>
                    <a:pt x="166116" y="48768"/>
                  </a:lnTo>
                  <a:lnTo>
                    <a:pt x="166116" y="60960"/>
                  </a:lnTo>
                  <a:lnTo>
                    <a:pt x="155448" y="60960"/>
                  </a:lnTo>
                  <a:close/>
                  <a:moveTo>
                    <a:pt x="178308" y="60960"/>
                  </a:moveTo>
                  <a:lnTo>
                    <a:pt x="188976" y="60960"/>
                  </a:lnTo>
                  <a:lnTo>
                    <a:pt x="188976" y="73152"/>
                  </a:lnTo>
                  <a:lnTo>
                    <a:pt x="178308" y="73152"/>
                  </a:lnTo>
                  <a:close/>
                  <a:moveTo>
                    <a:pt x="196596" y="86868"/>
                  </a:moveTo>
                  <a:lnTo>
                    <a:pt x="196596" y="99060"/>
                  </a:lnTo>
                  <a:lnTo>
                    <a:pt x="185928" y="99060"/>
                  </a:lnTo>
                  <a:lnTo>
                    <a:pt x="185928" y="13716"/>
                  </a:lnTo>
                  <a:close/>
                  <a:moveTo>
                    <a:pt x="185928" y="36576"/>
                  </a:moveTo>
                  <a:lnTo>
                    <a:pt x="185928" y="47244"/>
                  </a:lnTo>
                  <a:lnTo>
                    <a:pt x="175260" y="47244"/>
                  </a:lnTo>
                  <a:lnTo>
                    <a:pt x="175260" y="36576"/>
                  </a:lnTo>
                  <a:close/>
                  <a:moveTo>
                    <a:pt x="175260" y="57912"/>
                  </a:moveTo>
                  <a:lnTo>
                    <a:pt x="175260" y="68580"/>
                  </a:lnTo>
                  <a:lnTo>
                    <a:pt x="164592" y="68580"/>
                  </a:lnTo>
                  <a:lnTo>
                    <a:pt x="164592" y="57912"/>
                  </a:lnTo>
                  <a:close/>
                  <a:moveTo>
                    <a:pt x="164592" y="79248"/>
                  </a:moveTo>
                  <a:lnTo>
                    <a:pt x="164592" y="91440"/>
                  </a:lnTo>
                  <a:lnTo>
                    <a:pt x="153924" y="91440"/>
                  </a:lnTo>
                  <a:lnTo>
                    <a:pt x="153924" y="79248"/>
                  </a:lnTo>
                  <a:close/>
                  <a:moveTo>
                    <a:pt x="153924" y="102108"/>
                  </a:moveTo>
                  <a:lnTo>
                    <a:pt x="153924" y="112776"/>
                  </a:lnTo>
                  <a:lnTo>
                    <a:pt x="143256" y="112776"/>
                  </a:lnTo>
                  <a:lnTo>
                    <a:pt x="143256" y="102108"/>
                  </a:lnTo>
                  <a:close/>
                  <a:moveTo>
                    <a:pt x="143256" y="123444"/>
                  </a:moveTo>
                  <a:lnTo>
                    <a:pt x="143256" y="134112"/>
                  </a:lnTo>
                  <a:lnTo>
                    <a:pt x="132588" y="134112"/>
                  </a:lnTo>
                  <a:lnTo>
                    <a:pt x="132588" y="123444"/>
                  </a:lnTo>
                  <a:close/>
                  <a:moveTo>
                    <a:pt x="121920" y="146304"/>
                  </a:moveTo>
                  <a:lnTo>
                    <a:pt x="175260" y="146304"/>
                  </a:lnTo>
                  <a:lnTo>
                    <a:pt x="175260" y="134112"/>
                  </a:lnTo>
                  <a:lnTo>
                    <a:pt x="185928" y="134112"/>
                  </a:lnTo>
                  <a:close/>
                  <a:moveTo>
                    <a:pt x="164592" y="134112"/>
                  </a:moveTo>
                  <a:lnTo>
                    <a:pt x="152400" y="134112"/>
                  </a:lnTo>
                  <a:lnTo>
                    <a:pt x="152400" y="121920"/>
                  </a:lnTo>
                  <a:lnTo>
                    <a:pt x="164592" y="121920"/>
                  </a:lnTo>
                  <a:close/>
                  <a:moveTo>
                    <a:pt x="141732" y="121920"/>
                  </a:moveTo>
                  <a:lnTo>
                    <a:pt x="131064" y="121920"/>
                  </a:lnTo>
                  <a:lnTo>
                    <a:pt x="131064" y="109728"/>
                  </a:lnTo>
                  <a:lnTo>
                    <a:pt x="141732" y="109728"/>
                  </a:lnTo>
                  <a:close/>
                  <a:moveTo>
                    <a:pt x="120396" y="109728"/>
                  </a:moveTo>
                  <a:lnTo>
                    <a:pt x="109728" y="109728"/>
                  </a:lnTo>
                  <a:lnTo>
                    <a:pt x="109728" y="97536"/>
                  </a:lnTo>
                  <a:lnTo>
                    <a:pt x="120396" y="97536"/>
                  </a:lnTo>
                  <a:close/>
                  <a:moveTo>
                    <a:pt x="99060" y="97536"/>
                  </a:moveTo>
                  <a:lnTo>
                    <a:pt x="86868" y="97536"/>
                  </a:lnTo>
                  <a:lnTo>
                    <a:pt x="86868" y="85344"/>
                  </a:lnTo>
                  <a:lnTo>
                    <a:pt x="99060" y="85344"/>
                  </a:lnTo>
                  <a:close/>
                  <a:moveTo>
                    <a:pt x="76200" y="85344"/>
                  </a:moveTo>
                  <a:lnTo>
                    <a:pt x="65532" y="85344"/>
                  </a:lnTo>
                  <a:lnTo>
                    <a:pt x="65532" y="73152"/>
                  </a:lnTo>
                  <a:lnTo>
                    <a:pt x="76200" y="73152"/>
                  </a:lnTo>
                  <a:close/>
                  <a:moveTo>
                    <a:pt x="54864" y="73152"/>
                  </a:moveTo>
                  <a:lnTo>
                    <a:pt x="44196" y="73152"/>
                  </a:lnTo>
                  <a:lnTo>
                    <a:pt x="44196" y="60960"/>
                  </a:lnTo>
                  <a:lnTo>
                    <a:pt x="54864" y="60960"/>
                  </a:lnTo>
                  <a:close/>
                  <a:moveTo>
                    <a:pt x="33528" y="60960"/>
                  </a:moveTo>
                  <a:lnTo>
                    <a:pt x="21336" y="60960"/>
                  </a:lnTo>
                  <a:lnTo>
                    <a:pt x="21336" y="48768"/>
                  </a:lnTo>
                  <a:lnTo>
                    <a:pt x="33528" y="48768"/>
                  </a:lnTo>
                  <a:close/>
                  <a:moveTo>
                    <a:pt x="10668" y="48768"/>
                  </a:moveTo>
                  <a:lnTo>
                    <a:pt x="6096" y="48768"/>
                  </a:lnTo>
                  <a:lnTo>
                    <a:pt x="6096" y="36576"/>
                  </a:lnTo>
                  <a:lnTo>
                    <a:pt x="10668" y="365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78740" y="77216"/>
              <a:ext cx="167640" cy="118872"/>
            </a:xfrm>
            <a:custGeom>
              <a:rect b="b" l="l" r="r" t="t"/>
              <a:pathLst>
                <a:path extrusionOk="0" h="118872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8872"/>
                  </a:lnTo>
                  <a:lnTo>
                    <a:pt x="0" y="11887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540" name="Google Shape;540;p29"/>
            <p:cNvSpPr/>
            <p:nvPr/>
          </p:nvSpPr>
          <p:spPr>
            <a:xfrm>
              <a:off x="75692" y="75692"/>
              <a:ext cx="172212" cy="239268"/>
            </a:xfrm>
            <a:custGeom>
              <a:rect b="b" l="l" r="r" t="t"/>
              <a:pathLst>
                <a:path extrusionOk="0" h="239268" w="172212">
                  <a:moveTo>
                    <a:pt x="0" y="1524"/>
                  </a:moveTo>
                  <a:cubicBezTo>
                    <a:pt x="0" y="0"/>
                    <a:pt x="1524" y="0"/>
                    <a:pt x="3048" y="0"/>
                  </a:cubicBezTo>
                  <a:lnTo>
                    <a:pt x="170688" y="0"/>
                  </a:lnTo>
                  <a:cubicBezTo>
                    <a:pt x="170688" y="0"/>
                    <a:pt x="172212" y="0"/>
                    <a:pt x="172212" y="1524"/>
                  </a:cubicBezTo>
                  <a:lnTo>
                    <a:pt x="172212" y="120396"/>
                  </a:lnTo>
                  <a:cubicBezTo>
                    <a:pt x="172212" y="121920"/>
                    <a:pt x="170688" y="121920"/>
                    <a:pt x="170688" y="121920"/>
                  </a:cubicBezTo>
                  <a:lnTo>
                    <a:pt x="3048" y="121920"/>
                  </a:lnTo>
                  <a:cubicBezTo>
                    <a:pt x="1524" y="121920"/>
                    <a:pt x="0" y="121920"/>
                    <a:pt x="0" y="120396"/>
                  </a:cubicBezTo>
                  <a:close/>
                  <a:moveTo>
                    <a:pt x="4572" y="239268"/>
                  </a:moveTo>
                  <a:lnTo>
                    <a:pt x="3048" y="237744"/>
                  </a:lnTo>
                  <a:lnTo>
                    <a:pt x="170688" y="237744"/>
                  </a:lnTo>
                  <a:lnTo>
                    <a:pt x="167640" y="239268"/>
                  </a:lnTo>
                  <a:lnTo>
                    <a:pt x="167640" y="1524"/>
                  </a:lnTo>
                  <a:lnTo>
                    <a:pt x="170688" y="3048"/>
                  </a:lnTo>
                  <a:lnTo>
                    <a:pt x="3048" y="3048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29"/>
          <p:cNvGrpSpPr/>
          <p:nvPr/>
        </p:nvGrpSpPr>
        <p:grpSpPr>
          <a:xfrm>
            <a:off x="4456615" y="2767438"/>
            <a:ext cx="106636" cy="79144"/>
            <a:chOff x="63500" y="63500"/>
            <a:chExt cx="195072" cy="144780"/>
          </a:xfrm>
        </p:grpSpPr>
        <p:sp>
          <p:nvSpPr>
            <p:cNvPr id="542" name="Google Shape;542;p29"/>
            <p:cNvSpPr/>
            <p:nvPr/>
          </p:nvSpPr>
          <p:spPr>
            <a:xfrm>
              <a:off x="68072" y="68072"/>
              <a:ext cx="185928" cy="134112"/>
            </a:xfrm>
            <a:custGeom>
              <a:rect b="b" l="l" r="r" t="t"/>
              <a:pathLst>
                <a:path extrusionOk="0" h="134112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543" name="Google Shape;543;p29"/>
            <p:cNvSpPr/>
            <p:nvPr/>
          </p:nvSpPr>
          <p:spPr>
            <a:xfrm>
              <a:off x="63500" y="63500"/>
              <a:ext cx="195072" cy="144780"/>
            </a:xfrm>
            <a:custGeom>
              <a:rect b="b" l="l" r="r" t="t"/>
              <a:pathLst>
                <a:path extrusionOk="0" h="144780" w="195072">
                  <a:moveTo>
                    <a:pt x="0" y="138684"/>
                  </a:moveTo>
                  <a:lnTo>
                    <a:pt x="0" y="128016"/>
                  </a:lnTo>
                  <a:lnTo>
                    <a:pt x="10668" y="128016"/>
                  </a:lnTo>
                  <a:lnTo>
                    <a:pt x="10668" y="138684"/>
                  </a:lnTo>
                  <a:close/>
                  <a:moveTo>
                    <a:pt x="10668" y="117348"/>
                  </a:moveTo>
                  <a:lnTo>
                    <a:pt x="10668" y="106680"/>
                  </a:lnTo>
                  <a:lnTo>
                    <a:pt x="21336" y="106680"/>
                  </a:lnTo>
                  <a:lnTo>
                    <a:pt x="21336" y="117348"/>
                  </a:lnTo>
                  <a:close/>
                  <a:moveTo>
                    <a:pt x="21336" y="96012"/>
                  </a:moveTo>
                  <a:lnTo>
                    <a:pt x="21336" y="85344"/>
                  </a:lnTo>
                  <a:lnTo>
                    <a:pt x="32004" y="85344"/>
                  </a:lnTo>
                  <a:lnTo>
                    <a:pt x="32004" y="96012"/>
                  </a:lnTo>
                  <a:close/>
                  <a:moveTo>
                    <a:pt x="32004" y="73152"/>
                  </a:moveTo>
                  <a:lnTo>
                    <a:pt x="32004" y="62484"/>
                  </a:lnTo>
                  <a:lnTo>
                    <a:pt x="42672" y="62484"/>
                  </a:lnTo>
                  <a:lnTo>
                    <a:pt x="42672" y="73152"/>
                  </a:lnTo>
                  <a:close/>
                  <a:moveTo>
                    <a:pt x="0" y="51816"/>
                  </a:moveTo>
                  <a:lnTo>
                    <a:pt x="0" y="41148"/>
                  </a:lnTo>
                  <a:lnTo>
                    <a:pt x="10668" y="41148"/>
                  </a:lnTo>
                  <a:lnTo>
                    <a:pt x="10668" y="51816"/>
                  </a:lnTo>
                  <a:close/>
                  <a:moveTo>
                    <a:pt x="0" y="30480"/>
                  </a:moveTo>
                  <a:lnTo>
                    <a:pt x="0" y="19812"/>
                  </a:lnTo>
                  <a:lnTo>
                    <a:pt x="10668" y="19812"/>
                  </a:lnTo>
                  <a:lnTo>
                    <a:pt x="10668" y="30480"/>
                  </a:lnTo>
                  <a:close/>
                  <a:moveTo>
                    <a:pt x="0" y="7620"/>
                  </a:moveTo>
                  <a:lnTo>
                    <a:pt x="0" y="4572"/>
                  </a:lnTo>
                  <a:cubicBezTo>
                    <a:pt x="0" y="1524"/>
                    <a:pt x="1524" y="0"/>
                    <a:pt x="4572" y="0"/>
                  </a:cubicBezTo>
                  <a:lnTo>
                    <a:pt x="12192" y="0"/>
                  </a:lnTo>
                  <a:lnTo>
                    <a:pt x="12192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10668" y="7620"/>
                  </a:lnTo>
                  <a:close/>
                  <a:moveTo>
                    <a:pt x="24384" y="0"/>
                  </a:moveTo>
                  <a:lnTo>
                    <a:pt x="35052" y="0"/>
                  </a:lnTo>
                  <a:lnTo>
                    <a:pt x="35052" y="10668"/>
                  </a:lnTo>
                  <a:lnTo>
                    <a:pt x="24384" y="10668"/>
                  </a:lnTo>
                  <a:close/>
                  <a:moveTo>
                    <a:pt x="45720" y="0"/>
                  </a:moveTo>
                  <a:lnTo>
                    <a:pt x="56388" y="0"/>
                  </a:lnTo>
                  <a:lnTo>
                    <a:pt x="56388" y="10668"/>
                  </a:lnTo>
                  <a:lnTo>
                    <a:pt x="45720" y="10668"/>
                  </a:lnTo>
                  <a:close/>
                  <a:moveTo>
                    <a:pt x="67056" y="10668"/>
                  </a:moveTo>
                  <a:lnTo>
                    <a:pt x="77724" y="10668"/>
                  </a:lnTo>
                  <a:lnTo>
                    <a:pt x="77724" y="21336"/>
                  </a:lnTo>
                  <a:lnTo>
                    <a:pt x="67056" y="21336"/>
                  </a:lnTo>
                  <a:close/>
                  <a:moveTo>
                    <a:pt x="89916" y="21336"/>
                  </a:moveTo>
                  <a:lnTo>
                    <a:pt x="100584" y="21336"/>
                  </a:lnTo>
                  <a:lnTo>
                    <a:pt x="100584" y="32004"/>
                  </a:lnTo>
                  <a:lnTo>
                    <a:pt x="89916" y="32004"/>
                  </a:lnTo>
                  <a:close/>
                  <a:moveTo>
                    <a:pt x="111252" y="32004"/>
                  </a:moveTo>
                  <a:lnTo>
                    <a:pt x="121920" y="32004"/>
                  </a:lnTo>
                  <a:lnTo>
                    <a:pt x="121920" y="42672"/>
                  </a:lnTo>
                  <a:lnTo>
                    <a:pt x="111252" y="42672"/>
                  </a:lnTo>
                  <a:close/>
                  <a:moveTo>
                    <a:pt x="132588" y="42672"/>
                  </a:moveTo>
                  <a:lnTo>
                    <a:pt x="143256" y="42672"/>
                  </a:lnTo>
                  <a:lnTo>
                    <a:pt x="143256" y="53340"/>
                  </a:lnTo>
                  <a:lnTo>
                    <a:pt x="132588" y="53340"/>
                  </a:lnTo>
                  <a:close/>
                  <a:moveTo>
                    <a:pt x="155448" y="53340"/>
                  </a:moveTo>
                  <a:lnTo>
                    <a:pt x="166116" y="53340"/>
                  </a:lnTo>
                  <a:lnTo>
                    <a:pt x="166116" y="64008"/>
                  </a:lnTo>
                  <a:lnTo>
                    <a:pt x="155448" y="64008"/>
                  </a:lnTo>
                  <a:close/>
                  <a:moveTo>
                    <a:pt x="176784" y="64008"/>
                  </a:moveTo>
                  <a:lnTo>
                    <a:pt x="187452" y="64008"/>
                  </a:lnTo>
                  <a:lnTo>
                    <a:pt x="187452" y="74676"/>
                  </a:lnTo>
                  <a:lnTo>
                    <a:pt x="176784" y="74676"/>
                  </a:lnTo>
                  <a:close/>
                  <a:moveTo>
                    <a:pt x="195072" y="88392"/>
                  </a:moveTo>
                  <a:lnTo>
                    <a:pt x="195072" y="99060"/>
                  </a:lnTo>
                  <a:lnTo>
                    <a:pt x="184404" y="99060"/>
                  </a:lnTo>
                  <a:lnTo>
                    <a:pt x="184404" y="13716"/>
                  </a:lnTo>
                  <a:close/>
                  <a:moveTo>
                    <a:pt x="184404" y="35052"/>
                  </a:moveTo>
                  <a:lnTo>
                    <a:pt x="184404" y="45720"/>
                  </a:lnTo>
                  <a:lnTo>
                    <a:pt x="173736" y="45720"/>
                  </a:lnTo>
                  <a:lnTo>
                    <a:pt x="173736" y="35052"/>
                  </a:lnTo>
                  <a:close/>
                  <a:moveTo>
                    <a:pt x="173736" y="57912"/>
                  </a:moveTo>
                  <a:lnTo>
                    <a:pt x="173736" y="68580"/>
                  </a:lnTo>
                  <a:lnTo>
                    <a:pt x="163068" y="68580"/>
                  </a:lnTo>
                  <a:lnTo>
                    <a:pt x="163068" y="57912"/>
                  </a:lnTo>
                  <a:close/>
                  <a:moveTo>
                    <a:pt x="163068" y="79248"/>
                  </a:moveTo>
                  <a:lnTo>
                    <a:pt x="163068" y="89916"/>
                  </a:lnTo>
                  <a:lnTo>
                    <a:pt x="152400" y="89916"/>
                  </a:lnTo>
                  <a:lnTo>
                    <a:pt x="152400" y="79248"/>
                  </a:lnTo>
                  <a:close/>
                  <a:moveTo>
                    <a:pt x="152400" y="100584"/>
                  </a:moveTo>
                  <a:lnTo>
                    <a:pt x="152400" y="111252"/>
                  </a:lnTo>
                  <a:lnTo>
                    <a:pt x="141732" y="111252"/>
                  </a:lnTo>
                  <a:lnTo>
                    <a:pt x="141732" y="100584"/>
                  </a:lnTo>
                  <a:close/>
                  <a:moveTo>
                    <a:pt x="141732" y="123444"/>
                  </a:moveTo>
                  <a:lnTo>
                    <a:pt x="141732" y="134112"/>
                  </a:lnTo>
                  <a:lnTo>
                    <a:pt x="131064" y="134112"/>
                  </a:lnTo>
                  <a:lnTo>
                    <a:pt x="131064" y="123444"/>
                  </a:lnTo>
                  <a:close/>
                  <a:moveTo>
                    <a:pt x="120396" y="144780"/>
                  </a:moveTo>
                  <a:lnTo>
                    <a:pt x="109728" y="144780"/>
                  </a:lnTo>
                  <a:lnTo>
                    <a:pt x="109728" y="134112"/>
                  </a:lnTo>
                  <a:lnTo>
                    <a:pt x="120396" y="134112"/>
                  </a:lnTo>
                  <a:close/>
                  <a:moveTo>
                    <a:pt x="99060" y="134112"/>
                  </a:moveTo>
                  <a:lnTo>
                    <a:pt x="152400" y="134112"/>
                  </a:lnTo>
                  <a:lnTo>
                    <a:pt x="152400" y="123444"/>
                  </a:lnTo>
                  <a:lnTo>
                    <a:pt x="163068" y="123444"/>
                  </a:lnTo>
                  <a:close/>
                  <a:moveTo>
                    <a:pt x="141732" y="123444"/>
                  </a:moveTo>
                  <a:lnTo>
                    <a:pt x="129540" y="123444"/>
                  </a:lnTo>
                  <a:lnTo>
                    <a:pt x="129540" y="112776"/>
                  </a:lnTo>
                  <a:lnTo>
                    <a:pt x="141732" y="112776"/>
                  </a:lnTo>
                  <a:close/>
                  <a:moveTo>
                    <a:pt x="118872" y="112776"/>
                  </a:moveTo>
                  <a:lnTo>
                    <a:pt x="108204" y="112776"/>
                  </a:lnTo>
                  <a:lnTo>
                    <a:pt x="108204" y="102108"/>
                  </a:lnTo>
                  <a:lnTo>
                    <a:pt x="118872" y="102108"/>
                  </a:lnTo>
                  <a:close/>
                  <a:moveTo>
                    <a:pt x="97536" y="102108"/>
                  </a:moveTo>
                  <a:lnTo>
                    <a:pt x="86868" y="102108"/>
                  </a:lnTo>
                  <a:lnTo>
                    <a:pt x="86868" y="91440"/>
                  </a:lnTo>
                  <a:lnTo>
                    <a:pt x="97536" y="91440"/>
                  </a:lnTo>
                  <a:close/>
                  <a:moveTo>
                    <a:pt x="76200" y="144780"/>
                  </a:moveTo>
                  <a:lnTo>
                    <a:pt x="64008" y="144780"/>
                  </a:lnTo>
                  <a:lnTo>
                    <a:pt x="64008" y="134112"/>
                  </a:lnTo>
                  <a:lnTo>
                    <a:pt x="76200" y="134112"/>
                  </a:lnTo>
                  <a:close/>
                  <a:moveTo>
                    <a:pt x="53340" y="134112"/>
                  </a:moveTo>
                  <a:lnTo>
                    <a:pt x="42672" y="134112"/>
                  </a:lnTo>
                  <a:lnTo>
                    <a:pt x="42672" y="123444"/>
                  </a:lnTo>
                  <a:lnTo>
                    <a:pt x="53340" y="123444"/>
                  </a:lnTo>
                  <a:close/>
                  <a:moveTo>
                    <a:pt x="32004" y="123444"/>
                  </a:moveTo>
                  <a:lnTo>
                    <a:pt x="21336" y="123444"/>
                  </a:lnTo>
                  <a:lnTo>
                    <a:pt x="21336" y="112776"/>
                  </a:lnTo>
                  <a:lnTo>
                    <a:pt x="32004" y="112776"/>
                  </a:lnTo>
                  <a:close/>
                  <a:moveTo>
                    <a:pt x="10668" y="112776"/>
                  </a:moveTo>
                  <a:lnTo>
                    <a:pt x="4572" y="112776"/>
                  </a:lnTo>
                  <a:lnTo>
                    <a:pt x="4572" y="102108"/>
                  </a:lnTo>
                  <a:lnTo>
                    <a:pt x="10668" y="102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4" name="Google Shape;544;p29"/>
          <p:cNvSpPr/>
          <p:nvPr/>
        </p:nvSpPr>
        <p:spPr>
          <a:xfrm>
            <a:off x="4384413" y="2980992"/>
            <a:ext cx="249375" cy="345182"/>
          </a:xfrm>
          <a:custGeom>
            <a:rect b="b" l="l" r="r" t="t"/>
            <a:pathLst>
              <a:path extrusionOk="0" h="690363" w="498749">
                <a:moveTo>
                  <a:pt x="0" y="0"/>
                </a:moveTo>
                <a:lnTo>
                  <a:pt x="498749" y="0"/>
                </a:lnTo>
                <a:lnTo>
                  <a:pt x="498749" y="690363"/>
                </a:lnTo>
                <a:lnTo>
                  <a:pt x="0" y="690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5" name="Google Shape;545;p29"/>
          <p:cNvSpPr/>
          <p:nvPr/>
        </p:nvSpPr>
        <p:spPr>
          <a:xfrm>
            <a:off x="4489942" y="3077356"/>
            <a:ext cx="34990" cy="87476"/>
          </a:xfrm>
          <a:custGeom>
            <a:rect b="b" l="l" r="r" t="t"/>
            <a:pathLst>
              <a:path extrusionOk="0" h="213360" w="85344">
                <a:moveTo>
                  <a:pt x="0" y="0"/>
                </a:moveTo>
                <a:lnTo>
                  <a:pt x="85344" y="0"/>
                </a:lnTo>
                <a:lnTo>
                  <a:pt x="85344" y="213360"/>
                </a:lnTo>
                <a:lnTo>
                  <a:pt x="0" y="213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6" name="Google Shape;546;p29"/>
          <p:cNvSpPr/>
          <p:nvPr/>
        </p:nvSpPr>
        <p:spPr>
          <a:xfrm>
            <a:off x="3992578" y="2906569"/>
            <a:ext cx="532354" cy="103305"/>
          </a:xfrm>
          <a:custGeom>
            <a:rect b="b" l="l" r="r" t="t"/>
            <a:pathLst>
              <a:path extrusionOk="0" h="251968" w="1298448">
                <a:moveTo>
                  <a:pt x="0" y="0"/>
                </a:moveTo>
                <a:lnTo>
                  <a:pt x="1298448" y="0"/>
                </a:lnTo>
                <a:lnTo>
                  <a:pt x="1298448" y="251968"/>
                </a:lnTo>
                <a:lnTo>
                  <a:pt x="0" y="251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7" name="Google Shape;547;p29"/>
          <p:cNvSpPr/>
          <p:nvPr/>
        </p:nvSpPr>
        <p:spPr>
          <a:xfrm>
            <a:off x="3990079" y="2698293"/>
            <a:ext cx="34990" cy="91642"/>
          </a:xfrm>
          <a:custGeom>
            <a:rect b="b" l="l" r="r" t="t"/>
            <a:pathLst>
              <a:path extrusionOk="0" h="223520" w="85344">
                <a:moveTo>
                  <a:pt x="0" y="0"/>
                </a:moveTo>
                <a:lnTo>
                  <a:pt x="85344" y="0"/>
                </a:lnTo>
                <a:lnTo>
                  <a:pt x="85344" y="223520"/>
                </a:lnTo>
                <a:lnTo>
                  <a:pt x="0" y="223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8" name="Google Shape;548;p29"/>
          <p:cNvSpPr/>
          <p:nvPr/>
        </p:nvSpPr>
        <p:spPr>
          <a:xfrm>
            <a:off x="3992578" y="2831589"/>
            <a:ext cx="34990" cy="205777"/>
          </a:xfrm>
          <a:custGeom>
            <a:rect b="b" l="l" r="r" t="t"/>
            <a:pathLst>
              <a:path extrusionOk="0" h="501904" w="85344">
                <a:moveTo>
                  <a:pt x="0" y="0"/>
                </a:moveTo>
                <a:lnTo>
                  <a:pt x="85344" y="0"/>
                </a:lnTo>
                <a:lnTo>
                  <a:pt x="85344" y="501904"/>
                </a:lnTo>
                <a:lnTo>
                  <a:pt x="0" y="501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9" name="Google Shape;549;p29"/>
          <p:cNvSpPr/>
          <p:nvPr/>
        </p:nvSpPr>
        <p:spPr>
          <a:xfrm>
            <a:off x="4488276" y="2698293"/>
            <a:ext cx="34157" cy="91642"/>
          </a:xfrm>
          <a:custGeom>
            <a:rect b="b" l="l" r="r" t="t"/>
            <a:pathLst>
              <a:path extrusionOk="0" h="223520" w="83312">
                <a:moveTo>
                  <a:pt x="0" y="0"/>
                </a:moveTo>
                <a:lnTo>
                  <a:pt x="83312" y="0"/>
                </a:lnTo>
                <a:lnTo>
                  <a:pt x="83312" y="223520"/>
                </a:lnTo>
                <a:lnTo>
                  <a:pt x="0" y="223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0" name="Google Shape;550;p29"/>
          <p:cNvSpPr/>
          <p:nvPr/>
        </p:nvSpPr>
        <p:spPr>
          <a:xfrm>
            <a:off x="3895105" y="2834089"/>
            <a:ext cx="720636" cy="405722"/>
          </a:xfrm>
          <a:custGeom>
            <a:rect b="b" l="l" r="r" t="t"/>
            <a:pathLst>
              <a:path extrusionOk="0" h="989584" w="1757680">
                <a:moveTo>
                  <a:pt x="0" y="0"/>
                </a:moveTo>
                <a:lnTo>
                  <a:pt x="1757680" y="0"/>
                </a:lnTo>
                <a:lnTo>
                  <a:pt x="1757680" y="989584"/>
                </a:lnTo>
                <a:lnTo>
                  <a:pt x="0" y="989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51" name="Google Shape;551;p29"/>
          <p:cNvGrpSpPr/>
          <p:nvPr/>
        </p:nvGrpSpPr>
        <p:grpSpPr>
          <a:xfrm>
            <a:off x="4119208" y="3202319"/>
            <a:ext cx="282421" cy="121632"/>
            <a:chOff x="63500" y="63500"/>
            <a:chExt cx="516636" cy="222504"/>
          </a:xfrm>
        </p:grpSpPr>
        <p:sp>
          <p:nvSpPr>
            <p:cNvPr id="552" name="Google Shape;552;p29"/>
            <p:cNvSpPr/>
            <p:nvPr/>
          </p:nvSpPr>
          <p:spPr>
            <a:xfrm>
              <a:off x="66548" y="66548"/>
              <a:ext cx="510540" cy="109728"/>
            </a:xfrm>
            <a:custGeom>
              <a:rect b="b" l="l" r="r" t="t"/>
              <a:pathLst>
                <a:path extrusionOk="0" h="109728" w="510540">
                  <a:moveTo>
                    <a:pt x="0" y="0"/>
                  </a:moveTo>
                  <a:lnTo>
                    <a:pt x="510540" y="0"/>
                  </a:lnTo>
                  <a:lnTo>
                    <a:pt x="5105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3" name="Google Shape;553;p29"/>
            <p:cNvSpPr/>
            <p:nvPr/>
          </p:nvSpPr>
          <p:spPr>
            <a:xfrm>
              <a:off x="63500" y="63500"/>
              <a:ext cx="516636" cy="222504"/>
            </a:xfrm>
            <a:custGeom>
              <a:rect b="b" l="l" r="r" t="t"/>
              <a:pathLst>
                <a:path extrusionOk="0" h="222504" w="516636">
                  <a:moveTo>
                    <a:pt x="0" y="3048"/>
                  </a:moveTo>
                  <a:cubicBezTo>
                    <a:pt x="0" y="1524"/>
                    <a:pt x="1524" y="0"/>
                    <a:pt x="3048" y="0"/>
                  </a:cubicBezTo>
                  <a:lnTo>
                    <a:pt x="513588" y="0"/>
                  </a:lnTo>
                  <a:cubicBezTo>
                    <a:pt x="515112" y="0"/>
                    <a:pt x="516636" y="1524"/>
                    <a:pt x="516636" y="3048"/>
                  </a:cubicBezTo>
                  <a:lnTo>
                    <a:pt x="516636" y="112776"/>
                  </a:lnTo>
                  <a:cubicBezTo>
                    <a:pt x="516636" y="114300"/>
                    <a:pt x="515112" y="115824"/>
                    <a:pt x="513588" y="115824"/>
                  </a:cubicBezTo>
                  <a:lnTo>
                    <a:pt x="3048" y="115824"/>
                  </a:lnTo>
                  <a:cubicBezTo>
                    <a:pt x="1524" y="115824"/>
                    <a:pt x="0" y="114300"/>
                    <a:pt x="0" y="112776"/>
                  </a:cubicBezTo>
                  <a:close/>
                  <a:moveTo>
                    <a:pt x="4572" y="222504"/>
                  </a:moveTo>
                  <a:lnTo>
                    <a:pt x="3048" y="220980"/>
                  </a:lnTo>
                  <a:lnTo>
                    <a:pt x="513588" y="220980"/>
                  </a:lnTo>
                  <a:lnTo>
                    <a:pt x="510540" y="222504"/>
                  </a:lnTo>
                  <a:lnTo>
                    <a:pt x="510540" y="3048"/>
                  </a:lnTo>
                  <a:lnTo>
                    <a:pt x="513588" y="6096"/>
                  </a:lnTo>
                  <a:lnTo>
                    <a:pt x="3048" y="6096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29"/>
          <p:cNvGrpSpPr/>
          <p:nvPr/>
        </p:nvGrpSpPr>
        <p:grpSpPr>
          <a:xfrm>
            <a:off x="4265835" y="720498"/>
            <a:ext cx="199111" cy="78311"/>
            <a:chOff x="63500" y="63500"/>
            <a:chExt cx="364236" cy="143256"/>
          </a:xfrm>
        </p:grpSpPr>
        <p:sp>
          <p:nvSpPr>
            <p:cNvPr id="555" name="Google Shape;555;p29"/>
            <p:cNvSpPr/>
            <p:nvPr/>
          </p:nvSpPr>
          <p:spPr>
            <a:xfrm>
              <a:off x="69596" y="69596"/>
              <a:ext cx="352044" cy="131064"/>
            </a:xfrm>
            <a:custGeom>
              <a:rect b="b" l="l" r="r" t="t"/>
              <a:pathLst>
                <a:path extrusionOk="0" h="131064" w="352044">
                  <a:moveTo>
                    <a:pt x="0" y="0"/>
                  </a:moveTo>
                  <a:lnTo>
                    <a:pt x="352044" y="0"/>
                  </a:lnTo>
                  <a:lnTo>
                    <a:pt x="352044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6" name="Google Shape;556;p29"/>
            <p:cNvSpPr/>
            <p:nvPr/>
          </p:nvSpPr>
          <p:spPr>
            <a:xfrm>
              <a:off x="63500" y="63500"/>
              <a:ext cx="364236" cy="143256"/>
            </a:xfrm>
            <a:custGeom>
              <a:rect b="b" l="l" r="r" t="t"/>
              <a:pathLst>
                <a:path extrusionOk="0" h="143256" w="364236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358140" y="0"/>
                  </a:lnTo>
                  <a:cubicBezTo>
                    <a:pt x="361188" y="0"/>
                    <a:pt x="364236" y="3048"/>
                    <a:pt x="364236" y="6096"/>
                  </a:cubicBezTo>
                  <a:lnTo>
                    <a:pt x="364236" y="137160"/>
                  </a:lnTo>
                  <a:cubicBezTo>
                    <a:pt x="364236" y="140208"/>
                    <a:pt x="361188" y="143256"/>
                    <a:pt x="358140" y="143256"/>
                  </a:cubicBezTo>
                  <a:lnTo>
                    <a:pt x="6096" y="143256"/>
                  </a:lnTo>
                  <a:cubicBezTo>
                    <a:pt x="3048" y="143256"/>
                    <a:pt x="0" y="140208"/>
                    <a:pt x="0" y="137160"/>
                  </a:cubicBezTo>
                  <a:close/>
                  <a:moveTo>
                    <a:pt x="10668" y="137160"/>
                  </a:moveTo>
                  <a:lnTo>
                    <a:pt x="6096" y="132588"/>
                  </a:lnTo>
                  <a:lnTo>
                    <a:pt x="358140" y="132588"/>
                  </a:lnTo>
                  <a:lnTo>
                    <a:pt x="352044" y="137160"/>
                  </a:lnTo>
                  <a:lnTo>
                    <a:pt x="352044" y="6096"/>
                  </a:lnTo>
                  <a:lnTo>
                    <a:pt x="358140" y="12192"/>
                  </a:lnTo>
                  <a:lnTo>
                    <a:pt x="6096" y="12192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9"/>
          <p:cNvGrpSpPr/>
          <p:nvPr/>
        </p:nvGrpSpPr>
        <p:grpSpPr>
          <a:xfrm>
            <a:off x="4789858" y="718832"/>
            <a:ext cx="199111" cy="78311"/>
            <a:chOff x="63500" y="63500"/>
            <a:chExt cx="364236" cy="143256"/>
          </a:xfrm>
        </p:grpSpPr>
        <p:sp>
          <p:nvSpPr>
            <p:cNvPr id="558" name="Google Shape;558;p29"/>
            <p:cNvSpPr/>
            <p:nvPr/>
          </p:nvSpPr>
          <p:spPr>
            <a:xfrm>
              <a:off x="69596" y="68072"/>
              <a:ext cx="353568" cy="132588"/>
            </a:xfrm>
            <a:custGeom>
              <a:rect b="b" l="l" r="r" t="t"/>
              <a:pathLst>
                <a:path extrusionOk="0" h="132588" w="353568">
                  <a:moveTo>
                    <a:pt x="0" y="0"/>
                  </a:moveTo>
                  <a:lnTo>
                    <a:pt x="353568" y="0"/>
                  </a:lnTo>
                  <a:lnTo>
                    <a:pt x="353568" y="132588"/>
                  </a:lnTo>
                  <a:lnTo>
                    <a:pt x="0" y="1325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9" name="Google Shape;559;p29"/>
            <p:cNvSpPr/>
            <p:nvPr/>
          </p:nvSpPr>
          <p:spPr>
            <a:xfrm>
              <a:off x="63500" y="63500"/>
              <a:ext cx="364236" cy="143256"/>
            </a:xfrm>
            <a:custGeom>
              <a:rect b="b" l="l" r="r" t="t"/>
              <a:pathLst>
                <a:path extrusionOk="0" h="143256" w="36423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59664" y="0"/>
                  </a:lnTo>
                  <a:cubicBezTo>
                    <a:pt x="362712" y="0"/>
                    <a:pt x="364236" y="1524"/>
                    <a:pt x="364236" y="4572"/>
                  </a:cubicBezTo>
                  <a:lnTo>
                    <a:pt x="364236" y="137160"/>
                  </a:lnTo>
                  <a:cubicBezTo>
                    <a:pt x="364236" y="140208"/>
                    <a:pt x="362712" y="143256"/>
                    <a:pt x="359664" y="143256"/>
                  </a:cubicBezTo>
                  <a:lnTo>
                    <a:pt x="6096" y="143256"/>
                  </a:lnTo>
                  <a:cubicBezTo>
                    <a:pt x="3048" y="143256"/>
                    <a:pt x="0" y="140208"/>
                    <a:pt x="0" y="137160"/>
                  </a:cubicBezTo>
                  <a:close/>
                  <a:moveTo>
                    <a:pt x="12192" y="137160"/>
                  </a:moveTo>
                  <a:lnTo>
                    <a:pt x="6096" y="131064"/>
                  </a:lnTo>
                  <a:lnTo>
                    <a:pt x="359664" y="131064"/>
                  </a:lnTo>
                  <a:lnTo>
                    <a:pt x="353568" y="137160"/>
                  </a:lnTo>
                  <a:lnTo>
                    <a:pt x="353568" y="4572"/>
                  </a:lnTo>
                  <a:lnTo>
                    <a:pt x="359664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29"/>
          <p:cNvSpPr/>
          <p:nvPr/>
        </p:nvSpPr>
        <p:spPr>
          <a:xfrm>
            <a:off x="3370248" y="839635"/>
            <a:ext cx="2513479" cy="284922"/>
          </a:xfrm>
          <a:custGeom>
            <a:rect b="b" l="l" r="r" t="t"/>
            <a:pathLst>
              <a:path extrusionOk="0" h="694944" w="6130544">
                <a:moveTo>
                  <a:pt x="0" y="0"/>
                </a:moveTo>
                <a:lnTo>
                  <a:pt x="6130544" y="0"/>
                </a:lnTo>
                <a:lnTo>
                  <a:pt x="6130544" y="694944"/>
                </a:lnTo>
                <a:lnTo>
                  <a:pt x="0" y="694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1" name="Google Shape;561;p29"/>
          <p:cNvGrpSpPr/>
          <p:nvPr/>
        </p:nvGrpSpPr>
        <p:grpSpPr>
          <a:xfrm>
            <a:off x="2283877" y="879621"/>
            <a:ext cx="443211" cy="126630"/>
            <a:chOff x="63500" y="63500"/>
            <a:chExt cx="810768" cy="231648"/>
          </a:xfrm>
        </p:grpSpPr>
        <p:sp>
          <p:nvSpPr>
            <p:cNvPr id="562" name="Google Shape;562;p29"/>
            <p:cNvSpPr/>
            <p:nvPr/>
          </p:nvSpPr>
          <p:spPr>
            <a:xfrm>
              <a:off x="66548" y="66548"/>
              <a:ext cx="804672" cy="114300"/>
            </a:xfrm>
            <a:custGeom>
              <a:rect b="b" l="l" r="r" t="t"/>
              <a:pathLst>
                <a:path extrusionOk="0" h="114300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3" name="Google Shape;563;p29"/>
            <p:cNvSpPr/>
            <p:nvPr/>
          </p:nvSpPr>
          <p:spPr>
            <a:xfrm>
              <a:off x="63500" y="63500"/>
              <a:ext cx="810768" cy="231648"/>
            </a:xfrm>
            <a:custGeom>
              <a:rect b="b" l="l" r="r" t="t"/>
              <a:pathLst>
                <a:path extrusionOk="0" h="231648" w="810768">
                  <a:moveTo>
                    <a:pt x="0" y="3048"/>
                  </a:moveTo>
                  <a:cubicBezTo>
                    <a:pt x="0" y="1524"/>
                    <a:pt x="1524" y="0"/>
                    <a:pt x="3048" y="0"/>
                  </a:cubicBezTo>
                  <a:lnTo>
                    <a:pt x="807720" y="0"/>
                  </a:lnTo>
                  <a:cubicBezTo>
                    <a:pt x="809244" y="0"/>
                    <a:pt x="810768" y="1524"/>
                    <a:pt x="810768" y="3048"/>
                  </a:cubicBezTo>
                  <a:lnTo>
                    <a:pt x="810768" y="117348"/>
                  </a:lnTo>
                  <a:cubicBezTo>
                    <a:pt x="810768" y="118872"/>
                    <a:pt x="809244" y="120396"/>
                    <a:pt x="807720" y="120396"/>
                  </a:cubicBezTo>
                  <a:lnTo>
                    <a:pt x="3048" y="120396"/>
                  </a:lnTo>
                  <a:cubicBezTo>
                    <a:pt x="1524" y="120396"/>
                    <a:pt x="0" y="118872"/>
                    <a:pt x="0" y="117348"/>
                  </a:cubicBezTo>
                  <a:close/>
                  <a:moveTo>
                    <a:pt x="6096" y="231648"/>
                  </a:moveTo>
                  <a:lnTo>
                    <a:pt x="3048" y="114300"/>
                  </a:lnTo>
                  <a:lnTo>
                    <a:pt x="807720" y="114300"/>
                  </a:lnTo>
                  <a:lnTo>
                    <a:pt x="804672" y="117348"/>
                  </a:lnTo>
                  <a:lnTo>
                    <a:pt x="804672" y="3048"/>
                  </a:lnTo>
                  <a:lnTo>
                    <a:pt x="807720" y="6096"/>
                  </a:lnTo>
                  <a:lnTo>
                    <a:pt x="3048" y="6096"/>
                  </a:lnTo>
                  <a:lnTo>
                    <a:pt x="6096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4" name="Google Shape;564;p29"/>
          <p:cNvGrpSpPr/>
          <p:nvPr/>
        </p:nvGrpSpPr>
        <p:grpSpPr>
          <a:xfrm>
            <a:off x="4488274" y="1091230"/>
            <a:ext cx="294918" cy="121632"/>
            <a:chOff x="63500" y="63500"/>
            <a:chExt cx="539496" cy="222504"/>
          </a:xfrm>
        </p:grpSpPr>
        <p:sp>
          <p:nvSpPr>
            <p:cNvPr id="565" name="Google Shape;565;p29"/>
            <p:cNvSpPr/>
            <p:nvPr/>
          </p:nvSpPr>
          <p:spPr>
            <a:xfrm>
              <a:off x="66548" y="66548"/>
              <a:ext cx="533400" cy="109728"/>
            </a:xfrm>
            <a:custGeom>
              <a:rect b="b" l="l" r="r" t="t"/>
              <a:pathLst>
                <a:path extrusionOk="0" h="109728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6" name="Google Shape;566;p29"/>
            <p:cNvSpPr/>
            <p:nvPr/>
          </p:nvSpPr>
          <p:spPr>
            <a:xfrm>
              <a:off x="63500" y="63500"/>
              <a:ext cx="539496" cy="222504"/>
            </a:xfrm>
            <a:custGeom>
              <a:rect b="b" l="l" r="r" t="t"/>
              <a:pathLst>
                <a:path extrusionOk="0" h="222504" w="539496">
                  <a:moveTo>
                    <a:pt x="0" y="3048"/>
                  </a:moveTo>
                  <a:cubicBezTo>
                    <a:pt x="0" y="1524"/>
                    <a:pt x="1524" y="0"/>
                    <a:pt x="3048" y="0"/>
                  </a:cubicBezTo>
                  <a:lnTo>
                    <a:pt x="536448" y="0"/>
                  </a:lnTo>
                  <a:cubicBezTo>
                    <a:pt x="537972" y="0"/>
                    <a:pt x="539496" y="1524"/>
                    <a:pt x="539496" y="3048"/>
                  </a:cubicBezTo>
                  <a:lnTo>
                    <a:pt x="539496" y="112776"/>
                  </a:lnTo>
                  <a:cubicBezTo>
                    <a:pt x="539496" y="114300"/>
                    <a:pt x="537972" y="115824"/>
                    <a:pt x="536448" y="115824"/>
                  </a:cubicBezTo>
                  <a:lnTo>
                    <a:pt x="3048" y="115824"/>
                  </a:lnTo>
                  <a:cubicBezTo>
                    <a:pt x="1524" y="115824"/>
                    <a:pt x="0" y="114300"/>
                    <a:pt x="0" y="112776"/>
                  </a:cubicBezTo>
                  <a:close/>
                  <a:moveTo>
                    <a:pt x="6096" y="222504"/>
                  </a:moveTo>
                  <a:lnTo>
                    <a:pt x="3048" y="219456"/>
                  </a:lnTo>
                  <a:lnTo>
                    <a:pt x="536448" y="219456"/>
                  </a:lnTo>
                  <a:lnTo>
                    <a:pt x="533400" y="222504"/>
                  </a:lnTo>
                  <a:lnTo>
                    <a:pt x="533400" y="3048"/>
                  </a:lnTo>
                  <a:lnTo>
                    <a:pt x="536448" y="6096"/>
                  </a:lnTo>
                  <a:lnTo>
                    <a:pt x="3048" y="6096"/>
                  </a:lnTo>
                  <a:lnTo>
                    <a:pt x="6096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7" name="Google Shape;567;p29"/>
          <p:cNvSpPr/>
          <p:nvPr/>
        </p:nvSpPr>
        <p:spPr>
          <a:xfrm>
            <a:off x="2063106" y="693841"/>
            <a:ext cx="871428" cy="219107"/>
          </a:xfrm>
          <a:custGeom>
            <a:rect b="b" l="l" r="r" t="t"/>
            <a:pathLst>
              <a:path extrusionOk="0" h="534416" w="2125472">
                <a:moveTo>
                  <a:pt x="0" y="0"/>
                </a:moveTo>
                <a:lnTo>
                  <a:pt x="2125472" y="0"/>
                </a:lnTo>
                <a:lnTo>
                  <a:pt x="2125472" y="534416"/>
                </a:lnTo>
                <a:lnTo>
                  <a:pt x="0" y="53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8" name="Google Shape;568;p29"/>
          <p:cNvGrpSpPr/>
          <p:nvPr/>
        </p:nvGrpSpPr>
        <p:grpSpPr>
          <a:xfrm>
            <a:off x="6587699" y="740493"/>
            <a:ext cx="106636" cy="167453"/>
            <a:chOff x="63500" y="63500"/>
            <a:chExt cx="195072" cy="306324"/>
          </a:xfrm>
        </p:grpSpPr>
        <p:sp>
          <p:nvSpPr>
            <p:cNvPr id="569" name="Google Shape;569;p29"/>
            <p:cNvSpPr/>
            <p:nvPr/>
          </p:nvSpPr>
          <p:spPr>
            <a:xfrm>
              <a:off x="68072" y="68072"/>
              <a:ext cx="185928" cy="150876"/>
            </a:xfrm>
            <a:custGeom>
              <a:rect b="b" l="l" r="r" t="t"/>
              <a:pathLst>
                <a:path extrusionOk="0" h="150876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50876"/>
                  </a:lnTo>
                  <a:lnTo>
                    <a:pt x="0" y="150876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570" name="Google Shape;570;p29"/>
            <p:cNvSpPr/>
            <p:nvPr/>
          </p:nvSpPr>
          <p:spPr>
            <a:xfrm>
              <a:off x="63500" y="63500"/>
              <a:ext cx="195072" cy="306324"/>
            </a:xfrm>
            <a:custGeom>
              <a:rect b="b" l="l" r="r" t="t"/>
              <a:pathLst>
                <a:path extrusionOk="0" h="306324" w="195072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5072" y="1524"/>
                    <a:pt x="195072" y="4572"/>
                  </a:cubicBezTo>
                  <a:lnTo>
                    <a:pt x="195072" y="155448"/>
                  </a:lnTo>
                  <a:cubicBezTo>
                    <a:pt x="195072" y="158496"/>
                    <a:pt x="193548" y="160020"/>
                    <a:pt x="190500" y="160020"/>
                  </a:cubicBezTo>
                  <a:lnTo>
                    <a:pt x="4572" y="160020"/>
                  </a:lnTo>
                  <a:cubicBezTo>
                    <a:pt x="1524" y="160020"/>
                    <a:pt x="0" y="158496"/>
                    <a:pt x="0" y="155448"/>
                  </a:cubicBezTo>
                  <a:close/>
                  <a:moveTo>
                    <a:pt x="10668" y="306324"/>
                  </a:moveTo>
                  <a:lnTo>
                    <a:pt x="4572" y="300228"/>
                  </a:lnTo>
                  <a:lnTo>
                    <a:pt x="190500" y="300228"/>
                  </a:lnTo>
                  <a:lnTo>
                    <a:pt x="184404" y="306324"/>
                  </a:lnTo>
                  <a:lnTo>
                    <a:pt x="184404" y="4572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29"/>
          <p:cNvSpPr/>
          <p:nvPr/>
        </p:nvSpPr>
        <p:spPr>
          <a:xfrm>
            <a:off x="6621026" y="639690"/>
            <a:ext cx="34990" cy="407389"/>
          </a:xfrm>
          <a:custGeom>
            <a:rect b="b" l="l" r="r" t="t"/>
            <a:pathLst>
              <a:path extrusionOk="0" h="993648" w="85344">
                <a:moveTo>
                  <a:pt x="0" y="0"/>
                </a:moveTo>
                <a:lnTo>
                  <a:pt x="85344" y="0"/>
                </a:lnTo>
                <a:lnTo>
                  <a:pt x="85344" y="993648"/>
                </a:lnTo>
                <a:lnTo>
                  <a:pt x="0" y="993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2" name="Google Shape;572;p29"/>
          <p:cNvSpPr/>
          <p:nvPr/>
        </p:nvSpPr>
        <p:spPr>
          <a:xfrm>
            <a:off x="6621026" y="1127889"/>
            <a:ext cx="34990" cy="234935"/>
          </a:xfrm>
          <a:custGeom>
            <a:rect b="b" l="l" r="r" t="t"/>
            <a:pathLst>
              <a:path extrusionOk="0" h="573024" w="85344">
                <a:moveTo>
                  <a:pt x="0" y="0"/>
                </a:moveTo>
                <a:lnTo>
                  <a:pt x="85344" y="0"/>
                </a:lnTo>
                <a:lnTo>
                  <a:pt x="85344" y="573024"/>
                </a:lnTo>
                <a:lnTo>
                  <a:pt x="0" y="573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3" name="Google Shape;573;p29"/>
          <p:cNvSpPr/>
          <p:nvPr/>
        </p:nvSpPr>
        <p:spPr>
          <a:xfrm>
            <a:off x="6621026" y="1391151"/>
            <a:ext cx="34990" cy="121633"/>
          </a:xfrm>
          <a:custGeom>
            <a:rect b="b" l="l" r="r" t="t"/>
            <a:pathLst>
              <a:path extrusionOk="0" h="296672" w="85344">
                <a:moveTo>
                  <a:pt x="0" y="0"/>
                </a:moveTo>
                <a:lnTo>
                  <a:pt x="85344" y="0"/>
                </a:lnTo>
                <a:lnTo>
                  <a:pt x="85344" y="296672"/>
                </a:lnTo>
                <a:lnTo>
                  <a:pt x="0" y="296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74" name="Google Shape;574;p29"/>
          <p:cNvGrpSpPr/>
          <p:nvPr/>
        </p:nvGrpSpPr>
        <p:grpSpPr>
          <a:xfrm>
            <a:off x="6585200" y="1335330"/>
            <a:ext cx="106636" cy="89974"/>
            <a:chOff x="63500" y="63500"/>
            <a:chExt cx="195072" cy="164592"/>
          </a:xfrm>
        </p:grpSpPr>
        <p:sp>
          <p:nvSpPr>
            <p:cNvPr id="575" name="Google Shape;575;p29"/>
            <p:cNvSpPr/>
            <p:nvPr/>
          </p:nvSpPr>
          <p:spPr>
            <a:xfrm>
              <a:off x="69596" y="69596"/>
              <a:ext cx="184404" cy="153924"/>
            </a:xfrm>
            <a:custGeom>
              <a:rect b="b" l="l" r="r" t="t"/>
              <a:pathLst>
                <a:path extrusionOk="0" h="153924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576" name="Google Shape;576;p29"/>
            <p:cNvSpPr/>
            <p:nvPr/>
          </p:nvSpPr>
          <p:spPr>
            <a:xfrm>
              <a:off x="63500" y="63500"/>
              <a:ext cx="195072" cy="164592"/>
            </a:xfrm>
            <a:custGeom>
              <a:rect b="b" l="l" r="r" t="t"/>
              <a:pathLst>
                <a:path extrusionOk="0" h="164592" w="195072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5072" y="3048"/>
                    <a:pt x="195072" y="6096"/>
                  </a:cubicBezTo>
                  <a:lnTo>
                    <a:pt x="195072" y="160020"/>
                  </a:lnTo>
                  <a:cubicBezTo>
                    <a:pt x="195072" y="163068"/>
                    <a:pt x="193548" y="164592"/>
                    <a:pt x="190500" y="164592"/>
                  </a:cubicBezTo>
                  <a:lnTo>
                    <a:pt x="6096" y="164592"/>
                  </a:lnTo>
                  <a:cubicBezTo>
                    <a:pt x="3048" y="164592"/>
                    <a:pt x="0" y="163068"/>
                    <a:pt x="0" y="160020"/>
                  </a:cubicBezTo>
                  <a:close/>
                  <a:moveTo>
                    <a:pt x="10668" y="160020"/>
                  </a:moveTo>
                  <a:lnTo>
                    <a:pt x="6096" y="153924"/>
                  </a:lnTo>
                  <a:lnTo>
                    <a:pt x="190500" y="153924"/>
                  </a:lnTo>
                  <a:lnTo>
                    <a:pt x="184404" y="160020"/>
                  </a:lnTo>
                  <a:lnTo>
                    <a:pt x="184404" y="6096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77216" y="80264"/>
              <a:ext cx="167640" cy="131064"/>
            </a:xfrm>
            <a:custGeom>
              <a:rect b="b" l="l" r="r" t="t"/>
              <a:pathLst>
                <a:path extrusionOk="0" h="131064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578" name="Google Shape;578;p29"/>
            <p:cNvSpPr/>
            <p:nvPr/>
          </p:nvSpPr>
          <p:spPr>
            <a:xfrm>
              <a:off x="75692" y="78740"/>
              <a:ext cx="172212" cy="134112"/>
            </a:xfrm>
            <a:custGeom>
              <a:rect b="b" l="l" r="r" t="t"/>
              <a:pathLst>
                <a:path extrusionOk="0" h="134112" w="172212">
                  <a:moveTo>
                    <a:pt x="0" y="1524"/>
                  </a:moveTo>
                  <a:cubicBezTo>
                    <a:pt x="0" y="1524"/>
                    <a:pt x="0" y="0"/>
                    <a:pt x="1524" y="0"/>
                  </a:cubicBezTo>
                  <a:lnTo>
                    <a:pt x="169164" y="0"/>
                  </a:lnTo>
                  <a:cubicBezTo>
                    <a:pt x="170688" y="0"/>
                    <a:pt x="172212" y="1524"/>
                    <a:pt x="172212" y="1524"/>
                  </a:cubicBezTo>
                  <a:lnTo>
                    <a:pt x="172212" y="132588"/>
                  </a:lnTo>
                  <a:cubicBezTo>
                    <a:pt x="172212" y="134112"/>
                    <a:pt x="170688" y="134112"/>
                    <a:pt x="169164" y="134112"/>
                  </a:cubicBezTo>
                  <a:lnTo>
                    <a:pt x="1524" y="134112"/>
                  </a:lnTo>
                  <a:cubicBezTo>
                    <a:pt x="0" y="134112"/>
                    <a:pt x="0" y="134112"/>
                    <a:pt x="0" y="132588"/>
                  </a:cubicBezTo>
                  <a:close/>
                  <a:moveTo>
                    <a:pt x="3048" y="132588"/>
                  </a:moveTo>
                  <a:lnTo>
                    <a:pt x="1524" y="131064"/>
                  </a:lnTo>
                  <a:lnTo>
                    <a:pt x="169164" y="131064"/>
                  </a:lnTo>
                  <a:lnTo>
                    <a:pt x="167640" y="132588"/>
                  </a:lnTo>
                  <a:lnTo>
                    <a:pt x="167640" y="1524"/>
                  </a:lnTo>
                  <a:lnTo>
                    <a:pt x="169164" y="4572"/>
                  </a:lnTo>
                  <a:lnTo>
                    <a:pt x="1524" y="4572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29"/>
          <p:cNvGrpSpPr/>
          <p:nvPr/>
        </p:nvGrpSpPr>
        <p:grpSpPr>
          <a:xfrm>
            <a:off x="6604361" y="1024582"/>
            <a:ext cx="69147" cy="116634"/>
            <a:chOff x="63500" y="63500"/>
            <a:chExt cx="126492" cy="213360"/>
          </a:xfrm>
        </p:grpSpPr>
        <p:sp>
          <p:nvSpPr>
            <p:cNvPr id="580" name="Google Shape;580;p29"/>
            <p:cNvSpPr/>
            <p:nvPr/>
          </p:nvSpPr>
          <p:spPr>
            <a:xfrm>
              <a:off x="63500" y="63500"/>
              <a:ext cx="126492" cy="134112"/>
            </a:xfrm>
            <a:custGeom>
              <a:rect b="b" l="l" r="r" t="t"/>
              <a:pathLst>
                <a:path extrusionOk="0" h="134112" w="126492">
                  <a:moveTo>
                    <a:pt x="0" y="67056"/>
                  </a:moveTo>
                  <a:lnTo>
                    <a:pt x="0" y="60960"/>
                  </a:lnTo>
                  <a:lnTo>
                    <a:pt x="0" y="54864"/>
                  </a:lnTo>
                  <a:cubicBezTo>
                    <a:pt x="0" y="53340"/>
                    <a:pt x="0" y="53340"/>
                    <a:pt x="0" y="53340"/>
                  </a:cubicBezTo>
                  <a:lnTo>
                    <a:pt x="4572" y="42672"/>
                  </a:lnTo>
                  <a:cubicBezTo>
                    <a:pt x="4572" y="41148"/>
                    <a:pt x="4572" y="41148"/>
                    <a:pt x="4572" y="41148"/>
                  </a:cubicBezTo>
                  <a:lnTo>
                    <a:pt x="9144" y="30480"/>
                  </a:lnTo>
                  <a:cubicBezTo>
                    <a:pt x="10668" y="30480"/>
                    <a:pt x="10668" y="30480"/>
                    <a:pt x="10668" y="30480"/>
                  </a:cubicBezTo>
                  <a:lnTo>
                    <a:pt x="16764" y="21336"/>
                  </a:lnTo>
                  <a:cubicBezTo>
                    <a:pt x="18288" y="19812"/>
                    <a:pt x="18288" y="19812"/>
                    <a:pt x="18288" y="19812"/>
                  </a:cubicBezTo>
                  <a:lnTo>
                    <a:pt x="27432" y="12192"/>
                  </a:lnTo>
                  <a:lnTo>
                    <a:pt x="38100" y="6096"/>
                  </a:lnTo>
                  <a:lnTo>
                    <a:pt x="44196" y="3048"/>
                  </a:lnTo>
                  <a:lnTo>
                    <a:pt x="50292" y="1524"/>
                  </a:lnTo>
                  <a:lnTo>
                    <a:pt x="56388" y="1524"/>
                  </a:lnTo>
                  <a:lnTo>
                    <a:pt x="62484" y="0"/>
                  </a:lnTo>
                  <a:lnTo>
                    <a:pt x="68580" y="1524"/>
                  </a:lnTo>
                  <a:lnTo>
                    <a:pt x="74676" y="1524"/>
                  </a:lnTo>
                  <a:lnTo>
                    <a:pt x="80772" y="3048"/>
                  </a:lnTo>
                  <a:lnTo>
                    <a:pt x="86868" y="6096"/>
                  </a:lnTo>
                  <a:cubicBezTo>
                    <a:pt x="86868" y="6096"/>
                    <a:pt x="88392" y="6096"/>
                    <a:pt x="88392" y="6096"/>
                  </a:cubicBezTo>
                  <a:lnTo>
                    <a:pt x="97536" y="12192"/>
                  </a:lnTo>
                  <a:cubicBezTo>
                    <a:pt x="99060" y="12192"/>
                    <a:pt x="99060" y="12192"/>
                    <a:pt x="99060" y="12192"/>
                  </a:cubicBezTo>
                  <a:lnTo>
                    <a:pt x="108204" y="19812"/>
                  </a:lnTo>
                  <a:cubicBezTo>
                    <a:pt x="108204" y="19812"/>
                    <a:pt x="108204" y="19812"/>
                    <a:pt x="108204" y="21336"/>
                  </a:cubicBezTo>
                  <a:lnTo>
                    <a:pt x="115824" y="28956"/>
                  </a:lnTo>
                  <a:cubicBezTo>
                    <a:pt x="115824" y="30480"/>
                    <a:pt x="115824" y="30480"/>
                    <a:pt x="115824" y="30480"/>
                  </a:cubicBezTo>
                  <a:lnTo>
                    <a:pt x="121920" y="41148"/>
                  </a:lnTo>
                  <a:cubicBezTo>
                    <a:pt x="121920" y="41148"/>
                    <a:pt x="121920" y="41148"/>
                    <a:pt x="121920" y="42672"/>
                  </a:cubicBezTo>
                  <a:lnTo>
                    <a:pt x="124968" y="53340"/>
                  </a:lnTo>
                  <a:cubicBezTo>
                    <a:pt x="124968" y="53340"/>
                    <a:pt x="124968" y="53340"/>
                    <a:pt x="124968" y="54864"/>
                  </a:cubicBezTo>
                  <a:lnTo>
                    <a:pt x="126492" y="60960"/>
                  </a:lnTo>
                  <a:lnTo>
                    <a:pt x="126492" y="67056"/>
                  </a:lnTo>
                  <a:lnTo>
                    <a:pt x="126492" y="73152"/>
                  </a:lnTo>
                  <a:lnTo>
                    <a:pt x="124968" y="80772"/>
                  </a:lnTo>
                  <a:lnTo>
                    <a:pt x="121920" y="92964"/>
                  </a:lnTo>
                  <a:lnTo>
                    <a:pt x="115824" y="103632"/>
                  </a:lnTo>
                  <a:cubicBezTo>
                    <a:pt x="115824" y="103632"/>
                    <a:pt x="115824" y="105156"/>
                    <a:pt x="115824" y="105156"/>
                  </a:cubicBezTo>
                  <a:lnTo>
                    <a:pt x="108204" y="114300"/>
                  </a:lnTo>
                  <a:lnTo>
                    <a:pt x="99060" y="121920"/>
                  </a:lnTo>
                  <a:cubicBezTo>
                    <a:pt x="99060" y="121920"/>
                    <a:pt x="99060" y="121920"/>
                    <a:pt x="97536" y="123444"/>
                  </a:cubicBezTo>
                  <a:lnTo>
                    <a:pt x="88392" y="128016"/>
                  </a:lnTo>
                  <a:cubicBezTo>
                    <a:pt x="88392" y="128016"/>
                    <a:pt x="86868" y="128016"/>
                    <a:pt x="86868" y="128016"/>
                  </a:cubicBezTo>
                  <a:lnTo>
                    <a:pt x="82296" y="131064"/>
                  </a:lnTo>
                  <a:lnTo>
                    <a:pt x="76200" y="132588"/>
                  </a:lnTo>
                  <a:lnTo>
                    <a:pt x="70104" y="134112"/>
                  </a:lnTo>
                  <a:lnTo>
                    <a:pt x="62484" y="134112"/>
                  </a:lnTo>
                  <a:lnTo>
                    <a:pt x="56388" y="134112"/>
                  </a:lnTo>
                  <a:lnTo>
                    <a:pt x="50292" y="132588"/>
                  </a:lnTo>
                  <a:lnTo>
                    <a:pt x="44196" y="131064"/>
                  </a:lnTo>
                  <a:lnTo>
                    <a:pt x="38100" y="128016"/>
                  </a:lnTo>
                  <a:lnTo>
                    <a:pt x="27432" y="123444"/>
                  </a:lnTo>
                  <a:cubicBezTo>
                    <a:pt x="27432" y="121920"/>
                    <a:pt x="27432" y="121920"/>
                    <a:pt x="27432" y="121920"/>
                  </a:cubicBezTo>
                  <a:lnTo>
                    <a:pt x="18288" y="114300"/>
                  </a:lnTo>
                  <a:cubicBezTo>
                    <a:pt x="18288" y="114300"/>
                    <a:pt x="18288" y="114300"/>
                    <a:pt x="16764" y="114300"/>
                  </a:cubicBezTo>
                  <a:lnTo>
                    <a:pt x="10668" y="105156"/>
                  </a:lnTo>
                  <a:cubicBezTo>
                    <a:pt x="10668" y="105156"/>
                    <a:pt x="10668" y="103632"/>
                    <a:pt x="9144" y="103632"/>
                  </a:cubicBezTo>
                  <a:lnTo>
                    <a:pt x="4572" y="92964"/>
                  </a:lnTo>
                  <a:lnTo>
                    <a:pt x="0" y="80772"/>
                  </a:lnTo>
                  <a:lnTo>
                    <a:pt x="0" y="74676"/>
                  </a:lnTo>
                  <a:close/>
                  <a:moveTo>
                    <a:pt x="10668" y="80772"/>
                  </a:moveTo>
                  <a:lnTo>
                    <a:pt x="10668" y="86868"/>
                  </a:lnTo>
                  <a:lnTo>
                    <a:pt x="10668" y="85344"/>
                  </a:lnTo>
                  <a:lnTo>
                    <a:pt x="15240" y="97536"/>
                  </a:lnTo>
                  <a:lnTo>
                    <a:pt x="13716" y="96012"/>
                  </a:lnTo>
                  <a:lnTo>
                    <a:pt x="19812" y="106680"/>
                  </a:lnTo>
                  <a:lnTo>
                    <a:pt x="18288" y="105156"/>
                  </a:lnTo>
                  <a:lnTo>
                    <a:pt x="25908" y="114300"/>
                  </a:lnTo>
                  <a:lnTo>
                    <a:pt x="33528" y="121920"/>
                  </a:lnTo>
                  <a:lnTo>
                    <a:pt x="33528" y="120396"/>
                  </a:lnTo>
                  <a:lnTo>
                    <a:pt x="42672" y="126492"/>
                  </a:lnTo>
                  <a:lnTo>
                    <a:pt x="47244" y="128016"/>
                  </a:lnTo>
                  <a:lnTo>
                    <a:pt x="51816" y="129540"/>
                  </a:lnTo>
                  <a:lnTo>
                    <a:pt x="57912" y="131064"/>
                  </a:lnTo>
                  <a:lnTo>
                    <a:pt x="62484" y="131064"/>
                  </a:lnTo>
                  <a:lnTo>
                    <a:pt x="68580" y="131064"/>
                  </a:lnTo>
                  <a:lnTo>
                    <a:pt x="73152" y="129540"/>
                  </a:lnTo>
                  <a:lnTo>
                    <a:pt x="77724" y="128016"/>
                  </a:lnTo>
                  <a:lnTo>
                    <a:pt x="83820" y="126492"/>
                  </a:lnTo>
                  <a:lnTo>
                    <a:pt x="82296" y="126492"/>
                  </a:lnTo>
                  <a:lnTo>
                    <a:pt x="92964" y="120396"/>
                  </a:lnTo>
                  <a:lnTo>
                    <a:pt x="91440" y="121920"/>
                  </a:lnTo>
                  <a:lnTo>
                    <a:pt x="100584" y="114300"/>
                  </a:lnTo>
                  <a:lnTo>
                    <a:pt x="99060" y="114300"/>
                  </a:lnTo>
                  <a:lnTo>
                    <a:pt x="106680" y="105156"/>
                  </a:lnTo>
                  <a:lnTo>
                    <a:pt x="106680" y="106680"/>
                  </a:lnTo>
                  <a:lnTo>
                    <a:pt x="111252" y="96012"/>
                  </a:lnTo>
                  <a:lnTo>
                    <a:pt x="111252" y="97536"/>
                  </a:lnTo>
                  <a:lnTo>
                    <a:pt x="114300" y="85344"/>
                  </a:lnTo>
                  <a:lnTo>
                    <a:pt x="114300" y="86868"/>
                  </a:lnTo>
                  <a:lnTo>
                    <a:pt x="115824" y="80772"/>
                  </a:lnTo>
                  <a:lnTo>
                    <a:pt x="115824" y="74676"/>
                  </a:lnTo>
                  <a:lnTo>
                    <a:pt x="115824" y="70104"/>
                  </a:lnTo>
                  <a:lnTo>
                    <a:pt x="114300" y="56388"/>
                  </a:lnTo>
                  <a:lnTo>
                    <a:pt x="111252" y="45720"/>
                  </a:lnTo>
                  <a:lnTo>
                    <a:pt x="106680" y="35052"/>
                  </a:lnTo>
                  <a:lnTo>
                    <a:pt x="106680" y="36576"/>
                  </a:lnTo>
                  <a:lnTo>
                    <a:pt x="99060" y="27432"/>
                  </a:lnTo>
                  <a:lnTo>
                    <a:pt x="100584" y="27432"/>
                  </a:lnTo>
                  <a:lnTo>
                    <a:pt x="91440" y="21336"/>
                  </a:lnTo>
                  <a:lnTo>
                    <a:pt x="92964" y="21336"/>
                  </a:lnTo>
                  <a:lnTo>
                    <a:pt x="82296" y="15240"/>
                  </a:lnTo>
                  <a:lnTo>
                    <a:pt x="83820" y="16764"/>
                  </a:lnTo>
                  <a:lnTo>
                    <a:pt x="79248" y="13716"/>
                  </a:lnTo>
                  <a:lnTo>
                    <a:pt x="73152" y="12192"/>
                  </a:lnTo>
                  <a:lnTo>
                    <a:pt x="68580" y="12192"/>
                  </a:lnTo>
                  <a:lnTo>
                    <a:pt x="62484" y="12192"/>
                  </a:lnTo>
                  <a:lnTo>
                    <a:pt x="57912" y="12192"/>
                  </a:lnTo>
                  <a:lnTo>
                    <a:pt x="51816" y="12192"/>
                  </a:lnTo>
                  <a:lnTo>
                    <a:pt x="47244" y="13716"/>
                  </a:lnTo>
                  <a:lnTo>
                    <a:pt x="42672" y="16764"/>
                  </a:lnTo>
                  <a:lnTo>
                    <a:pt x="42672" y="15240"/>
                  </a:lnTo>
                  <a:lnTo>
                    <a:pt x="33528" y="21336"/>
                  </a:lnTo>
                  <a:lnTo>
                    <a:pt x="25908" y="28956"/>
                  </a:lnTo>
                  <a:lnTo>
                    <a:pt x="25908" y="27432"/>
                  </a:lnTo>
                  <a:lnTo>
                    <a:pt x="18288" y="36576"/>
                  </a:lnTo>
                  <a:lnTo>
                    <a:pt x="19812" y="35052"/>
                  </a:lnTo>
                  <a:lnTo>
                    <a:pt x="13716" y="45720"/>
                  </a:lnTo>
                  <a:lnTo>
                    <a:pt x="15240" y="45720"/>
                  </a:lnTo>
                  <a:lnTo>
                    <a:pt x="10668" y="56388"/>
                  </a:lnTo>
                  <a:lnTo>
                    <a:pt x="10668" y="60960"/>
                  </a:lnTo>
                  <a:lnTo>
                    <a:pt x="10668" y="6705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63500" y="150368"/>
              <a:ext cx="126492" cy="126492"/>
            </a:xfrm>
            <a:custGeom>
              <a:rect b="b" l="l" r="r" t="t"/>
              <a:pathLst>
                <a:path extrusionOk="0" h="126492" w="126492">
                  <a:moveTo>
                    <a:pt x="0" y="64008"/>
                  </a:moveTo>
                  <a:lnTo>
                    <a:pt x="0" y="56388"/>
                  </a:lnTo>
                  <a:lnTo>
                    <a:pt x="0" y="50292"/>
                  </a:lnTo>
                  <a:lnTo>
                    <a:pt x="4572" y="39624"/>
                  </a:lnTo>
                  <a:cubicBezTo>
                    <a:pt x="4572" y="39624"/>
                    <a:pt x="4572" y="38100"/>
                    <a:pt x="4572" y="38100"/>
                  </a:cubicBezTo>
                  <a:lnTo>
                    <a:pt x="10668" y="28956"/>
                  </a:lnTo>
                  <a:cubicBezTo>
                    <a:pt x="10668" y="28956"/>
                    <a:pt x="10668" y="27432"/>
                    <a:pt x="10668" y="27432"/>
                  </a:cubicBezTo>
                  <a:lnTo>
                    <a:pt x="18288" y="19812"/>
                  </a:lnTo>
                  <a:cubicBezTo>
                    <a:pt x="18288" y="18288"/>
                    <a:pt x="18288" y="18288"/>
                    <a:pt x="18288" y="18288"/>
                  </a:cubicBezTo>
                  <a:lnTo>
                    <a:pt x="27432" y="12192"/>
                  </a:lnTo>
                  <a:cubicBezTo>
                    <a:pt x="27432" y="10668"/>
                    <a:pt x="27432" y="10668"/>
                    <a:pt x="27432" y="10668"/>
                  </a:cubicBezTo>
                  <a:lnTo>
                    <a:pt x="38100" y="6096"/>
                  </a:lnTo>
                  <a:cubicBezTo>
                    <a:pt x="38100" y="6096"/>
                    <a:pt x="38100" y="6096"/>
                    <a:pt x="38100" y="4572"/>
                  </a:cubicBezTo>
                  <a:lnTo>
                    <a:pt x="48768" y="1524"/>
                  </a:lnTo>
                  <a:cubicBezTo>
                    <a:pt x="50292" y="1524"/>
                    <a:pt x="50292" y="1524"/>
                    <a:pt x="50292" y="1524"/>
                  </a:cubicBezTo>
                  <a:lnTo>
                    <a:pt x="56388" y="1524"/>
                  </a:lnTo>
                  <a:lnTo>
                    <a:pt x="62484" y="0"/>
                  </a:lnTo>
                  <a:lnTo>
                    <a:pt x="68580" y="1524"/>
                  </a:lnTo>
                  <a:lnTo>
                    <a:pt x="74676" y="1524"/>
                  </a:lnTo>
                  <a:cubicBezTo>
                    <a:pt x="76200" y="1524"/>
                    <a:pt x="76200" y="1524"/>
                    <a:pt x="76200" y="1524"/>
                  </a:cubicBezTo>
                  <a:lnTo>
                    <a:pt x="86868" y="4572"/>
                  </a:lnTo>
                  <a:cubicBezTo>
                    <a:pt x="86868" y="6096"/>
                    <a:pt x="88392" y="6096"/>
                    <a:pt x="88392" y="6096"/>
                  </a:cubicBezTo>
                  <a:lnTo>
                    <a:pt x="97536" y="10668"/>
                  </a:lnTo>
                  <a:cubicBezTo>
                    <a:pt x="97536" y="10668"/>
                    <a:pt x="99060" y="10668"/>
                    <a:pt x="99060" y="12192"/>
                  </a:cubicBezTo>
                  <a:lnTo>
                    <a:pt x="106680" y="18288"/>
                  </a:lnTo>
                  <a:cubicBezTo>
                    <a:pt x="108204" y="18288"/>
                    <a:pt x="108204" y="18288"/>
                    <a:pt x="108204" y="19812"/>
                  </a:cubicBezTo>
                  <a:lnTo>
                    <a:pt x="115824" y="27432"/>
                  </a:lnTo>
                  <a:cubicBezTo>
                    <a:pt x="115824" y="27432"/>
                    <a:pt x="115824" y="28956"/>
                    <a:pt x="115824" y="28956"/>
                  </a:cubicBezTo>
                  <a:lnTo>
                    <a:pt x="120396" y="38100"/>
                  </a:lnTo>
                  <a:cubicBezTo>
                    <a:pt x="121920" y="38100"/>
                    <a:pt x="121920" y="39624"/>
                    <a:pt x="121920" y="39624"/>
                  </a:cubicBezTo>
                  <a:lnTo>
                    <a:pt x="124968" y="50292"/>
                  </a:lnTo>
                  <a:lnTo>
                    <a:pt x="126492" y="56388"/>
                  </a:lnTo>
                  <a:lnTo>
                    <a:pt x="126492" y="62484"/>
                  </a:lnTo>
                  <a:lnTo>
                    <a:pt x="126492" y="68580"/>
                  </a:lnTo>
                  <a:lnTo>
                    <a:pt x="124968" y="76200"/>
                  </a:lnTo>
                  <a:lnTo>
                    <a:pt x="121920" y="86868"/>
                  </a:lnTo>
                  <a:cubicBezTo>
                    <a:pt x="121920" y="86868"/>
                    <a:pt x="121920" y="88392"/>
                    <a:pt x="120396" y="88392"/>
                  </a:cubicBezTo>
                  <a:lnTo>
                    <a:pt x="115824" y="97536"/>
                  </a:lnTo>
                  <a:cubicBezTo>
                    <a:pt x="115824" y="97536"/>
                    <a:pt x="115824" y="99060"/>
                    <a:pt x="115824" y="99060"/>
                  </a:cubicBezTo>
                  <a:lnTo>
                    <a:pt x="108204" y="106680"/>
                  </a:lnTo>
                  <a:cubicBezTo>
                    <a:pt x="108204" y="108204"/>
                    <a:pt x="108204" y="108204"/>
                    <a:pt x="106680" y="108204"/>
                  </a:cubicBezTo>
                  <a:lnTo>
                    <a:pt x="99060" y="114300"/>
                  </a:lnTo>
                  <a:cubicBezTo>
                    <a:pt x="99060" y="115824"/>
                    <a:pt x="97536" y="115824"/>
                    <a:pt x="97536" y="115824"/>
                  </a:cubicBezTo>
                  <a:lnTo>
                    <a:pt x="88392" y="120396"/>
                  </a:lnTo>
                  <a:cubicBezTo>
                    <a:pt x="88392" y="120396"/>
                    <a:pt x="86868" y="120396"/>
                    <a:pt x="86868" y="121920"/>
                  </a:cubicBezTo>
                  <a:lnTo>
                    <a:pt x="76200" y="124967"/>
                  </a:lnTo>
                  <a:cubicBezTo>
                    <a:pt x="76200" y="124967"/>
                    <a:pt x="76200" y="124967"/>
                    <a:pt x="74676" y="124967"/>
                  </a:cubicBezTo>
                  <a:lnTo>
                    <a:pt x="70104" y="124967"/>
                  </a:lnTo>
                  <a:lnTo>
                    <a:pt x="62484" y="126491"/>
                  </a:lnTo>
                  <a:lnTo>
                    <a:pt x="56388" y="124967"/>
                  </a:lnTo>
                  <a:lnTo>
                    <a:pt x="50292" y="124967"/>
                  </a:lnTo>
                  <a:cubicBezTo>
                    <a:pt x="50292" y="124967"/>
                    <a:pt x="50292" y="124967"/>
                    <a:pt x="48768" y="124967"/>
                  </a:cubicBezTo>
                  <a:lnTo>
                    <a:pt x="38100" y="121920"/>
                  </a:lnTo>
                  <a:cubicBezTo>
                    <a:pt x="38100" y="120396"/>
                    <a:pt x="38100" y="120396"/>
                    <a:pt x="38100" y="120396"/>
                  </a:cubicBezTo>
                  <a:lnTo>
                    <a:pt x="27432" y="115824"/>
                  </a:lnTo>
                  <a:cubicBezTo>
                    <a:pt x="27432" y="115824"/>
                    <a:pt x="27432" y="115824"/>
                    <a:pt x="27432" y="114300"/>
                  </a:cubicBezTo>
                  <a:lnTo>
                    <a:pt x="18288" y="108204"/>
                  </a:lnTo>
                  <a:cubicBezTo>
                    <a:pt x="18288" y="108204"/>
                    <a:pt x="18288" y="108204"/>
                    <a:pt x="18288" y="106680"/>
                  </a:cubicBezTo>
                  <a:lnTo>
                    <a:pt x="10668" y="99060"/>
                  </a:lnTo>
                  <a:cubicBezTo>
                    <a:pt x="10668" y="99060"/>
                    <a:pt x="10668" y="97536"/>
                    <a:pt x="10668" y="97536"/>
                  </a:cubicBezTo>
                  <a:lnTo>
                    <a:pt x="4572" y="88392"/>
                  </a:lnTo>
                  <a:cubicBezTo>
                    <a:pt x="4572" y="88392"/>
                    <a:pt x="4572" y="86868"/>
                    <a:pt x="4572" y="86868"/>
                  </a:cubicBezTo>
                  <a:lnTo>
                    <a:pt x="0" y="76200"/>
                  </a:lnTo>
                  <a:lnTo>
                    <a:pt x="0" y="70104"/>
                  </a:lnTo>
                  <a:close/>
                  <a:moveTo>
                    <a:pt x="10668" y="74676"/>
                  </a:moveTo>
                  <a:lnTo>
                    <a:pt x="10668" y="79248"/>
                  </a:lnTo>
                  <a:lnTo>
                    <a:pt x="15240" y="89916"/>
                  </a:lnTo>
                  <a:lnTo>
                    <a:pt x="13716" y="88392"/>
                  </a:lnTo>
                  <a:lnTo>
                    <a:pt x="19812" y="99060"/>
                  </a:lnTo>
                  <a:lnTo>
                    <a:pt x="18288" y="97536"/>
                  </a:lnTo>
                  <a:lnTo>
                    <a:pt x="25908" y="106680"/>
                  </a:lnTo>
                  <a:lnTo>
                    <a:pt x="25908" y="105156"/>
                  </a:lnTo>
                  <a:lnTo>
                    <a:pt x="33528" y="112776"/>
                  </a:lnTo>
                  <a:lnTo>
                    <a:pt x="33528" y="111252"/>
                  </a:lnTo>
                  <a:lnTo>
                    <a:pt x="42672" y="117348"/>
                  </a:lnTo>
                  <a:lnTo>
                    <a:pt x="41148" y="117348"/>
                  </a:lnTo>
                  <a:lnTo>
                    <a:pt x="53340" y="120396"/>
                  </a:lnTo>
                  <a:lnTo>
                    <a:pt x="51816" y="120396"/>
                  </a:lnTo>
                  <a:lnTo>
                    <a:pt x="57912" y="120396"/>
                  </a:lnTo>
                  <a:lnTo>
                    <a:pt x="62484" y="120396"/>
                  </a:lnTo>
                  <a:lnTo>
                    <a:pt x="68580" y="120396"/>
                  </a:lnTo>
                  <a:lnTo>
                    <a:pt x="73152" y="120396"/>
                  </a:lnTo>
                  <a:lnTo>
                    <a:pt x="83820" y="117348"/>
                  </a:lnTo>
                  <a:lnTo>
                    <a:pt x="82296" y="117348"/>
                  </a:lnTo>
                  <a:lnTo>
                    <a:pt x="92964" y="111252"/>
                  </a:lnTo>
                  <a:lnTo>
                    <a:pt x="91440" y="112776"/>
                  </a:lnTo>
                  <a:lnTo>
                    <a:pt x="100584" y="105156"/>
                  </a:lnTo>
                  <a:lnTo>
                    <a:pt x="99060" y="106680"/>
                  </a:lnTo>
                  <a:lnTo>
                    <a:pt x="106680" y="97536"/>
                  </a:lnTo>
                  <a:lnTo>
                    <a:pt x="106680" y="99060"/>
                  </a:lnTo>
                  <a:lnTo>
                    <a:pt x="111252" y="88392"/>
                  </a:lnTo>
                  <a:lnTo>
                    <a:pt x="111252" y="89916"/>
                  </a:lnTo>
                  <a:lnTo>
                    <a:pt x="114300" y="73152"/>
                  </a:lnTo>
                  <a:lnTo>
                    <a:pt x="115824" y="68580"/>
                  </a:lnTo>
                  <a:lnTo>
                    <a:pt x="115824" y="64008"/>
                  </a:lnTo>
                  <a:lnTo>
                    <a:pt x="115824" y="57912"/>
                  </a:lnTo>
                  <a:lnTo>
                    <a:pt x="114300" y="51816"/>
                  </a:lnTo>
                  <a:lnTo>
                    <a:pt x="114300" y="53340"/>
                  </a:lnTo>
                  <a:lnTo>
                    <a:pt x="111252" y="42672"/>
                  </a:lnTo>
                  <a:lnTo>
                    <a:pt x="111252" y="44196"/>
                  </a:lnTo>
                  <a:lnTo>
                    <a:pt x="106680" y="33528"/>
                  </a:lnTo>
                  <a:lnTo>
                    <a:pt x="106680" y="35052"/>
                  </a:lnTo>
                  <a:lnTo>
                    <a:pt x="99060" y="25908"/>
                  </a:lnTo>
                  <a:lnTo>
                    <a:pt x="100584" y="27432"/>
                  </a:lnTo>
                  <a:lnTo>
                    <a:pt x="91440" y="19812"/>
                  </a:lnTo>
                  <a:lnTo>
                    <a:pt x="92964" y="21336"/>
                  </a:lnTo>
                  <a:lnTo>
                    <a:pt x="82296" y="15240"/>
                  </a:lnTo>
                  <a:lnTo>
                    <a:pt x="83820" y="15240"/>
                  </a:lnTo>
                  <a:lnTo>
                    <a:pt x="73152" y="12192"/>
                  </a:lnTo>
                  <a:lnTo>
                    <a:pt x="68580" y="12192"/>
                  </a:lnTo>
                  <a:lnTo>
                    <a:pt x="62484" y="12192"/>
                  </a:lnTo>
                  <a:lnTo>
                    <a:pt x="57912" y="12192"/>
                  </a:lnTo>
                  <a:lnTo>
                    <a:pt x="51816" y="12192"/>
                  </a:lnTo>
                  <a:lnTo>
                    <a:pt x="53340" y="12192"/>
                  </a:lnTo>
                  <a:lnTo>
                    <a:pt x="41148" y="15240"/>
                  </a:lnTo>
                  <a:lnTo>
                    <a:pt x="42672" y="15240"/>
                  </a:lnTo>
                  <a:lnTo>
                    <a:pt x="33528" y="21336"/>
                  </a:lnTo>
                  <a:lnTo>
                    <a:pt x="33528" y="19812"/>
                  </a:lnTo>
                  <a:lnTo>
                    <a:pt x="25908" y="27432"/>
                  </a:lnTo>
                  <a:lnTo>
                    <a:pt x="25908" y="25908"/>
                  </a:lnTo>
                  <a:lnTo>
                    <a:pt x="18288" y="35052"/>
                  </a:lnTo>
                  <a:lnTo>
                    <a:pt x="19812" y="33528"/>
                  </a:lnTo>
                  <a:lnTo>
                    <a:pt x="13716" y="44196"/>
                  </a:lnTo>
                  <a:lnTo>
                    <a:pt x="15240" y="42672"/>
                  </a:lnTo>
                  <a:lnTo>
                    <a:pt x="10668" y="53340"/>
                  </a:lnTo>
                  <a:lnTo>
                    <a:pt x="10668" y="51816"/>
                  </a:lnTo>
                  <a:lnTo>
                    <a:pt x="10668" y="57912"/>
                  </a:lnTo>
                  <a:lnTo>
                    <a:pt x="10668" y="62484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2" name="Google Shape;582;p29"/>
          <p:cNvGrpSpPr/>
          <p:nvPr/>
        </p:nvGrpSpPr>
        <p:grpSpPr>
          <a:xfrm>
            <a:off x="6714331" y="610528"/>
            <a:ext cx="314079" cy="94973"/>
            <a:chOff x="63500" y="63500"/>
            <a:chExt cx="574548" cy="173736"/>
          </a:xfrm>
        </p:grpSpPr>
        <p:sp>
          <p:nvSpPr>
            <p:cNvPr id="583" name="Google Shape;583;p29"/>
            <p:cNvSpPr/>
            <p:nvPr/>
          </p:nvSpPr>
          <p:spPr>
            <a:xfrm>
              <a:off x="69596" y="69596"/>
              <a:ext cx="563880" cy="161544"/>
            </a:xfrm>
            <a:custGeom>
              <a:rect b="b" l="l" r="r" t="t"/>
              <a:pathLst>
                <a:path extrusionOk="0" h="161544" w="563880">
                  <a:moveTo>
                    <a:pt x="0" y="0"/>
                  </a:moveTo>
                  <a:lnTo>
                    <a:pt x="563880" y="0"/>
                  </a:lnTo>
                  <a:lnTo>
                    <a:pt x="563880" y="161544"/>
                  </a:lnTo>
                  <a:lnTo>
                    <a:pt x="0" y="1615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4" name="Google Shape;584;p29"/>
            <p:cNvSpPr/>
            <p:nvPr/>
          </p:nvSpPr>
          <p:spPr>
            <a:xfrm>
              <a:off x="63500" y="63500"/>
              <a:ext cx="574548" cy="173736"/>
            </a:xfrm>
            <a:custGeom>
              <a:rect b="b" l="l" r="r" t="t"/>
              <a:pathLst>
                <a:path extrusionOk="0" h="173736" w="574548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569976" y="0"/>
                  </a:lnTo>
                  <a:cubicBezTo>
                    <a:pt x="573024" y="0"/>
                    <a:pt x="574548" y="3048"/>
                    <a:pt x="574548" y="6096"/>
                  </a:cubicBezTo>
                  <a:lnTo>
                    <a:pt x="574548" y="167640"/>
                  </a:lnTo>
                  <a:cubicBezTo>
                    <a:pt x="574548" y="170688"/>
                    <a:pt x="573024" y="173736"/>
                    <a:pt x="569976" y="173736"/>
                  </a:cubicBezTo>
                  <a:lnTo>
                    <a:pt x="6096" y="173736"/>
                  </a:lnTo>
                  <a:cubicBezTo>
                    <a:pt x="3048" y="173736"/>
                    <a:pt x="0" y="170688"/>
                    <a:pt x="0" y="167640"/>
                  </a:cubicBezTo>
                  <a:close/>
                  <a:moveTo>
                    <a:pt x="10668" y="167640"/>
                  </a:moveTo>
                  <a:lnTo>
                    <a:pt x="6096" y="163068"/>
                  </a:lnTo>
                  <a:lnTo>
                    <a:pt x="569976" y="163068"/>
                  </a:lnTo>
                  <a:lnTo>
                    <a:pt x="563880" y="167640"/>
                  </a:lnTo>
                  <a:lnTo>
                    <a:pt x="563880" y="6096"/>
                  </a:lnTo>
                  <a:lnTo>
                    <a:pt x="569976" y="12192"/>
                  </a:lnTo>
                  <a:lnTo>
                    <a:pt x="6096" y="12192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5" name="Google Shape;585;p29"/>
          <p:cNvSpPr/>
          <p:nvPr/>
        </p:nvSpPr>
        <p:spPr>
          <a:xfrm>
            <a:off x="6264457" y="709670"/>
            <a:ext cx="503196" cy="187448"/>
          </a:xfrm>
          <a:custGeom>
            <a:rect b="b" l="l" r="r" t="t"/>
            <a:pathLst>
              <a:path extrusionOk="0" h="457200" w="1227328">
                <a:moveTo>
                  <a:pt x="0" y="0"/>
                </a:moveTo>
                <a:lnTo>
                  <a:pt x="1227328" y="0"/>
                </a:lnTo>
                <a:lnTo>
                  <a:pt x="1227328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6" name="Google Shape;586;p29"/>
          <p:cNvSpPr/>
          <p:nvPr/>
        </p:nvSpPr>
        <p:spPr>
          <a:xfrm>
            <a:off x="666821" y="2935728"/>
            <a:ext cx="50819" cy="85810"/>
          </a:xfrm>
          <a:custGeom>
            <a:rect b="b" l="l" r="r" t="t"/>
            <a:pathLst>
              <a:path extrusionOk="0" h="156972" w="92964">
                <a:moveTo>
                  <a:pt x="0" y="4572"/>
                </a:moveTo>
                <a:cubicBezTo>
                  <a:pt x="0" y="1524"/>
                  <a:pt x="1524" y="0"/>
                  <a:pt x="4572" y="0"/>
                </a:cubicBezTo>
                <a:lnTo>
                  <a:pt x="88392" y="0"/>
                </a:lnTo>
                <a:cubicBezTo>
                  <a:pt x="91440" y="0"/>
                  <a:pt x="92964" y="1524"/>
                  <a:pt x="92964" y="4572"/>
                </a:cubicBezTo>
                <a:lnTo>
                  <a:pt x="92964" y="80772"/>
                </a:lnTo>
                <a:cubicBezTo>
                  <a:pt x="92964" y="83820"/>
                  <a:pt x="91440" y="86868"/>
                  <a:pt x="88392" y="86868"/>
                </a:cubicBezTo>
                <a:lnTo>
                  <a:pt x="4572" y="86868"/>
                </a:lnTo>
                <a:cubicBezTo>
                  <a:pt x="1524" y="86868"/>
                  <a:pt x="0" y="83820"/>
                  <a:pt x="0" y="80772"/>
                </a:cubicBezTo>
                <a:close/>
                <a:moveTo>
                  <a:pt x="10668" y="156972"/>
                </a:moveTo>
                <a:lnTo>
                  <a:pt x="4572" y="76200"/>
                </a:lnTo>
                <a:lnTo>
                  <a:pt x="88392" y="76200"/>
                </a:lnTo>
                <a:lnTo>
                  <a:pt x="82296" y="80772"/>
                </a:lnTo>
                <a:lnTo>
                  <a:pt x="82296" y="4572"/>
                </a:lnTo>
                <a:lnTo>
                  <a:pt x="88392" y="10668"/>
                </a:lnTo>
                <a:lnTo>
                  <a:pt x="4572" y="10668"/>
                </a:lnTo>
                <a:lnTo>
                  <a:pt x="10668" y="45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7" name="Google Shape;587;p29"/>
          <p:cNvGrpSpPr/>
          <p:nvPr/>
        </p:nvGrpSpPr>
        <p:grpSpPr>
          <a:xfrm>
            <a:off x="1005893" y="3082352"/>
            <a:ext cx="50819" cy="234934"/>
            <a:chOff x="63500" y="63500"/>
            <a:chExt cx="92964" cy="429768"/>
          </a:xfrm>
        </p:grpSpPr>
        <p:sp>
          <p:nvSpPr>
            <p:cNvPr id="588" name="Google Shape;588;p29"/>
            <p:cNvSpPr/>
            <p:nvPr/>
          </p:nvSpPr>
          <p:spPr>
            <a:xfrm>
              <a:off x="68072" y="69596"/>
              <a:ext cx="82296" cy="76200"/>
            </a:xfrm>
            <a:custGeom>
              <a:rect b="b" l="l" r="r" t="t"/>
              <a:pathLst>
                <a:path extrusionOk="0" h="76200" w="82296">
                  <a:moveTo>
                    <a:pt x="0" y="0"/>
                  </a:moveTo>
                  <a:lnTo>
                    <a:pt x="82296" y="0"/>
                  </a:lnTo>
                  <a:lnTo>
                    <a:pt x="8229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589" name="Google Shape;589;p29"/>
            <p:cNvSpPr/>
            <p:nvPr/>
          </p:nvSpPr>
          <p:spPr>
            <a:xfrm>
              <a:off x="63500" y="63500"/>
              <a:ext cx="92964" cy="158496"/>
            </a:xfrm>
            <a:custGeom>
              <a:rect b="b" l="l" r="r" t="t"/>
              <a:pathLst>
                <a:path extrusionOk="0" h="158496" w="92964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86868" y="0"/>
                  </a:lnTo>
                  <a:cubicBezTo>
                    <a:pt x="89916" y="0"/>
                    <a:pt x="92964" y="3048"/>
                    <a:pt x="92964" y="6096"/>
                  </a:cubicBezTo>
                  <a:lnTo>
                    <a:pt x="92964" y="82296"/>
                  </a:lnTo>
                  <a:cubicBezTo>
                    <a:pt x="92964" y="85344"/>
                    <a:pt x="89916" y="86868"/>
                    <a:pt x="86868" y="86868"/>
                  </a:cubicBezTo>
                  <a:lnTo>
                    <a:pt x="4572" y="86868"/>
                  </a:lnTo>
                  <a:cubicBezTo>
                    <a:pt x="1524" y="86868"/>
                    <a:pt x="0" y="85344"/>
                    <a:pt x="0" y="82296"/>
                  </a:cubicBezTo>
                  <a:close/>
                  <a:moveTo>
                    <a:pt x="10668" y="158496"/>
                  </a:moveTo>
                  <a:lnTo>
                    <a:pt x="4572" y="76200"/>
                  </a:lnTo>
                  <a:lnTo>
                    <a:pt x="86868" y="76200"/>
                  </a:lnTo>
                  <a:lnTo>
                    <a:pt x="82296" y="82296"/>
                  </a:lnTo>
                  <a:lnTo>
                    <a:pt x="82296" y="6096"/>
                  </a:lnTo>
                  <a:lnTo>
                    <a:pt x="86868" y="10668"/>
                  </a:lnTo>
                  <a:lnTo>
                    <a:pt x="4572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68072" y="203708"/>
              <a:ext cx="82296" cy="76200"/>
            </a:xfrm>
            <a:custGeom>
              <a:rect b="b" l="l" r="r" t="t"/>
              <a:pathLst>
                <a:path extrusionOk="0" h="76200" w="82296">
                  <a:moveTo>
                    <a:pt x="0" y="0"/>
                  </a:moveTo>
                  <a:lnTo>
                    <a:pt x="82296" y="0"/>
                  </a:lnTo>
                  <a:lnTo>
                    <a:pt x="8229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591" name="Google Shape;591;p29"/>
            <p:cNvSpPr/>
            <p:nvPr/>
          </p:nvSpPr>
          <p:spPr>
            <a:xfrm>
              <a:off x="63500" y="197612"/>
              <a:ext cx="92964" cy="158496"/>
            </a:xfrm>
            <a:custGeom>
              <a:rect b="b" l="l" r="r" t="t"/>
              <a:pathLst>
                <a:path extrusionOk="0" h="158496" w="92964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86868" y="0"/>
                  </a:lnTo>
                  <a:cubicBezTo>
                    <a:pt x="89916" y="0"/>
                    <a:pt x="92964" y="3048"/>
                    <a:pt x="92964" y="6096"/>
                  </a:cubicBezTo>
                  <a:lnTo>
                    <a:pt x="92964" y="82296"/>
                  </a:lnTo>
                  <a:cubicBezTo>
                    <a:pt x="92964" y="85344"/>
                    <a:pt x="89916" y="86868"/>
                    <a:pt x="86868" y="86868"/>
                  </a:cubicBezTo>
                  <a:lnTo>
                    <a:pt x="4572" y="86868"/>
                  </a:lnTo>
                  <a:cubicBezTo>
                    <a:pt x="1524" y="86868"/>
                    <a:pt x="0" y="85344"/>
                    <a:pt x="0" y="82296"/>
                  </a:cubicBezTo>
                  <a:close/>
                  <a:moveTo>
                    <a:pt x="10668" y="158496"/>
                  </a:moveTo>
                  <a:lnTo>
                    <a:pt x="4572" y="152400"/>
                  </a:lnTo>
                  <a:lnTo>
                    <a:pt x="86868" y="152400"/>
                  </a:lnTo>
                  <a:lnTo>
                    <a:pt x="82296" y="158496"/>
                  </a:lnTo>
                  <a:lnTo>
                    <a:pt x="82296" y="82296"/>
                  </a:lnTo>
                  <a:lnTo>
                    <a:pt x="86868" y="86868"/>
                  </a:lnTo>
                  <a:lnTo>
                    <a:pt x="4572" y="86868"/>
                  </a:lnTo>
                  <a:lnTo>
                    <a:pt x="10668" y="822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68072" y="340868"/>
              <a:ext cx="82296" cy="76200"/>
            </a:xfrm>
            <a:custGeom>
              <a:rect b="b" l="l" r="r" t="t"/>
              <a:pathLst>
                <a:path extrusionOk="0" h="76200" w="82296">
                  <a:moveTo>
                    <a:pt x="0" y="0"/>
                  </a:moveTo>
                  <a:lnTo>
                    <a:pt x="82296" y="0"/>
                  </a:lnTo>
                  <a:lnTo>
                    <a:pt x="8229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593" name="Google Shape;593;p29"/>
            <p:cNvSpPr/>
            <p:nvPr/>
          </p:nvSpPr>
          <p:spPr>
            <a:xfrm>
              <a:off x="63500" y="336296"/>
              <a:ext cx="92964" cy="156972"/>
            </a:xfrm>
            <a:custGeom>
              <a:rect b="b" l="l" r="r" t="t"/>
              <a:pathLst>
                <a:path extrusionOk="0" h="156972" w="92964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86868" y="0"/>
                  </a:lnTo>
                  <a:cubicBezTo>
                    <a:pt x="89916" y="0"/>
                    <a:pt x="92964" y="1524"/>
                    <a:pt x="92964" y="4572"/>
                  </a:cubicBezTo>
                  <a:lnTo>
                    <a:pt x="92964" y="80772"/>
                  </a:lnTo>
                  <a:cubicBezTo>
                    <a:pt x="92964" y="83820"/>
                    <a:pt x="89916" y="86868"/>
                    <a:pt x="86868" y="86868"/>
                  </a:cubicBezTo>
                  <a:lnTo>
                    <a:pt x="4572" y="86868"/>
                  </a:lnTo>
                  <a:cubicBezTo>
                    <a:pt x="1524" y="86868"/>
                    <a:pt x="0" y="83820"/>
                    <a:pt x="0" y="80772"/>
                  </a:cubicBezTo>
                  <a:close/>
                  <a:moveTo>
                    <a:pt x="10668" y="156972"/>
                  </a:moveTo>
                  <a:lnTo>
                    <a:pt x="4572" y="152400"/>
                  </a:lnTo>
                  <a:lnTo>
                    <a:pt x="86868" y="152400"/>
                  </a:lnTo>
                  <a:lnTo>
                    <a:pt x="82296" y="156972"/>
                  </a:lnTo>
                  <a:lnTo>
                    <a:pt x="82296" y="80772"/>
                  </a:lnTo>
                  <a:lnTo>
                    <a:pt x="86868" y="86868"/>
                  </a:lnTo>
                  <a:lnTo>
                    <a:pt x="4572" y="86868"/>
                  </a:lnTo>
                  <a:lnTo>
                    <a:pt x="10668" y="807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Google Shape;594;p29"/>
          <p:cNvGrpSpPr/>
          <p:nvPr/>
        </p:nvGrpSpPr>
        <p:grpSpPr>
          <a:xfrm>
            <a:off x="6076173" y="830468"/>
            <a:ext cx="442377" cy="127463"/>
            <a:chOff x="63500" y="63500"/>
            <a:chExt cx="809244" cy="233172"/>
          </a:xfrm>
        </p:grpSpPr>
        <p:sp>
          <p:nvSpPr>
            <p:cNvPr id="595" name="Google Shape;595;p29"/>
            <p:cNvSpPr/>
            <p:nvPr/>
          </p:nvSpPr>
          <p:spPr>
            <a:xfrm>
              <a:off x="66548" y="65024"/>
              <a:ext cx="804672" cy="115824"/>
            </a:xfrm>
            <a:custGeom>
              <a:rect b="b" l="l" r="r" t="t"/>
              <a:pathLst>
                <a:path extrusionOk="0" h="115824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115824"/>
                  </a:lnTo>
                  <a:lnTo>
                    <a:pt x="0" y="1158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96" name="Google Shape;596;p29"/>
            <p:cNvSpPr/>
            <p:nvPr/>
          </p:nvSpPr>
          <p:spPr>
            <a:xfrm>
              <a:off x="63500" y="63500"/>
              <a:ext cx="809244" cy="233172"/>
            </a:xfrm>
            <a:custGeom>
              <a:rect b="b" l="l" r="r" t="t"/>
              <a:pathLst>
                <a:path extrusionOk="0" h="233172" w="809244">
                  <a:moveTo>
                    <a:pt x="0" y="1524"/>
                  </a:moveTo>
                  <a:cubicBezTo>
                    <a:pt x="0" y="0"/>
                    <a:pt x="1524" y="0"/>
                    <a:pt x="3048" y="0"/>
                  </a:cubicBezTo>
                  <a:lnTo>
                    <a:pt x="807720" y="0"/>
                  </a:lnTo>
                  <a:cubicBezTo>
                    <a:pt x="809244" y="0"/>
                    <a:pt x="809244" y="0"/>
                    <a:pt x="809244" y="1524"/>
                  </a:cubicBezTo>
                  <a:lnTo>
                    <a:pt x="809244" y="117348"/>
                  </a:lnTo>
                  <a:cubicBezTo>
                    <a:pt x="809244" y="118872"/>
                    <a:pt x="809244" y="120396"/>
                    <a:pt x="807720" y="120396"/>
                  </a:cubicBezTo>
                  <a:lnTo>
                    <a:pt x="3048" y="120396"/>
                  </a:lnTo>
                  <a:cubicBezTo>
                    <a:pt x="1524" y="120396"/>
                    <a:pt x="0" y="118872"/>
                    <a:pt x="0" y="117348"/>
                  </a:cubicBezTo>
                  <a:close/>
                  <a:moveTo>
                    <a:pt x="4572" y="233172"/>
                  </a:moveTo>
                  <a:lnTo>
                    <a:pt x="3048" y="114300"/>
                  </a:lnTo>
                  <a:lnTo>
                    <a:pt x="807720" y="114300"/>
                  </a:lnTo>
                  <a:lnTo>
                    <a:pt x="804672" y="117348"/>
                  </a:lnTo>
                  <a:lnTo>
                    <a:pt x="804672" y="1524"/>
                  </a:lnTo>
                  <a:lnTo>
                    <a:pt x="807720" y="4572"/>
                  </a:lnTo>
                  <a:lnTo>
                    <a:pt x="3048" y="4572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" name="Google Shape;597;p29"/>
          <p:cNvSpPr/>
          <p:nvPr/>
        </p:nvSpPr>
        <p:spPr>
          <a:xfrm>
            <a:off x="980069" y="3368110"/>
            <a:ext cx="95807" cy="137463"/>
          </a:xfrm>
          <a:custGeom>
            <a:rect b="b" l="l" r="r" t="t"/>
            <a:pathLst>
              <a:path extrusionOk="0" h="335280" w="233680">
                <a:moveTo>
                  <a:pt x="0" y="0"/>
                </a:moveTo>
                <a:lnTo>
                  <a:pt x="233680" y="0"/>
                </a:lnTo>
                <a:lnTo>
                  <a:pt x="233680" y="335280"/>
                </a:lnTo>
                <a:lnTo>
                  <a:pt x="0" y="335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8" name="Google Shape;598;p29"/>
          <p:cNvSpPr/>
          <p:nvPr/>
        </p:nvSpPr>
        <p:spPr>
          <a:xfrm>
            <a:off x="666821" y="3011541"/>
            <a:ext cx="50819" cy="47487"/>
          </a:xfrm>
          <a:custGeom>
            <a:rect b="b" l="l" r="r" t="t"/>
            <a:pathLst>
              <a:path extrusionOk="0" h="86868" w="92964">
                <a:moveTo>
                  <a:pt x="0" y="80772"/>
                </a:moveTo>
                <a:lnTo>
                  <a:pt x="0" y="70104"/>
                </a:lnTo>
                <a:lnTo>
                  <a:pt x="10668" y="70104"/>
                </a:lnTo>
                <a:lnTo>
                  <a:pt x="10668" y="80772"/>
                </a:lnTo>
                <a:close/>
                <a:moveTo>
                  <a:pt x="0" y="59436"/>
                </a:moveTo>
                <a:lnTo>
                  <a:pt x="0" y="48768"/>
                </a:lnTo>
                <a:lnTo>
                  <a:pt x="10668" y="48768"/>
                </a:lnTo>
                <a:lnTo>
                  <a:pt x="10668" y="59436"/>
                </a:lnTo>
                <a:close/>
                <a:moveTo>
                  <a:pt x="0" y="38100"/>
                </a:moveTo>
                <a:lnTo>
                  <a:pt x="0" y="25908"/>
                </a:lnTo>
                <a:lnTo>
                  <a:pt x="10668" y="25908"/>
                </a:lnTo>
                <a:lnTo>
                  <a:pt x="10668" y="38100"/>
                </a:lnTo>
                <a:close/>
                <a:moveTo>
                  <a:pt x="0" y="15240"/>
                </a:moveTo>
                <a:lnTo>
                  <a:pt x="0" y="4572"/>
                </a:lnTo>
                <a:cubicBezTo>
                  <a:pt x="0" y="1524"/>
                  <a:pt x="1524" y="0"/>
                  <a:pt x="4572" y="0"/>
                </a:cubicBezTo>
                <a:lnTo>
                  <a:pt x="6096" y="0"/>
                </a:lnTo>
                <a:lnTo>
                  <a:pt x="6096" y="10668"/>
                </a:lnTo>
                <a:lnTo>
                  <a:pt x="4572" y="10668"/>
                </a:lnTo>
                <a:lnTo>
                  <a:pt x="10668" y="4572"/>
                </a:lnTo>
                <a:lnTo>
                  <a:pt x="10668" y="15240"/>
                </a:lnTo>
                <a:close/>
                <a:moveTo>
                  <a:pt x="16764" y="0"/>
                </a:moveTo>
                <a:lnTo>
                  <a:pt x="27432" y="0"/>
                </a:lnTo>
                <a:lnTo>
                  <a:pt x="27432" y="10668"/>
                </a:lnTo>
                <a:lnTo>
                  <a:pt x="16764" y="10668"/>
                </a:lnTo>
                <a:close/>
                <a:moveTo>
                  <a:pt x="38100" y="0"/>
                </a:moveTo>
                <a:lnTo>
                  <a:pt x="48768" y="0"/>
                </a:lnTo>
                <a:lnTo>
                  <a:pt x="48768" y="10668"/>
                </a:lnTo>
                <a:lnTo>
                  <a:pt x="38100" y="10668"/>
                </a:lnTo>
                <a:close/>
                <a:moveTo>
                  <a:pt x="59436" y="0"/>
                </a:moveTo>
                <a:lnTo>
                  <a:pt x="71628" y="0"/>
                </a:lnTo>
                <a:lnTo>
                  <a:pt x="71628" y="10668"/>
                </a:lnTo>
                <a:lnTo>
                  <a:pt x="59436" y="10668"/>
                </a:lnTo>
                <a:close/>
                <a:moveTo>
                  <a:pt x="82296" y="10668"/>
                </a:moveTo>
                <a:lnTo>
                  <a:pt x="88392" y="10668"/>
                </a:lnTo>
                <a:cubicBezTo>
                  <a:pt x="91440" y="10668"/>
                  <a:pt x="92964" y="12192"/>
                  <a:pt x="92964" y="15240"/>
                </a:cubicBezTo>
                <a:lnTo>
                  <a:pt x="92964" y="9144"/>
                </a:lnTo>
                <a:lnTo>
                  <a:pt x="82296" y="9144"/>
                </a:lnTo>
                <a:lnTo>
                  <a:pt x="82296" y="4572"/>
                </a:lnTo>
                <a:lnTo>
                  <a:pt x="88392" y="10668"/>
                </a:lnTo>
                <a:lnTo>
                  <a:pt x="82296" y="10668"/>
                </a:lnTo>
                <a:close/>
                <a:moveTo>
                  <a:pt x="92964" y="32004"/>
                </a:moveTo>
                <a:lnTo>
                  <a:pt x="92964" y="42672"/>
                </a:lnTo>
                <a:lnTo>
                  <a:pt x="82296" y="42672"/>
                </a:lnTo>
                <a:lnTo>
                  <a:pt x="82296" y="21336"/>
                </a:lnTo>
                <a:close/>
                <a:moveTo>
                  <a:pt x="82296" y="42672"/>
                </a:moveTo>
                <a:lnTo>
                  <a:pt x="82296" y="53340"/>
                </a:lnTo>
                <a:lnTo>
                  <a:pt x="82296" y="42672"/>
                </a:lnTo>
                <a:close/>
                <a:moveTo>
                  <a:pt x="82296" y="64008"/>
                </a:moveTo>
                <a:lnTo>
                  <a:pt x="82296" y="74676"/>
                </a:lnTo>
                <a:lnTo>
                  <a:pt x="82296" y="64008"/>
                </a:lnTo>
                <a:close/>
                <a:moveTo>
                  <a:pt x="71628" y="86868"/>
                </a:moveTo>
                <a:lnTo>
                  <a:pt x="71628" y="76200"/>
                </a:lnTo>
                <a:lnTo>
                  <a:pt x="82296" y="76200"/>
                </a:lnTo>
                <a:close/>
                <a:moveTo>
                  <a:pt x="60960" y="76200"/>
                </a:moveTo>
                <a:lnTo>
                  <a:pt x="50292" y="76200"/>
                </a:lnTo>
                <a:lnTo>
                  <a:pt x="60960" y="76200"/>
                </a:lnTo>
                <a:close/>
                <a:moveTo>
                  <a:pt x="39624" y="76200"/>
                </a:moveTo>
                <a:lnTo>
                  <a:pt x="27432" y="76200"/>
                </a:lnTo>
                <a:lnTo>
                  <a:pt x="39624" y="76200"/>
                </a:lnTo>
                <a:close/>
                <a:moveTo>
                  <a:pt x="16764" y="76200"/>
                </a:moveTo>
                <a:lnTo>
                  <a:pt x="6096" y="76200"/>
                </a:lnTo>
                <a:lnTo>
                  <a:pt x="16764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9" name="Google Shape;599;p29"/>
          <p:cNvGrpSpPr/>
          <p:nvPr/>
        </p:nvGrpSpPr>
        <p:grpSpPr>
          <a:xfrm>
            <a:off x="1006726" y="3309790"/>
            <a:ext cx="52485" cy="86642"/>
            <a:chOff x="63500" y="63500"/>
            <a:chExt cx="96012" cy="158496"/>
          </a:xfrm>
        </p:grpSpPr>
        <p:sp>
          <p:nvSpPr>
            <p:cNvPr id="600" name="Google Shape;600;p29"/>
            <p:cNvSpPr/>
            <p:nvPr/>
          </p:nvSpPr>
          <p:spPr>
            <a:xfrm>
              <a:off x="68072" y="69596"/>
              <a:ext cx="86868" cy="76200"/>
            </a:xfrm>
            <a:custGeom>
              <a:rect b="b" l="l" r="r" t="t"/>
              <a:pathLst>
                <a:path extrusionOk="0" h="76200" w="86868">
                  <a:moveTo>
                    <a:pt x="0" y="0"/>
                  </a:moveTo>
                  <a:lnTo>
                    <a:pt x="86868" y="0"/>
                  </a:lnTo>
                  <a:lnTo>
                    <a:pt x="8686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AC090"/>
            </a:solidFill>
            <a:ln>
              <a:noFill/>
            </a:ln>
          </p:spPr>
        </p:sp>
        <p:sp>
          <p:nvSpPr>
            <p:cNvPr id="601" name="Google Shape;601;p29"/>
            <p:cNvSpPr/>
            <p:nvPr/>
          </p:nvSpPr>
          <p:spPr>
            <a:xfrm>
              <a:off x="63500" y="63500"/>
              <a:ext cx="96012" cy="158496"/>
            </a:xfrm>
            <a:custGeom>
              <a:rect b="b" l="l" r="r" t="t"/>
              <a:pathLst>
                <a:path extrusionOk="0" h="158496" w="96012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91440" y="0"/>
                  </a:lnTo>
                  <a:cubicBezTo>
                    <a:pt x="94488" y="0"/>
                    <a:pt x="96012" y="3048"/>
                    <a:pt x="96012" y="6096"/>
                  </a:cubicBezTo>
                  <a:lnTo>
                    <a:pt x="96012" y="82296"/>
                  </a:lnTo>
                  <a:cubicBezTo>
                    <a:pt x="96012" y="85344"/>
                    <a:pt x="94488" y="88392"/>
                    <a:pt x="91440" y="88392"/>
                  </a:cubicBezTo>
                  <a:lnTo>
                    <a:pt x="4572" y="88392"/>
                  </a:lnTo>
                  <a:cubicBezTo>
                    <a:pt x="1524" y="88392"/>
                    <a:pt x="0" y="85344"/>
                    <a:pt x="0" y="82296"/>
                  </a:cubicBezTo>
                  <a:close/>
                  <a:moveTo>
                    <a:pt x="10668" y="158496"/>
                  </a:moveTo>
                  <a:lnTo>
                    <a:pt x="4572" y="76200"/>
                  </a:lnTo>
                  <a:lnTo>
                    <a:pt x="91440" y="76200"/>
                  </a:lnTo>
                  <a:lnTo>
                    <a:pt x="85344" y="82296"/>
                  </a:lnTo>
                  <a:lnTo>
                    <a:pt x="85344" y="6096"/>
                  </a:lnTo>
                  <a:lnTo>
                    <a:pt x="91440" y="12192"/>
                  </a:lnTo>
                  <a:lnTo>
                    <a:pt x="4572" y="12192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2" name="Google Shape;602;p29"/>
          <p:cNvSpPr/>
          <p:nvPr/>
        </p:nvSpPr>
        <p:spPr>
          <a:xfrm>
            <a:off x="4452452" y="3188992"/>
            <a:ext cx="117468" cy="57485"/>
          </a:xfrm>
          <a:custGeom>
            <a:rect b="b" l="l" r="r" t="t"/>
            <a:pathLst>
              <a:path extrusionOk="0" h="105156" w="214884">
                <a:moveTo>
                  <a:pt x="0" y="0"/>
                </a:moveTo>
                <a:lnTo>
                  <a:pt x="214884" y="0"/>
                </a:lnTo>
                <a:lnTo>
                  <a:pt x="214884" y="105156"/>
                </a:lnTo>
                <a:lnTo>
                  <a:pt x="0" y="105156"/>
                </a:lnTo>
                <a:close/>
              </a:path>
            </a:pathLst>
          </a:custGeom>
          <a:solidFill>
            <a:srgbClr val="DAFDA7"/>
          </a:solidFill>
          <a:ln>
            <a:noFill/>
          </a:ln>
        </p:spPr>
      </p:sp>
      <p:grpSp>
        <p:nvGrpSpPr>
          <p:cNvPr id="603" name="Google Shape;603;p29"/>
          <p:cNvGrpSpPr/>
          <p:nvPr/>
        </p:nvGrpSpPr>
        <p:grpSpPr>
          <a:xfrm>
            <a:off x="4463280" y="2773270"/>
            <a:ext cx="94140" cy="130796"/>
            <a:chOff x="63500" y="63500"/>
            <a:chExt cx="172212" cy="239268"/>
          </a:xfrm>
        </p:grpSpPr>
        <p:sp>
          <p:nvSpPr>
            <p:cNvPr id="604" name="Google Shape;604;p29"/>
            <p:cNvSpPr/>
            <p:nvPr/>
          </p:nvSpPr>
          <p:spPr>
            <a:xfrm>
              <a:off x="65024" y="65024"/>
              <a:ext cx="169164" cy="118872"/>
            </a:xfrm>
            <a:custGeom>
              <a:rect b="b" l="l" r="r" t="t"/>
              <a:pathLst>
                <a:path extrusionOk="0" h="118872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18872"/>
                  </a:lnTo>
                  <a:lnTo>
                    <a:pt x="0" y="118872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605" name="Google Shape;605;p29"/>
            <p:cNvSpPr/>
            <p:nvPr/>
          </p:nvSpPr>
          <p:spPr>
            <a:xfrm>
              <a:off x="63500" y="63500"/>
              <a:ext cx="172212" cy="239268"/>
            </a:xfrm>
            <a:custGeom>
              <a:rect b="b" l="l" r="r" t="t"/>
              <a:pathLst>
                <a:path extrusionOk="0" h="239268" w="172212">
                  <a:moveTo>
                    <a:pt x="0" y="1524"/>
                  </a:moveTo>
                  <a:cubicBezTo>
                    <a:pt x="0" y="1524"/>
                    <a:pt x="0" y="0"/>
                    <a:pt x="1524" y="0"/>
                  </a:cubicBezTo>
                  <a:lnTo>
                    <a:pt x="170688" y="0"/>
                  </a:lnTo>
                  <a:cubicBezTo>
                    <a:pt x="172212" y="0"/>
                    <a:pt x="172212" y="1524"/>
                    <a:pt x="172212" y="1524"/>
                  </a:cubicBezTo>
                  <a:lnTo>
                    <a:pt x="172212" y="120396"/>
                  </a:lnTo>
                  <a:cubicBezTo>
                    <a:pt x="172212" y="121920"/>
                    <a:pt x="172212" y="121920"/>
                    <a:pt x="170688" y="121920"/>
                  </a:cubicBezTo>
                  <a:lnTo>
                    <a:pt x="1524" y="121920"/>
                  </a:lnTo>
                  <a:cubicBezTo>
                    <a:pt x="0" y="121920"/>
                    <a:pt x="0" y="121920"/>
                    <a:pt x="0" y="120396"/>
                  </a:cubicBezTo>
                  <a:close/>
                  <a:moveTo>
                    <a:pt x="3048" y="239268"/>
                  </a:moveTo>
                  <a:lnTo>
                    <a:pt x="1524" y="236220"/>
                  </a:lnTo>
                  <a:lnTo>
                    <a:pt x="170688" y="236220"/>
                  </a:lnTo>
                  <a:lnTo>
                    <a:pt x="169164" y="239268"/>
                  </a:lnTo>
                  <a:lnTo>
                    <a:pt x="169164" y="1524"/>
                  </a:lnTo>
                  <a:lnTo>
                    <a:pt x="170688" y="4572"/>
                  </a:lnTo>
                  <a:lnTo>
                    <a:pt x="1524" y="4572"/>
                  </a:lnTo>
                  <a:lnTo>
                    <a:pt x="3048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29"/>
          <p:cNvGrpSpPr/>
          <p:nvPr/>
        </p:nvGrpSpPr>
        <p:grpSpPr>
          <a:xfrm>
            <a:off x="4534095" y="1443634"/>
            <a:ext cx="274090" cy="200776"/>
            <a:chOff x="63500" y="63500"/>
            <a:chExt cx="501396" cy="367284"/>
          </a:xfrm>
        </p:grpSpPr>
        <p:sp>
          <p:nvSpPr>
            <p:cNvPr id="607" name="Google Shape;607;p29"/>
            <p:cNvSpPr/>
            <p:nvPr/>
          </p:nvSpPr>
          <p:spPr>
            <a:xfrm>
              <a:off x="68072" y="68072"/>
              <a:ext cx="490728" cy="181356"/>
            </a:xfrm>
            <a:custGeom>
              <a:rect b="b" l="l" r="r" t="t"/>
              <a:pathLst>
                <a:path extrusionOk="0" h="181356" w="490728">
                  <a:moveTo>
                    <a:pt x="0" y="0"/>
                  </a:moveTo>
                  <a:lnTo>
                    <a:pt x="490728" y="0"/>
                  </a:lnTo>
                  <a:lnTo>
                    <a:pt x="490728" y="181356"/>
                  </a:lnTo>
                  <a:lnTo>
                    <a:pt x="0" y="181356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608" name="Google Shape;608;p29"/>
            <p:cNvSpPr/>
            <p:nvPr/>
          </p:nvSpPr>
          <p:spPr>
            <a:xfrm>
              <a:off x="63500" y="63500"/>
              <a:ext cx="501396" cy="367284"/>
            </a:xfrm>
            <a:custGeom>
              <a:rect b="b" l="l" r="r" t="t"/>
              <a:pathLst>
                <a:path extrusionOk="0" h="367284" w="501396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495300" y="0"/>
                  </a:lnTo>
                  <a:cubicBezTo>
                    <a:pt x="498348" y="0"/>
                    <a:pt x="501396" y="1524"/>
                    <a:pt x="501396" y="4572"/>
                  </a:cubicBezTo>
                  <a:lnTo>
                    <a:pt x="501396" y="185928"/>
                  </a:lnTo>
                  <a:cubicBezTo>
                    <a:pt x="501396" y="188976"/>
                    <a:pt x="498348" y="192024"/>
                    <a:pt x="495300" y="192024"/>
                  </a:cubicBezTo>
                  <a:lnTo>
                    <a:pt x="4572" y="192024"/>
                  </a:lnTo>
                  <a:cubicBezTo>
                    <a:pt x="1524" y="192024"/>
                    <a:pt x="0" y="188976"/>
                    <a:pt x="0" y="185928"/>
                  </a:cubicBezTo>
                  <a:close/>
                  <a:moveTo>
                    <a:pt x="10668" y="367284"/>
                  </a:moveTo>
                  <a:lnTo>
                    <a:pt x="4572" y="362712"/>
                  </a:lnTo>
                  <a:lnTo>
                    <a:pt x="495300" y="362712"/>
                  </a:lnTo>
                  <a:lnTo>
                    <a:pt x="490728" y="367284"/>
                  </a:lnTo>
                  <a:lnTo>
                    <a:pt x="490728" y="4572"/>
                  </a:lnTo>
                  <a:lnTo>
                    <a:pt x="49530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90932" y="92456"/>
              <a:ext cx="460248" cy="94488"/>
            </a:xfrm>
            <a:custGeom>
              <a:rect b="b" l="l" r="r" t="t"/>
              <a:pathLst>
                <a:path extrusionOk="0" h="94488" w="460248">
                  <a:moveTo>
                    <a:pt x="0" y="0"/>
                  </a:moveTo>
                  <a:lnTo>
                    <a:pt x="460248" y="0"/>
                  </a:lnTo>
                  <a:lnTo>
                    <a:pt x="460248" y="94488"/>
                  </a:lnTo>
                  <a:lnTo>
                    <a:pt x="0" y="9448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</p:grpSp>
      <p:grpSp>
        <p:nvGrpSpPr>
          <p:cNvPr id="610" name="Google Shape;610;p29"/>
          <p:cNvGrpSpPr/>
          <p:nvPr/>
        </p:nvGrpSpPr>
        <p:grpSpPr>
          <a:xfrm>
            <a:off x="6269453" y="1443634"/>
            <a:ext cx="274923" cy="200776"/>
            <a:chOff x="63500" y="63500"/>
            <a:chExt cx="502920" cy="367284"/>
          </a:xfrm>
        </p:grpSpPr>
        <p:sp>
          <p:nvSpPr>
            <p:cNvPr id="611" name="Google Shape;611;p29"/>
            <p:cNvSpPr/>
            <p:nvPr/>
          </p:nvSpPr>
          <p:spPr>
            <a:xfrm>
              <a:off x="69596" y="68072"/>
              <a:ext cx="490728" cy="181356"/>
            </a:xfrm>
            <a:custGeom>
              <a:rect b="b" l="l" r="r" t="t"/>
              <a:pathLst>
                <a:path extrusionOk="0" h="181356" w="490728">
                  <a:moveTo>
                    <a:pt x="0" y="0"/>
                  </a:moveTo>
                  <a:lnTo>
                    <a:pt x="490728" y="0"/>
                  </a:lnTo>
                  <a:lnTo>
                    <a:pt x="490728" y="181356"/>
                  </a:lnTo>
                  <a:lnTo>
                    <a:pt x="0" y="181356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612" name="Google Shape;612;p29"/>
            <p:cNvSpPr/>
            <p:nvPr/>
          </p:nvSpPr>
          <p:spPr>
            <a:xfrm>
              <a:off x="63500" y="63500"/>
              <a:ext cx="502920" cy="367284"/>
            </a:xfrm>
            <a:custGeom>
              <a:rect b="b" l="l" r="r" t="t"/>
              <a:pathLst>
                <a:path extrusionOk="0" h="367284" w="502920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496824" y="0"/>
                  </a:lnTo>
                  <a:cubicBezTo>
                    <a:pt x="499872" y="0"/>
                    <a:pt x="502920" y="1524"/>
                    <a:pt x="502920" y="4572"/>
                  </a:cubicBezTo>
                  <a:lnTo>
                    <a:pt x="502920" y="185928"/>
                  </a:lnTo>
                  <a:cubicBezTo>
                    <a:pt x="502920" y="188976"/>
                    <a:pt x="499872" y="192024"/>
                    <a:pt x="496824" y="192024"/>
                  </a:cubicBezTo>
                  <a:lnTo>
                    <a:pt x="6096" y="192024"/>
                  </a:lnTo>
                  <a:cubicBezTo>
                    <a:pt x="3048" y="192024"/>
                    <a:pt x="0" y="188976"/>
                    <a:pt x="0" y="185928"/>
                  </a:cubicBezTo>
                  <a:close/>
                  <a:moveTo>
                    <a:pt x="12192" y="367284"/>
                  </a:moveTo>
                  <a:lnTo>
                    <a:pt x="6096" y="362712"/>
                  </a:lnTo>
                  <a:lnTo>
                    <a:pt x="496824" y="362712"/>
                  </a:lnTo>
                  <a:lnTo>
                    <a:pt x="490728" y="367284"/>
                  </a:lnTo>
                  <a:lnTo>
                    <a:pt x="490728" y="4572"/>
                  </a:lnTo>
                  <a:lnTo>
                    <a:pt x="496824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90932" y="92456"/>
              <a:ext cx="460248" cy="94488"/>
            </a:xfrm>
            <a:custGeom>
              <a:rect b="b" l="l" r="r" t="t"/>
              <a:pathLst>
                <a:path extrusionOk="0" h="94488" w="460248">
                  <a:moveTo>
                    <a:pt x="0" y="0"/>
                  </a:moveTo>
                  <a:lnTo>
                    <a:pt x="460248" y="0"/>
                  </a:lnTo>
                  <a:lnTo>
                    <a:pt x="460248" y="94488"/>
                  </a:lnTo>
                  <a:lnTo>
                    <a:pt x="0" y="9448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</p:grpSp>
      <p:sp>
        <p:nvSpPr>
          <p:cNvPr id="614" name="Google Shape;614;p29"/>
          <p:cNvSpPr/>
          <p:nvPr/>
        </p:nvSpPr>
        <p:spPr>
          <a:xfrm>
            <a:off x="7532443" y="1482792"/>
            <a:ext cx="34990" cy="252431"/>
          </a:xfrm>
          <a:custGeom>
            <a:rect b="b" l="l" r="r" t="t"/>
            <a:pathLst>
              <a:path extrusionOk="0" h="615696" w="85344">
                <a:moveTo>
                  <a:pt x="0" y="0"/>
                </a:moveTo>
                <a:lnTo>
                  <a:pt x="85344" y="0"/>
                </a:lnTo>
                <a:lnTo>
                  <a:pt x="85344" y="615696"/>
                </a:lnTo>
                <a:lnTo>
                  <a:pt x="0" y="615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5" name="Google Shape;615;p29"/>
          <p:cNvGrpSpPr/>
          <p:nvPr/>
        </p:nvGrpSpPr>
        <p:grpSpPr>
          <a:xfrm>
            <a:off x="7497450" y="1542773"/>
            <a:ext cx="107470" cy="149124"/>
            <a:chOff x="63500" y="63500"/>
            <a:chExt cx="196596" cy="272796"/>
          </a:xfrm>
        </p:grpSpPr>
        <p:sp>
          <p:nvSpPr>
            <p:cNvPr id="616" name="Google Shape;616;p29"/>
            <p:cNvSpPr/>
            <p:nvPr/>
          </p:nvSpPr>
          <p:spPr>
            <a:xfrm>
              <a:off x="69596" y="68072"/>
              <a:ext cx="184404" cy="134112"/>
            </a:xfrm>
            <a:custGeom>
              <a:rect b="b" l="l" r="r" t="t"/>
              <a:pathLst>
                <a:path extrusionOk="0" h="134112" w="184404">
                  <a:moveTo>
                    <a:pt x="0" y="0"/>
                  </a:moveTo>
                  <a:lnTo>
                    <a:pt x="184404" y="0"/>
                  </a:lnTo>
                  <a:lnTo>
                    <a:pt x="184404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617" name="Google Shape;617;p29"/>
            <p:cNvSpPr/>
            <p:nvPr/>
          </p:nvSpPr>
          <p:spPr>
            <a:xfrm>
              <a:off x="63500" y="63500"/>
              <a:ext cx="196596" cy="272796"/>
            </a:xfrm>
            <a:custGeom>
              <a:rect b="b" l="l" r="r" t="t"/>
              <a:pathLst>
                <a:path extrusionOk="0" h="272796" w="19659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90500" y="0"/>
                  </a:lnTo>
                  <a:cubicBezTo>
                    <a:pt x="193548" y="0"/>
                    <a:pt x="196596" y="1524"/>
                    <a:pt x="196596" y="4572"/>
                  </a:cubicBezTo>
                  <a:lnTo>
                    <a:pt x="196596" y="138684"/>
                  </a:lnTo>
                  <a:cubicBezTo>
                    <a:pt x="196596" y="141732"/>
                    <a:pt x="193548" y="144780"/>
                    <a:pt x="190500" y="144780"/>
                  </a:cubicBezTo>
                  <a:lnTo>
                    <a:pt x="6096" y="144780"/>
                  </a:lnTo>
                  <a:cubicBezTo>
                    <a:pt x="3048" y="144780"/>
                    <a:pt x="0" y="141732"/>
                    <a:pt x="0" y="138684"/>
                  </a:cubicBezTo>
                  <a:close/>
                  <a:moveTo>
                    <a:pt x="12192" y="272796"/>
                  </a:moveTo>
                  <a:lnTo>
                    <a:pt x="6096" y="268224"/>
                  </a:lnTo>
                  <a:lnTo>
                    <a:pt x="190500" y="268224"/>
                  </a:lnTo>
                  <a:lnTo>
                    <a:pt x="185928" y="272796"/>
                  </a:lnTo>
                  <a:lnTo>
                    <a:pt x="185928" y="4572"/>
                  </a:lnTo>
                  <a:lnTo>
                    <a:pt x="190500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78740" y="77216"/>
              <a:ext cx="166116" cy="117348"/>
            </a:xfrm>
            <a:custGeom>
              <a:rect b="b" l="l" r="r" t="t"/>
              <a:pathLst>
                <a:path extrusionOk="0" h="117348" w="166116">
                  <a:moveTo>
                    <a:pt x="0" y="0"/>
                  </a:moveTo>
                  <a:lnTo>
                    <a:pt x="166116" y="0"/>
                  </a:lnTo>
                  <a:lnTo>
                    <a:pt x="166116" y="117348"/>
                  </a:lnTo>
                  <a:lnTo>
                    <a:pt x="0" y="117348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619" name="Google Shape;619;p29"/>
            <p:cNvSpPr/>
            <p:nvPr/>
          </p:nvSpPr>
          <p:spPr>
            <a:xfrm>
              <a:off x="77216" y="74168"/>
              <a:ext cx="169164" cy="237744"/>
            </a:xfrm>
            <a:custGeom>
              <a:rect b="b" l="l" r="r" t="t"/>
              <a:pathLst>
                <a:path extrusionOk="0" h="237744" w="169164">
                  <a:moveTo>
                    <a:pt x="0" y="3048"/>
                  </a:moveTo>
                  <a:cubicBezTo>
                    <a:pt x="0" y="1524"/>
                    <a:pt x="1524" y="0"/>
                    <a:pt x="1524" y="0"/>
                  </a:cubicBezTo>
                  <a:lnTo>
                    <a:pt x="167640" y="0"/>
                  </a:lnTo>
                  <a:cubicBezTo>
                    <a:pt x="169164" y="0"/>
                    <a:pt x="169164" y="1524"/>
                    <a:pt x="169164" y="3048"/>
                  </a:cubicBezTo>
                  <a:lnTo>
                    <a:pt x="169164" y="120396"/>
                  </a:lnTo>
                  <a:cubicBezTo>
                    <a:pt x="169164" y="121920"/>
                    <a:pt x="169164" y="121920"/>
                    <a:pt x="167640" y="121920"/>
                  </a:cubicBezTo>
                  <a:lnTo>
                    <a:pt x="1524" y="121920"/>
                  </a:lnTo>
                  <a:cubicBezTo>
                    <a:pt x="1524" y="121920"/>
                    <a:pt x="0" y="121920"/>
                    <a:pt x="0" y="120396"/>
                  </a:cubicBezTo>
                  <a:close/>
                  <a:moveTo>
                    <a:pt x="4572" y="237744"/>
                  </a:moveTo>
                  <a:lnTo>
                    <a:pt x="1524" y="118872"/>
                  </a:lnTo>
                  <a:lnTo>
                    <a:pt x="167640" y="118872"/>
                  </a:lnTo>
                  <a:lnTo>
                    <a:pt x="166116" y="120396"/>
                  </a:lnTo>
                  <a:lnTo>
                    <a:pt x="166116" y="3048"/>
                  </a:lnTo>
                  <a:lnTo>
                    <a:pt x="167640" y="4572"/>
                  </a:lnTo>
                  <a:lnTo>
                    <a:pt x="1524" y="4572"/>
                  </a:lnTo>
                  <a:lnTo>
                    <a:pt x="4572" y="3048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0" name="Google Shape;620;p29"/>
          <p:cNvGrpSpPr/>
          <p:nvPr/>
        </p:nvGrpSpPr>
        <p:grpSpPr>
          <a:xfrm>
            <a:off x="7516612" y="1712727"/>
            <a:ext cx="69147" cy="105803"/>
            <a:chOff x="63500" y="63500"/>
            <a:chExt cx="126492" cy="193548"/>
          </a:xfrm>
        </p:grpSpPr>
        <p:sp>
          <p:nvSpPr>
            <p:cNvPr id="621" name="Google Shape;621;p29"/>
            <p:cNvSpPr/>
            <p:nvPr/>
          </p:nvSpPr>
          <p:spPr>
            <a:xfrm>
              <a:off x="63500" y="63500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9436"/>
                  </a:moveTo>
                  <a:lnTo>
                    <a:pt x="0" y="53340"/>
                  </a:lnTo>
                  <a:lnTo>
                    <a:pt x="1524" y="47244"/>
                  </a:lnTo>
                  <a:lnTo>
                    <a:pt x="4572" y="36576"/>
                  </a:lnTo>
                  <a:cubicBezTo>
                    <a:pt x="4572" y="36576"/>
                    <a:pt x="4572" y="36576"/>
                    <a:pt x="6096" y="36576"/>
                  </a:cubicBezTo>
                  <a:lnTo>
                    <a:pt x="10668" y="27432"/>
                  </a:lnTo>
                  <a:cubicBezTo>
                    <a:pt x="10668" y="25908"/>
                    <a:pt x="10668" y="25908"/>
                    <a:pt x="10668" y="25908"/>
                  </a:cubicBezTo>
                  <a:lnTo>
                    <a:pt x="18288" y="18288"/>
                  </a:lnTo>
                  <a:cubicBezTo>
                    <a:pt x="18288" y="18288"/>
                    <a:pt x="18288" y="16764"/>
                    <a:pt x="19812" y="16764"/>
                  </a:cubicBezTo>
                  <a:lnTo>
                    <a:pt x="27432" y="10668"/>
                  </a:lnTo>
                  <a:cubicBezTo>
                    <a:pt x="27432" y="10668"/>
                    <a:pt x="28956" y="10668"/>
                    <a:pt x="28956" y="10668"/>
                  </a:cubicBezTo>
                  <a:lnTo>
                    <a:pt x="38100" y="6096"/>
                  </a:lnTo>
                  <a:cubicBezTo>
                    <a:pt x="38100" y="4572"/>
                    <a:pt x="39624" y="4572"/>
                    <a:pt x="39624" y="4572"/>
                  </a:cubicBezTo>
                  <a:lnTo>
                    <a:pt x="50292" y="1524"/>
                  </a:lnTo>
                  <a:cubicBezTo>
                    <a:pt x="50292" y="1524"/>
                    <a:pt x="50292" y="1524"/>
                    <a:pt x="51816" y="1524"/>
                  </a:cubicBezTo>
                  <a:lnTo>
                    <a:pt x="62484" y="0"/>
                  </a:lnTo>
                  <a:cubicBezTo>
                    <a:pt x="64008" y="0"/>
                    <a:pt x="64008" y="0"/>
                    <a:pt x="64008" y="0"/>
                  </a:cubicBezTo>
                  <a:lnTo>
                    <a:pt x="76200" y="1524"/>
                  </a:lnTo>
                  <a:lnTo>
                    <a:pt x="86868" y="4572"/>
                  </a:lnTo>
                  <a:cubicBezTo>
                    <a:pt x="88392" y="4572"/>
                    <a:pt x="88392" y="4572"/>
                    <a:pt x="88392" y="6096"/>
                  </a:cubicBezTo>
                  <a:lnTo>
                    <a:pt x="99060" y="10668"/>
                  </a:lnTo>
                  <a:lnTo>
                    <a:pt x="108204" y="16764"/>
                  </a:lnTo>
                  <a:cubicBezTo>
                    <a:pt x="108204" y="16764"/>
                    <a:pt x="108204" y="18288"/>
                    <a:pt x="108204" y="18288"/>
                  </a:cubicBezTo>
                  <a:lnTo>
                    <a:pt x="115824" y="25908"/>
                  </a:lnTo>
                  <a:cubicBezTo>
                    <a:pt x="115824" y="25908"/>
                    <a:pt x="115824" y="25908"/>
                    <a:pt x="115824" y="27432"/>
                  </a:cubicBezTo>
                  <a:lnTo>
                    <a:pt x="121920" y="36576"/>
                  </a:lnTo>
                  <a:lnTo>
                    <a:pt x="124968" y="47244"/>
                  </a:lnTo>
                  <a:cubicBezTo>
                    <a:pt x="124968" y="47244"/>
                    <a:pt x="124968" y="47244"/>
                    <a:pt x="126492" y="47244"/>
                  </a:cubicBezTo>
                  <a:lnTo>
                    <a:pt x="126492" y="53340"/>
                  </a:lnTo>
                  <a:lnTo>
                    <a:pt x="126492" y="59436"/>
                  </a:lnTo>
                  <a:lnTo>
                    <a:pt x="126492" y="65532"/>
                  </a:lnTo>
                  <a:lnTo>
                    <a:pt x="126492" y="71628"/>
                  </a:lnTo>
                  <a:cubicBezTo>
                    <a:pt x="124968" y="71628"/>
                    <a:pt x="124968" y="71628"/>
                    <a:pt x="124968" y="71628"/>
                  </a:cubicBezTo>
                  <a:lnTo>
                    <a:pt x="121920" y="82296"/>
                  </a:lnTo>
                  <a:lnTo>
                    <a:pt x="115824" y="91440"/>
                  </a:lnTo>
                  <a:cubicBezTo>
                    <a:pt x="115824" y="91440"/>
                    <a:pt x="115824" y="92964"/>
                    <a:pt x="115824" y="92964"/>
                  </a:cubicBezTo>
                  <a:lnTo>
                    <a:pt x="108204" y="100584"/>
                  </a:lnTo>
                  <a:cubicBezTo>
                    <a:pt x="108204" y="100584"/>
                    <a:pt x="108204" y="100584"/>
                    <a:pt x="108204" y="102108"/>
                  </a:cubicBezTo>
                  <a:lnTo>
                    <a:pt x="99060" y="108204"/>
                  </a:lnTo>
                  <a:lnTo>
                    <a:pt x="88392" y="112776"/>
                  </a:lnTo>
                  <a:cubicBezTo>
                    <a:pt x="88392" y="112776"/>
                    <a:pt x="88392" y="114300"/>
                    <a:pt x="86868" y="114300"/>
                  </a:cubicBezTo>
                  <a:lnTo>
                    <a:pt x="76200" y="117348"/>
                  </a:lnTo>
                  <a:lnTo>
                    <a:pt x="64008" y="117348"/>
                  </a:lnTo>
                  <a:cubicBezTo>
                    <a:pt x="64008" y="117348"/>
                    <a:pt x="64008" y="117348"/>
                    <a:pt x="62484" y="117348"/>
                  </a:cubicBezTo>
                  <a:lnTo>
                    <a:pt x="51816" y="117348"/>
                  </a:lnTo>
                  <a:cubicBezTo>
                    <a:pt x="50292" y="117348"/>
                    <a:pt x="50292" y="117348"/>
                    <a:pt x="50292" y="117348"/>
                  </a:cubicBezTo>
                  <a:lnTo>
                    <a:pt x="39624" y="114300"/>
                  </a:lnTo>
                  <a:cubicBezTo>
                    <a:pt x="39624" y="114300"/>
                    <a:pt x="38100" y="112776"/>
                    <a:pt x="38100" y="112776"/>
                  </a:cubicBezTo>
                  <a:lnTo>
                    <a:pt x="28956" y="108204"/>
                  </a:lnTo>
                  <a:cubicBezTo>
                    <a:pt x="28956" y="108204"/>
                    <a:pt x="27432" y="108204"/>
                    <a:pt x="27432" y="108204"/>
                  </a:cubicBezTo>
                  <a:lnTo>
                    <a:pt x="19812" y="102108"/>
                  </a:lnTo>
                  <a:cubicBezTo>
                    <a:pt x="18288" y="100584"/>
                    <a:pt x="18288" y="100584"/>
                    <a:pt x="18288" y="100584"/>
                  </a:cubicBezTo>
                  <a:lnTo>
                    <a:pt x="10668" y="92964"/>
                  </a:lnTo>
                  <a:cubicBezTo>
                    <a:pt x="10668" y="92964"/>
                    <a:pt x="10668" y="91440"/>
                    <a:pt x="10668" y="91440"/>
                  </a:cubicBezTo>
                  <a:lnTo>
                    <a:pt x="6096" y="82296"/>
                  </a:lnTo>
                  <a:cubicBezTo>
                    <a:pt x="4572" y="82296"/>
                    <a:pt x="4572" y="82296"/>
                    <a:pt x="4572" y="82296"/>
                  </a:cubicBezTo>
                  <a:lnTo>
                    <a:pt x="1524" y="71628"/>
                  </a:lnTo>
                  <a:lnTo>
                    <a:pt x="0" y="65532"/>
                  </a:lnTo>
                  <a:close/>
                  <a:moveTo>
                    <a:pt x="10668" y="70104"/>
                  </a:moveTo>
                  <a:lnTo>
                    <a:pt x="12192" y="74676"/>
                  </a:lnTo>
                  <a:lnTo>
                    <a:pt x="15240" y="83820"/>
                  </a:lnTo>
                  <a:lnTo>
                    <a:pt x="19812" y="92964"/>
                  </a:lnTo>
                  <a:lnTo>
                    <a:pt x="19812" y="91440"/>
                  </a:lnTo>
                  <a:lnTo>
                    <a:pt x="25908" y="99060"/>
                  </a:lnTo>
                  <a:lnTo>
                    <a:pt x="35052" y="105156"/>
                  </a:lnTo>
                  <a:lnTo>
                    <a:pt x="33528" y="105156"/>
                  </a:lnTo>
                  <a:lnTo>
                    <a:pt x="42672" y="109728"/>
                  </a:lnTo>
                  <a:lnTo>
                    <a:pt x="53340" y="112776"/>
                  </a:lnTo>
                  <a:lnTo>
                    <a:pt x="51816" y="112776"/>
                  </a:lnTo>
                  <a:lnTo>
                    <a:pt x="64008" y="112776"/>
                  </a:lnTo>
                  <a:lnTo>
                    <a:pt x="62484" y="112776"/>
                  </a:lnTo>
                  <a:lnTo>
                    <a:pt x="74676" y="112776"/>
                  </a:lnTo>
                  <a:lnTo>
                    <a:pt x="73152" y="112776"/>
                  </a:lnTo>
                  <a:lnTo>
                    <a:pt x="83820" y="109728"/>
                  </a:lnTo>
                  <a:lnTo>
                    <a:pt x="92964" y="105156"/>
                  </a:lnTo>
                  <a:lnTo>
                    <a:pt x="100584" y="99060"/>
                  </a:lnTo>
                  <a:lnTo>
                    <a:pt x="108204" y="91440"/>
                  </a:lnTo>
                  <a:lnTo>
                    <a:pt x="106680" y="92964"/>
                  </a:lnTo>
                  <a:lnTo>
                    <a:pt x="112776" y="83820"/>
                  </a:lnTo>
                  <a:lnTo>
                    <a:pt x="111252" y="83820"/>
                  </a:lnTo>
                  <a:lnTo>
                    <a:pt x="115824" y="74676"/>
                  </a:lnTo>
                  <a:lnTo>
                    <a:pt x="114300" y="74676"/>
                  </a:lnTo>
                  <a:lnTo>
                    <a:pt x="115824" y="70104"/>
                  </a:lnTo>
                  <a:lnTo>
                    <a:pt x="115824" y="59436"/>
                  </a:lnTo>
                  <a:lnTo>
                    <a:pt x="115824" y="54864"/>
                  </a:lnTo>
                  <a:lnTo>
                    <a:pt x="114300" y="48768"/>
                  </a:lnTo>
                  <a:lnTo>
                    <a:pt x="115824" y="50292"/>
                  </a:lnTo>
                  <a:lnTo>
                    <a:pt x="111252" y="41148"/>
                  </a:lnTo>
                  <a:lnTo>
                    <a:pt x="112776" y="41148"/>
                  </a:lnTo>
                  <a:lnTo>
                    <a:pt x="106680" y="32004"/>
                  </a:lnTo>
                  <a:lnTo>
                    <a:pt x="108204" y="33528"/>
                  </a:lnTo>
                  <a:lnTo>
                    <a:pt x="100584" y="25908"/>
                  </a:lnTo>
                  <a:lnTo>
                    <a:pt x="92964" y="19812"/>
                  </a:lnTo>
                  <a:lnTo>
                    <a:pt x="83820" y="15240"/>
                  </a:lnTo>
                  <a:lnTo>
                    <a:pt x="73152" y="12192"/>
                  </a:lnTo>
                  <a:lnTo>
                    <a:pt x="74676" y="12192"/>
                  </a:lnTo>
                  <a:lnTo>
                    <a:pt x="62484" y="12192"/>
                  </a:lnTo>
                  <a:lnTo>
                    <a:pt x="64008" y="12192"/>
                  </a:lnTo>
                  <a:lnTo>
                    <a:pt x="51816" y="12192"/>
                  </a:lnTo>
                  <a:lnTo>
                    <a:pt x="53340" y="12192"/>
                  </a:lnTo>
                  <a:lnTo>
                    <a:pt x="42672" y="15240"/>
                  </a:lnTo>
                  <a:lnTo>
                    <a:pt x="33528" y="19812"/>
                  </a:lnTo>
                  <a:lnTo>
                    <a:pt x="35052" y="19812"/>
                  </a:lnTo>
                  <a:lnTo>
                    <a:pt x="25908" y="25908"/>
                  </a:lnTo>
                  <a:lnTo>
                    <a:pt x="19812" y="33528"/>
                  </a:lnTo>
                  <a:lnTo>
                    <a:pt x="19812" y="32004"/>
                  </a:lnTo>
                  <a:lnTo>
                    <a:pt x="15240" y="41148"/>
                  </a:lnTo>
                  <a:lnTo>
                    <a:pt x="12192" y="50292"/>
                  </a:lnTo>
                  <a:lnTo>
                    <a:pt x="12192" y="48768"/>
                  </a:lnTo>
                  <a:lnTo>
                    <a:pt x="10668" y="54864"/>
                  </a:lnTo>
                  <a:lnTo>
                    <a:pt x="10668" y="5943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63500" y="139700"/>
              <a:ext cx="126492" cy="117348"/>
            </a:xfrm>
            <a:custGeom>
              <a:rect b="b" l="l" r="r" t="t"/>
              <a:pathLst>
                <a:path extrusionOk="0" h="117348" w="126492">
                  <a:moveTo>
                    <a:pt x="0" y="57912"/>
                  </a:moveTo>
                  <a:lnTo>
                    <a:pt x="0" y="51816"/>
                  </a:lnTo>
                  <a:lnTo>
                    <a:pt x="1524" y="47244"/>
                  </a:lnTo>
                  <a:cubicBezTo>
                    <a:pt x="1524" y="45720"/>
                    <a:pt x="1524" y="45720"/>
                    <a:pt x="1524" y="45720"/>
                  </a:cubicBezTo>
                  <a:lnTo>
                    <a:pt x="4572" y="35052"/>
                  </a:lnTo>
                  <a:cubicBezTo>
                    <a:pt x="4572" y="35052"/>
                    <a:pt x="4572" y="35052"/>
                    <a:pt x="6096" y="35052"/>
                  </a:cubicBezTo>
                  <a:lnTo>
                    <a:pt x="10668" y="25908"/>
                  </a:lnTo>
                  <a:cubicBezTo>
                    <a:pt x="10668" y="25908"/>
                    <a:pt x="10668" y="24384"/>
                    <a:pt x="10668" y="24384"/>
                  </a:cubicBezTo>
                  <a:lnTo>
                    <a:pt x="18288" y="16764"/>
                  </a:lnTo>
                  <a:cubicBezTo>
                    <a:pt x="18288" y="16764"/>
                    <a:pt x="18288" y="16764"/>
                    <a:pt x="19812" y="16764"/>
                  </a:cubicBezTo>
                  <a:lnTo>
                    <a:pt x="27432" y="9144"/>
                  </a:lnTo>
                  <a:cubicBezTo>
                    <a:pt x="27432" y="9144"/>
                    <a:pt x="28956" y="9144"/>
                    <a:pt x="28956" y="9144"/>
                  </a:cubicBezTo>
                  <a:lnTo>
                    <a:pt x="38100" y="4572"/>
                  </a:lnTo>
                  <a:cubicBezTo>
                    <a:pt x="38100" y="4572"/>
                    <a:pt x="39624" y="4572"/>
                    <a:pt x="39624" y="3048"/>
                  </a:cubicBezTo>
                  <a:lnTo>
                    <a:pt x="50292" y="0"/>
                  </a:lnTo>
                  <a:cubicBezTo>
                    <a:pt x="50292" y="0"/>
                    <a:pt x="50292" y="0"/>
                    <a:pt x="51816" y="0"/>
                  </a:cubicBezTo>
                  <a:lnTo>
                    <a:pt x="62484" y="0"/>
                  </a:lnTo>
                  <a:cubicBezTo>
                    <a:pt x="64008" y="0"/>
                    <a:pt x="64008" y="0"/>
                    <a:pt x="64008" y="0"/>
                  </a:cubicBezTo>
                  <a:lnTo>
                    <a:pt x="76200" y="0"/>
                  </a:lnTo>
                  <a:lnTo>
                    <a:pt x="86868" y="3048"/>
                  </a:lnTo>
                  <a:cubicBezTo>
                    <a:pt x="88392" y="4572"/>
                    <a:pt x="88392" y="4572"/>
                    <a:pt x="88392" y="4572"/>
                  </a:cubicBezTo>
                  <a:lnTo>
                    <a:pt x="99060" y="9144"/>
                  </a:lnTo>
                  <a:lnTo>
                    <a:pt x="108204" y="16764"/>
                  </a:lnTo>
                  <a:lnTo>
                    <a:pt x="115824" y="24384"/>
                  </a:lnTo>
                  <a:cubicBezTo>
                    <a:pt x="115824" y="24384"/>
                    <a:pt x="115824" y="25908"/>
                    <a:pt x="115824" y="25908"/>
                  </a:cubicBezTo>
                  <a:lnTo>
                    <a:pt x="121920" y="35052"/>
                  </a:lnTo>
                  <a:lnTo>
                    <a:pt x="124968" y="45720"/>
                  </a:lnTo>
                  <a:cubicBezTo>
                    <a:pt x="124968" y="45720"/>
                    <a:pt x="124968" y="45720"/>
                    <a:pt x="126492" y="47244"/>
                  </a:cubicBezTo>
                  <a:lnTo>
                    <a:pt x="126492" y="51816"/>
                  </a:lnTo>
                  <a:lnTo>
                    <a:pt x="126492" y="57912"/>
                  </a:lnTo>
                  <a:lnTo>
                    <a:pt x="126492" y="64008"/>
                  </a:lnTo>
                  <a:lnTo>
                    <a:pt x="126492" y="70104"/>
                  </a:lnTo>
                  <a:cubicBezTo>
                    <a:pt x="124968" y="70104"/>
                    <a:pt x="124968" y="70104"/>
                    <a:pt x="124968" y="70104"/>
                  </a:cubicBezTo>
                  <a:lnTo>
                    <a:pt x="121920" y="80772"/>
                  </a:lnTo>
                  <a:cubicBezTo>
                    <a:pt x="121920" y="80772"/>
                    <a:pt x="121920" y="80772"/>
                    <a:pt x="121920" y="82296"/>
                  </a:cubicBezTo>
                  <a:lnTo>
                    <a:pt x="115824" y="89916"/>
                  </a:lnTo>
                  <a:cubicBezTo>
                    <a:pt x="115824" y="91440"/>
                    <a:pt x="115824" y="91440"/>
                    <a:pt x="115824" y="91440"/>
                  </a:cubicBezTo>
                  <a:lnTo>
                    <a:pt x="108204" y="99060"/>
                  </a:lnTo>
                  <a:cubicBezTo>
                    <a:pt x="108204" y="99060"/>
                    <a:pt x="108204" y="99060"/>
                    <a:pt x="108204" y="100584"/>
                  </a:cubicBezTo>
                  <a:lnTo>
                    <a:pt x="99060" y="106680"/>
                  </a:lnTo>
                  <a:cubicBezTo>
                    <a:pt x="99060" y="106680"/>
                    <a:pt x="99060" y="106680"/>
                    <a:pt x="97536" y="106680"/>
                  </a:cubicBezTo>
                  <a:lnTo>
                    <a:pt x="88392" y="111252"/>
                  </a:lnTo>
                  <a:cubicBezTo>
                    <a:pt x="88392" y="112776"/>
                    <a:pt x="88392" y="112776"/>
                    <a:pt x="86868" y="112776"/>
                  </a:cubicBezTo>
                  <a:lnTo>
                    <a:pt x="76200" y="115824"/>
                  </a:lnTo>
                  <a:lnTo>
                    <a:pt x="64008" y="117348"/>
                  </a:lnTo>
                  <a:cubicBezTo>
                    <a:pt x="64008" y="117348"/>
                    <a:pt x="64008" y="117348"/>
                    <a:pt x="62484" y="117348"/>
                  </a:cubicBezTo>
                  <a:lnTo>
                    <a:pt x="51816" y="115824"/>
                  </a:lnTo>
                  <a:cubicBezTo>
                    <a:pt x="50292" y="115824"/>
                    <a:pt x="50292" y="115824"/>
                    <a:pt x="50292" y="115824"/>
                  </a:cubicBezTo>
                  <a:lnTo>
                    <a:pt x="39624" y="112776"/>
                  </a:lnTo>
                  <a:cubicBezTo>
                    <a:pt x="39624" y="112776"/>
                    <a:pt x="38100" y="112776"/>
                    <a:pt x="38100" y="111252"/>
                  </a:cubicBezTo>
                  <a:lnTo>
                    <a:pt x="28956" y="106680"/>
                  </a:lnTo>
                  <a:cubicBezTo>
                    <a:pt x="28956" y="106680"/>
                    <a:pt x="27432" y="106680"/>
                    <a:pt x="27432" y="106680"/>
                  </a:cubicBezTo>
                  <a:lnTo>
                    <a:pt x="19812" y="100584"/>
                  </a:lnTo>
                  <a:cubicBezTo>
                    <a:pt x="18288" y="99060"/>
                    <a:pt x="18288" y="99060"/>
                    <a:pt x="18288" y="99060"/>
                  </a:cubicBezTo>
                  <a:lnTo>
                    <a:pt x="10668" y="91440"/>
                  </a:lnTo>
                  <a:cubicBezTo>
                    <a:pt x="10668" y="91440"/>
                    <a:pt x="10668" y="91440"/>
                    <a:pt x="10668" y="89916"/>
                  </a:cubicBezTo>
                  <a:lnTo>
                    <a:pt x="6096" y="82296"/>
                  </a:lnTo>
                  <a:cubicBezTo>
                    <a:pt x="4572" y="80772"/>
                    <a:pt x="4572" y="80772"/>
                    <a:pt x="4572" y="80772"/>
                  </a:cubicBezTo>
                  <a:lnTo>
                    <a:pt x="1524" y="70104"/>
                  </a:lnTo>
                  <a:lnTo>
                    <a:pt x="0" y="64008"/>
                  </a:lnTo>
                  <a:close/>
                  <a:moveTo>
                    <a:pt x="10668" y="68580"/>
                  </a:moveTo>
                  <a:lnTo>
                    <a:pt x="12192" y="74676"/>
                  </a:lnTo>
                  <a:lnTo>
                    <a:pt x="12192" y="73152"/>
                  </a:lnTo>
                  <a:lnTo>
                    <a:pt x="15240" y="83820"/>
                  </a:lnTo>
                  <a:lnTo>
                    <a:pt x="15240" y="76200"/>
                  </a:lnTo>
                  <a:lnTo>
                    <a:pt x="19812" y="85344"/>
                  </a:lnTo>
                  <a:lnTo>
                    <a:pt x="19812" y="83820"/>
                  </a:lnTo>
                  <a:lnTo>
                    <a:pt x="25908" y="91440"/>
                  </a:lnTo>
                  <a:lnTo>
                    <a:pt x="35052" y="97536"/>
                  </a:lnTo>
                  <a:lnTo>
                    <a:pt x="33528" y="97536"/>
                  </a:lnTo>
                  <a:lnTo>
                    <a:pt x="42672" y="102108"/>
                  </a:lnTo>
                  <a:lnTo>
                    <a:pt x="53340" y="105156"/>
                  </a:lnTo>
                  <a:lnTo>
                    <a:pt x="51816" y="105156"/>
                  </a:lnTo>
                  <a:lnTo>
                    <a:pt x="64008" y="105156"/>
                  </a:lnTo>
                  <a:lnTo>
                    <a:pt x="62484" y="105156"/>
                  </a:lnTo>
                  <a:lnTo>
                    <a:pt x="74676" y="105156"/>
                  </a:lnTo>
                  <a:lnTo>
                    <a:pt x="73152" y="105156"/>
                  </a:lnTo>
                  <a:lnTo>
                    <a:pt x="83820" y="102108"/>
                  </a:lnTo>
                  <a:lnTo>
                    <a:pt x="92964" y="97536"/>
                  </a:lnTo>
                  <a:lnTo>
                    <a:pt x="100584" y="91440"/>
                  </a:lnTo>
                  <a:lnTo>
                    <a:pt x="108204" y="83820"/>
                  </a:lnTo>
                  <a:lnTo>
                    <a:pt x="106680" y="85344"/>
                  </a:lnTo>
                  <a:lnTo>
                    <a:pt x="112776" y="76200"/>
                  </a:lnTo>
                  <a:lnTo>
                    <a:pt x="111252" y="77724"/>
                  </a:lnTo>
                  <a:lnTo>
                    <a:pt x="115824" y="67056"/>
                  </a:lnTo>
                  <a:lnTo>
                    <a:pt x="114300" y="68580"/>
                  </a:lnTo>
                  <a:lnTo>
                    <a:pt x="115824" y="62484"/>
                  </a:lnTo>
                  <a:lnTo>
                    <a:pt x="115824" y="57912"/>
                  </a:lnTo>
                  <a:lnTo>
                    <a:pt x="115824" y="53340"/>
                  </a:lnTo>
                  <a:lnTo>
                    <a:pt x="114300" y="48768"/>
                  </a:lnTo>
                  <a:lnTo>
                    <a:pt x="115824" y="48768"/>
                  </a:lnTo>
                  <a:lnTo>
                    <a:pt x="111252" y="39624"/>
                  </a:lnTo>
                  <a:lnTo>
                    <a:pt x="112776" y="39624"/>
                  </a:lnTo>
                  <a:lnTo>
                    <a:pt x="106680" y="30480"/>
                  </a:lnTo>
                  <a:lnTo>
                    <a:pt x="108204" y="32004"/>
                  </a:lnTo>
                  <a:lnTo>
                    <a:pt x="100584" y="24384"/>
                  </a:lnTo>
                  <a:lnTo>
                    <a:pt x="92964" y="18288"/>
                  </a:lnTo>
                  <a:lnTo>
                    <a:pt x="83820" y="13716"/>
                  </a:lnTo>
                  <a:lnTo>
                    <a:pt x="73152" y="10668"/>
                  </a:lnTo>
                  <a:lnTo>
                    <a:pt x="74676" y="10668"/>
                  </a:lnTo>
                  <a:lnTo>
                    <a:pt x="62484" y="10668"/>
                  </a:lnTo>
                  <a:lnTo>
                    <a:pt x="64008" y="10668"/>
                  </a:lnTo>
                  <a:lnTo>
                    <a:pt x="51816" y="10668"/>
                  </a:lnTo>
                  <a:lnTo>
                    <a:pt x="53340" y="10668"/>
                  </a:lnTo>
                  <a:lnTo>
                    <a:pt x="42672" y="13716"/>
                  </a:lnTo>
                  <a:lnTo>
                    <a:pt x="33528" y="18288"/>
                  </a:lnTo>
                  <a:lnTo>
                    <a:pt x="35052" y="18288"/>
                  </a:lnTo>
                  <a:lnTo>
                    <a:pt x="25908" y="24384"/>
                  </a:lnTo>
                  <a:lnTo>
                    <a:pt x="19812" y="32004"/>
                  </a:lnTo>
                  <a:lnTo>
                    <a:pt x="19812" y="30480"/>
                  </a:lnTo>
                  <a:lnTo>
                    <a:pt x="15240" y="39624"/>
                  </a:lnTo>
                  <a:lnTo>
                    <a:pt x="12192" y="48768"/>
                  </a:lnTo>
                  <a:lnTo>
                    <a:pt x="10668" y="53340"/>
                  </a:lnTo>
                  <a:lnTo>
                    <a:pt x="10668" y="579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3" name="Google Shape;623;p29"/>
          <p:cNvSpPr/>
          <p:nvPr/>
        </p:nvSpPr>
        <p:spPr>
          <a:xfrm>
            <a:off x="7534942" y="1805204"/>
            <a:ext cx="34990" cy="202444"/>
          </a:xfrm>
          <a:custGeom>
            <a:rect b="b" l="l" r="r" t="t"/>
            <a:pathLst>
              <a:path extrusionOk="0" h="493776" w="85344">
                <a:moveTo>
                  <a:pt x="0" y="0"/>
                </a:moveTo>
                <a:lnTo>
                  <a:pt x="85344" y="0"/>
                </a:lnTo>
                <a:lnTo>
                  <a:pt x="85344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4" name="Google Shape;624;p29"/>
          <p:cNvSpPr/>
          <p:nvPr/>
        </p:nvSpPr>
        <p:spPr>
          <a:xfrm>
            <a:off x="4060893" y="1973491"/>
            <a:ext cx="3506541" cy="748129"/>
          </a:xfrm>
          <a:custGeom>
            <a:rect b="b" l="l" r="r" t="t"/>
            <a:pathLst>
              <a:path extrusionOk="0" h="1824736" w="8552688">
                <a:moveTo>
                  <a:pt x="0" y="0"/>
                </a:moveTo>
                <a:lnTo>
                  <a:pt x="8552688" y="0"/>
                </a:lnTo>
                <a:lnTo>
                  <a:pt x="8552688" y="1824736"/>
                </a:lnTo>
                <a:lnTo>
                  <a:pt x="0" y="1824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25" name="Google Shape;625;p29"/>
          <p:cNvGrpSpPr/>
          <p:nvPr/>
        </p:nvGrpSpPr>
        <p:grpSpPr>
          <a:xfrm>
            <a:off x="4025900" y="2465021"/>
            <a:ext cx="106636" cy="129130"/>
            <a:chOff x="63500" y="63500"/>
            <a:chExt cx="195072" cy="236220"/>
          </a:xfrm>
        </p:grpSpPr>
        <p:sp>
          <p:nvSpPr>
            <p:cNvPr id="626" name="Google Shape;626;p29"/>
            <p:cNvSpPr/>
            <p:nvPr/>
          </p:nvSpPr>
          <p:spPr>
            <a:xfrm>
              <a:off x="68072" y="69596"/>
              <a:ext cx="185928" cy="109728"/>
            </a:xfrm>
            <a:custGeom>
              <a:rect b="b" l="l" r="r" t="t"/>
              <a:pathLst>
                <a:path extrusionOk="0" h="109728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627" name="Google Shape;627;p29"/>
            <p:cNvSpPr/>
            <p:nvPr/>
          </p:nvSpPr>
          <p:spPr>
            <a:xfrm>
              <a:off x="63500" y="63500"/>
              <a:ext cx="195072" cy="225552"/>
            </a:xfrm>
            <a:custGeom>
              <a:rect b="b" l="l" r="r" t="t"/>
              <a:pathLst>
                <a:path extrusionOk="0" h="225552" w="195072">
                  <a:moveTo>
                    <a:pt x="0" y="6096"/>
                  </a:moveTo>
                  <a:cubicBezTo>
                    <a:pt x="0" y="3048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5072" y="3048"/>
                    <a:pt x="195072" y="6096"/>
                  </a:cubicBezTo>
                  <a:lnTo>
                    <a:pt x="195072" y="115824"/>
                  </a:lnTo>
                  <a:cubicBezTo>
                    <a:pt x="195072" y="118872"/>
                    <a:pt x="193548" y="121920"/>
                    <a:pt x="190500" y="121920"/>
                  </a:cubicBezTo>
                  <a:lnTo>
                    <a:pt x="4572" y="121920"/>
                  </a:lnTo>
                  <a:cubicBezTo>
                    <a:pt x="1524" y="121920"/>
                    <a:pt x="0" y="118872"/>
                    <a:pt x="0" y="115824"/>
                  </a:cubicBezTo>
                  <a:close/>
                  <a:moveTo>
                    <a:pt x="10668" y="225552"/>
                  </a:moveTo>
                  <a:lnTo>
                    <a:pt x="4572" y="220980"/>
                  </a:lnTo>
                  <a:lnTo>
                    <a:pt x="190500" y="220980"/>
                  </a:lnTo>
                  <a:lnTo>
                    <a:pt x="184404" y="225552"/>
                  </a:lnTo>
                  <a:lnTo>
                    <a:pt x="184404" y="6096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74168" y="71120"/>
              <a:ext cx="169164" cy="114300"/>
            </a:xfrm>
            <a:custGeom>
              <a:rect b="b" l="l" r="r" t="t"/>
              <a:pathLst>
                <a:path extrusionOk="0" h="114300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629" name="Google Shape;629;p29"/>
            <p:cNvSpPr/>
            <p:nvPr/>
          </p:nvSpPr>
          <p:spPr>
            <a:xfrm>
              <a:off x="72644" y="69596"/>
              <a:ext cx="173736" cy="230124"/>
            </a:xfrm>
            <a:custGeom>
              <a:rect b="b" l="l" r="r" t="t"/>
              <a:pathLst>
                <a:path extrusionOk="0" h="230124" w="173736">
                  <a:moveTo>
                    <a:pt x="0" y="1524"/>
                  </a:moveTo>
                  <a:cubicBezTo>
                    <a:pt x="0" y="0"/>
                    <a:pt x="0" y="0"/>
                    <a:pt x="1524" y="0"/>
                  </a:cubicBezTo>
                  <a:lnTo>
                    <a:pt x="170688" y="0"/>
                  </a:lnTo>
                  <a:cubicBezTo>
                    <a:pt x="172212" y="0"/>
                    <a:pt x="173736" y="0"/>
                    <a:pt x="173736" y="1524"/>
                  </a:cubicBezTo>
                  <a:lnTo>
                    <a:pt x="173736" y="115824"/>
                  </a:lnTo>
                  <a:cubicBezTo>
                    <a:pt x="173736" y="117348"/>
                    <a:pt x="172212" y="118872"/>
                    <a:pt x="170688" y="118872"/>
                  </a:cubicBezTo>
                  <a:lnTo>
                    <a:pt x="1524" y="118872"/>
                  </a:lnTo>
                  <a:cubicBezTo>
                    <a:pt x="0" y="118872"/>
                    <a:pt x="0" y="117348"/>
                    <a:pt x="0" y="115824"/>
                  </a:cubicBezTo>
                  <a:close/>
                  <a:moveTo>
                    <a:pt x="3048" y="230124"/>
                  </a:moveTo>
                  <a:lnTo>
                    <a:pt x="1524" y="228600"/>
                  </a:lnTo>
                  <a:lnTo>
                    <a:pt x="170688" y="228600"/>
                  </a:lnTo>
                  <a:lnTo>
                    <a:pt x="169164" y="230124"/>
                  </a:lnTo>
                  <a:lnTo>
                    <a:pt x="169164" y="115824"/>
                  </a:lnTo>
                  <a:lnTo>
                    <a:pt x="170688" y="117348"/>
                  </a:lnTo>
                  <a:lnTo>
                    <a:pt x="1524" y="117348"/>
                  </a:lnTo>
                  <a:lnTo>
                    <a:pt x="3048" y="1158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0" name="Google Shape;630;p29"/>
          <p:cNvGrpSpPr/>
          <p:nvPr/>
        </p:nvGrpSpPr>
        <p:grpSpPr>
          <a:xfrm>
            <a:off x="4959811" y="2958219"/>
            <a:ext cx="78311" cy="104970"/>
            <a:chOff x="63500" y="63500"/>
            <a:chExt cx="143256" cy="192024"/>
          </a:xfrm>
        </p:grpSpPr>
        <p:sp>
          <p:nvSpPr>
            <p:cNvPr id="631" name="Google Shape;631;p29"/>
            <p:cNvSpPr/>
            <p:nvPr/>
          </p:nvSpPr>
          <p:spPr>
            <a:xfrm>
              <a:off x="74168" y="63500"/>
              <a:ext cx="132588" cy="123444"/>
            </a:xfrm>
            <a:custGeom>
              <a:rect b="b" l="l" r="r" t="t"/>
              <a:pathLst>
                <a:path extrusionOk="0" h="123444" w="132588">
                  <a:moveTo>
                    <a:pt x="0" y="60960"/>
                  </a:moveTo>
                  <a:lnTo>
                    <a:pt x="0" y="54864"/>
                  </a:lnTo>
                  <a:lnTo>
                    <a:pt x="1524" y="48768"/>
                  </a:lnTo>
                  <a:lnTo>
                    <a:pt x="3048" y="42672"/>
                  </a:lnTo>
                  <a:lnTo>
                    <a:pt x="6096" y="36576"/>
                  </a:lnTo>
                  <a:lnTo>
                    <a:pt x="10668" y="27432"/>
                  </a:lnTo>
                  <a:cubicBezTo>
                    <a:pt x="12192" y="27432"/>
                    <a:pt x="12192" y="25908"/>
                    <a:pt x="12192" y="25908"/>
                  </a:cubicBezTo>
                  <a:lnTo>
                    <a:pt x="19812" y="18288"/>
                  </a:lnTo>
                  <a:cubicBezTo>
                    <a:pt x="19812" y="16764"/>
                    <a:pt x="19812" y="16764"/>
                    <a:pt x="19812" y="16764"/>
                  </a:cubicBezTo>
                  <a:lnTo>
                    <a:pt x="28956" y="10668"/>
                  </a:lnTo>
                  <a:cubicBezTo>
                    <a:pt x="28956" y="10668"/>
                    <a:pt x="28956" y="9144"/>
                    <a:pt x="30480" y="9144"/>
                  </a:cubicBezTo>
                  <a:lnTo>
                    <a:pt x="39624" y="4572"/>
                  </a:lnTo>
                  <a:cubicBezTo>
                    <a:pt x="41148" y="4572"/>
                    <a:pt x="41148" y="4572"/>
                    <a:pt x="41148" y="4572"/>
                  </a:cubicBezTo>
                  <a:lnTo>
                    <a:pt x="51816" y="1524"/>
                  </a:lnTo>
                  <a:cubicBezTo>
                    <a:pt x="53340" y="0"/>
                    <a:pt x="53340" y="0"/>
                    <a:pt x="53340" y="0"/>
                  </a:cubicBezTo>
                  <a:lnTo>
                    <a:pt x="59436" y="0"/>
                  </a:lnTo>
                  <a:lnTo>
                    <a:pt x="65532" y="0"/>
                  </a:lnTo>
                  <a:lnTo>
                    <a:pt x="73152" y="0"/>
                  </a:lnTo>
                  <a:lnTo>
                    <a:pt x="79248" y="0"/>
                  </a:lnTo>
                  <a:cubicBezTo>
                    <a:pt x="79248" y="0"/>
                    <a:pt x="79248" y="0"/>
                    <a:pt x="79248" y="1524"/>
                  </a:cubicBezTo>
                  <a:lnTo>
                    <a:pt x="91440" y="4572"/>
                  </a:lnTo>
                  <a:lnTo>
                    <a:pt x="102108" y="9144"/>
                  </a:lnTo>
                  <a:cubicBezTo>
                    <a:pt x="102108" y="9144"/>
                    <a:pt x="103632" y="10668"/>
                    <a:pt x="103632" y="10668"/>
                  </a:cubicBezTo>
                  <a:lnTo>
                    <a:pt x="112776" y="16764"/>
                  </a:lnTo>
                  <a:cubicBezTo>
                    <a:pt x="112776" y="16764"/>
                    <a:pt x="112776" y="16764"/>
                    <a:pt x="112776" y="18288"/>
                  </a:cubicBezTo>
                  <a:lnTo>
                    <a:pt x="120396" y="25908"/>
                  </a:lnTo>
                  <a:cubicBezTo>
                    <a:pt x="120396" y="25908"/>
                    <a:pt x="120396" y="27432"/>
                    <a:pt x="120396" y="27432"/>
                  </a:cubicBezTo>
                  <a:lnTo>
                    <a:pt x="126492" y="36576"/>
                  </a:lnTo>
                  <a:lnTo>
                    <a:pt x="128016" y="42672"/>
                  </a:lnTo>
                  <a:lnTo>
                    <a:pt x="131064" y="48768"/>
                  </a:lnTo>
                  <a:lnTo>
                    <a:pt x="131064" y="54864"/>
                  </a:lnTo>
                  <a:lnTo>
                    <a:pt x="132588" y="60960"/>
                  </a:lnTo>
                  <a:lnTo>
                    <a:pt x="131064" y="67056"/>
                  </a:lnTo>
                  <a:lnTo>
                    <a:pt x="131064" y="73152"/>
                  </a:lnTo>
                  <a:lnTo>
                    <a:pt x="129540" y="79248"/>
                  </a:lnTo>
                  <a:lnTo>
                    <a:pt x="126492" y="85344"/>
                  </a:lnTo>
                  <a:lnTo>
                    <a:pt x="120396" y="96012"/>
                  </a:lnTo>
                  <a:lnTo>
                    <a:pt x="112776" y="105156"/>
                  </a:lnTo>
                  <a:lnTo>
                    <a:pt x="103632" y="112776"/>
                  </a:lnTo>
                  <a:cubicBezTo>
                    <a:pt x="103632" y="112776"/>
                    <a:pt x="102108" y="112776"/>
                    <a:pt x="102108" y="112776"/>
                  </a:cubicBezTo>
                  <a:lnTo>
                    <a:pt x="91440" y="117348"/>
                  </a:lnTo>
                  <a:cubicBezTo>
                    <a:pt x="91440" y="118872"/>
                    <a:pt x="91440" y="118872"/>
                    <a:pt x="91440" y="118872"/>
                  </a:cubicBezTo>
                  <a:lnTo>
                    <a:pt x="79248" y="121920"/>
                  </a:lnTo>
                  <a:lnTo>
                    <a:pt x="73152" y="123444"/>
                  </a:lnTo>
                  <a:lnTo>
                    <a:pt x="67056" y="123444"/>
                  </a:lnTo>
                  <a:lnTo>
                    <a:pt x="59436" y="123444"/>
                  </a:lnTo>
                  <a:lnTo>
                    <a:pt x="53340" y="121920"/>
                  </a:lnTo>
                  <a:cubicBezTo>
                    <a:pt x="53340" y="121920"/>
                    <a:pt x="53340" y="121920"/>
                    <a:pt x="51816" y="121920"/>
                  </a:cubicBezTo>
                  <a:lnTo>
                    <a:pt x="41148" y="118872"/>
                  </a:lnTo>
                  <a:cubicBezTo>
                    <a:pt x="41148" y="118872"/>
                    <a:pt x="41148" y="118872"/>
                    <a:pt x="39624" y="117348"/>
                  </a:cubicBezTo>
                  <a:lnTo>
                    <a:pt x="30480" y="112776"/>
                  </a:lnTo>
                  <a:cubicBezTo>
                    <a:pt x="28956" y="112776"/>
                    <a:pt x="28956" y="112776"/>
                    <a:pt x="28956" y="112776"/>
                  </a:cubicBezTo>
                  <a:lnTo>
                    <a:pt x="19812" y="105156"/>
                  </a:lnTo>
                  <a:lnTo>
                    <a:pt x="12192" y="96012"/>
                  </a:lnTo>
                  <a:cubicBezTo>
                    <a:pt x="12192" y="96012"/>
                    <a:pt x="12192" y="96012"/>
                    <a:pt x="10668" y="96012"/>
                  </a:cubicBezTo>
                  <a:lnTo>
                    <a:pt x="6096" y="85344"/>
                  </a:lnTo>
                  <a:lnTo>
                    <a:pt x="3048" y="79248"/>
                  </a:lnTo>
                  <a:lnTo>
                    <a:pt x="1524" y="74676"/>
                  </a:lnTo>
                  <a:lnTo>
                    <a:pt x="0" y="68580"/>
                  </a:lnTo>
                  <a:close/>
                  <a:moveTo>
                    <a:pt x="10668" y="73152"/>
                  </a:moveTo>
                  <a:lnTo>
                    <a:pt x="12192" y="79248"/>
                  </a:lnTo>
                  <a:lnTo>
                    <a:pt x="13716" y="83820"/>
                  </a:lnTo>
                  <a:lnTo>
                    <a:pt x="15240" y="88392"/>
                  </a:lnTo>
                  <a:lnTo>
                    <a:pt x="21336" y="97536"/>
                  </a:lnTo>
                  <a:lnTo>
                    <a:pt x="19812" y="96012"/>
                  </a:lnTo>
                  <a:lnTo>
                    <a:pt x="27432" y="105156"/>
                  </a:lnTo>
                  <a:lnTo>
                    <a:pt x="27432" y="103632"/>
                  </a:lnTo>
                  <a:lnTo>
                    <a:pt x="35052" y="111252"/>
                  </a:lnTo>
                  <a:lnTo>
                    <a:pt x="45720" y="115824"/>
                  </a:lnTo>
                  <a:lnTo>
                    <a:pt x="44196" y="115824"/>
                  </a:lnTo>
                  <a:lnTo>
                    <a:pt x="54864" y="118872"/>
                  </a:lnTo>
                  <a:lnTo>
                    <a:pt x="60960" y="118872"/>
                  </a:lnTo>
                  <a:lnTo>
                    <a:pt x="65532" y="120396"/>
                  </a:lnTo>
                  <a:lnTo>
                    <a:pt x="71628" y="118872"/>
                  </a:lnTo>
                  <a:lnTo>
                    <a:pt x="77724" y="118872"/>
                  </a:lnTo>
                  <a:lnTo>
                    <a:pt x="76200" y="118872"/>
                  </a:lnTo>
                  <a:lnTo>
                    <a:pt x="88392" y="115824"/>
                  </a:lnTo>
                  <a:lnTo>
                    <a:pt x="86868" y="115824"/>
                  </a:lnTo>
                  <a:lnTo>
                    <a:pt x="97536" y="111252"/>
                  </a:lnTo>
                  <a:lnTo>
                    <a:pt x="96012" y="111252"/>
                  </a:lnTo>
                  <a:lnTo>
                    <a:pt x="105156" y="105156"/>
                  </a:lnTo>
                  <a:lnTo>
                    <a:pt x="112776" y="96012"/>
                  </a:lnTo>
                  <a:lnTo>
                    <a:pt x="111252" y="97536"/>
                  </a:lnTo>
                  <a:lnTo>
                    <a:pt x="117348" y="88392"/>
                  </a:lnTo>
                  <a:lnTo>
                    <a:pt x="118872" y="83820"/>
                  </a:lnTo>
                  <a:lnTo>
                    <a:pt x="120396" y="79248"/>
                  </a:lnTo>
                  <a:lnTo>
                    <a:pt x="120396" y="74676"/>
                  </a:lnTo>
                  <a:lnTo>
                    <a:pt x="120396" y="60960"/>
                  </a:lnTo>
                  <a:lnTo>
                    <a:pt x="120396" y="56388"/>
                  </a:lnTo>
                  <a:lnTo>
                    <a:pt x="120396" y="51816"/>
                  </a:lnTo>
                  <a:lnTo>
                    <a:pt x="118872" y="45720"/>
                  </a:lnTo>
                  <a:lnTo>
                    <a:pt x="117348" y="41148"/>
                  </a:lnTo>
                  <a:lnTo>
                    <a:pt x="117348" y="42672"/>
                  </a:lnTo>
                  <a:lnTo>
                    <a:pt x="111252" y="32004"/>
                  </a:lnTo>
                  <a:lnTo>
                    <a:pt x="112776" y="33528"/>
                  </a:lnTo>
                  <a:lnTo>
                    <a:pt x="105156" y="24384"/>
                  </a:lnTo>
                  <a:lnTo>
                    <a:pt x="105156" y="25908"/>
                  </a:lnTo>
                  <a:lnTo>
                    <a:pt x="96012" y="18288"/>
                  </a:lnTo>
                  <a:lnTo>
                    <a:pt x="97536" y="19812"/>
                  </a:lnTo>
                  <a:lnTo>
                    <a:pt x="86868" y="13716"/>
                  </a:lnTo>
                  <a:lnTo>
                    <a:pt x="88392" y="15240"/>
                  </a:lnTo>
                  <a:lnTo>
                    <a:pt x="76200" y="10668"/>
                  </a:lnTo>
                  <a:lnTo>
                    <a:pt x="77724" y="12192"/>
                  </a:lnTo>
                  <a:lnTo>
                    <a:pt x="71628" y="10668"/>
                  </a:lnTo>
                  <a:lnTo>
                    <a:pt x="67056" y="10668"/>
                  </a:lnTo>
                  <a:lnTo>
                    <a:pt x="60960" y="10668"/>
                  </a:lnTo>
                  <a:lnTo>
                    <a:pt x="54864" y="12192"/>
                  </a:lnTo>
                  <a:lnTo>
                    <a:pt x="54864" y="10668"/>
                  </a:lnTo>
                  <a:lnTo>
                    <a:pt x="44196" y="15240"/>
                  </a:lnTo>
                  <a:lnTo>
                    <a:pt x="45720" y="13716"/>
                  </a:lnTo>
                  <a:lnTo>
                    <a:pt x="35052" y="19812"/>
                  </a:lnTo>
                  <a:lnTo>
                    <a:pt x="35052" y="18288"/>
                  </a:lnTo>
                  <a:lnTo>
                    <a:pt x="27432" y="25908"/>
                  </a:lnTo>
                  <a:lnTo>
                    <a:pt x="27432" y="24384"/>
                  </a:lnTo>
                  <a:lnTo>
                    <a:pt x="19812" y="33528"/>
                  </a:lnTo>
                  <a:lnTo>
                    <a:pt x="21336" y="32004"/>
                  </a:lnTo>
                  <a:lnTo>
                    <a:pt x="15240" y="42672"/>
                  </a:lnTo>
                  <a:lnTo>
                    <a:pt x="15240" y="41148"/>
                  </a:lnTo>
                  <a:lnTo>
                    <a:pt x="13716" y="45720"/>
                  </a:lnTo>
                  <a:lnTo>
                    <a:pt x="12192" y="50292"/>
                  </a:lnTo>
                  <a:lnTo>
                    <a:pt x="12192" y="56388"/>
                  </a:lnTo>
                  <a:lnTo>
                    <a:pt x="10668" y="6096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63500" y="136652"/>
              <a:ext cx="129540" cy="118872"/>
            </a:xfrm>
            <a:custGeom>
              <a:rect b="b" l="l" r="r" t="t"/>
              <a:pathLst>
                <a:path extrusionOk="0" h="118872" w="129540">
                  <a:moveTo>
                    <a:pt x="0" y="60960"/>
                  </a:moveTo>
                  <a:lnTo>
                    <a:pt x="1524" y="54864"/>
                  </a:lnTo>
                  <a:lnTo>
                    <a:pt x="1524" y="48768"/>
                  </a:lnTo>
                  <a:cubicBezTo>
                    <a:pt x="1524" y="47244"/>
                    <a:pt x="1524" y="47244"/>
                    <a:pt x="1524" y="47244"/>
                  </a:cubicBezTo>
                  <a:lnTo>
                    <a:pt x="6096" y="36576"/>
                  </a:lnTo>
                  <a:lnTo>
                    <a:pt x="12192" y="27432"/>
                  </a:lnTo>
                  <a:cubicBezTo>
                    <a:pt x="12192" y="25908"/>
                    <a:pt x="12192" y="25908"/>
                    <a:pt x="12192" y="25908"/>
                  </a:cubicBezTo>
                  <a:lnTo>
                    <a:pt x="19812" y="18288"/>
                  </a:lnTo>
                  <a:cubicBezTo>
                    <a:pt x="19812" y="18288"/>
                    <a:pt x="19812" y="16764"/>
                    <a:pt x="19812" y="16764"/>
                  </a:cubicBezTo>
                  <a:lnTo>
                    <a:pt x="28956" y="10668"/>
                  </a:lnTo>
                  <a:cubicBezTo>
                    <a:pt x="28956" y="10668"/>
                    <a:pt x="28956" y="10668"/>
                    <a:pt x="30480" y="10668"/>
                  </a:cubicBezTo>
                  <a:lnTo>
                    <a:pt x="39624" y="4572"/>
                  </a:lnTo>
                  <a:cubicBezTo>
                    <a:pt x="39624" y="4572"/>
                    <a:pt x="41148" y="4572"/>
                    <a:pt x="41148" y="4572"/>
                  </a:cubicBezTo>
                  <a:lnTo>
                    <a:pt x="51816" y="1524"/>
                  </a:lnTo>
                  <a:cubicBezTo>
                    <a:pt x="51816" y="1524"/>
                    <a:pt x="51816" y="1524"/>
                    <a:pt x="53340" y="1524"/>
                  </a:cubicBezTo>
                  <a:lnTo>
                    <a:pt x="65532" y="0"/>
                  </a:lnTo>
                  <a:lnTo>
                    <a:pt x="77724" y="1524"/>
                  </a:lnTo>
                  <a:cubicBezTo>
                    <a:pt x="77724" y="1524"/>
                    <a:pt x="79248" y="1524"/>
                    <a:pt x="79248" y="1524"/>
                  </a:cubicBezTo>
                  <a:lnTo>
                    <a:pt x="89916" y="4572"/>
                  </a:lnTo>
                  <a:cubicBezTo>
                    <a:pt x="89916" y="4572"/>
                    <a:pt x="89916" y="4572"/>
                    <a:pt x="91440" y="4572"/>
                  </a:cubicBezTo>
                  <a:lnTo>
                    <a:pt x="100584" y="10668"/>
                  </a:lnTo>
                  <a:cubicBezTo>
                    <a:pt x="100584" y="10668"/>
                    <a:pt x="102108" y="10668"/>
                    <a:pt x="102108" y="10668"/>
                  </a:cubicBezTo>
                  <a:lnTo>
                    <a:pt x="111252" y="16764"/>
                  </a:lnTo>
                  <a:cubicBezTo>
                    <a:pt x="111252" y="16764"/>
                    <a:pt x="111252" y="18288"/>
                    <a:pt x="111252" y="18288"/>
                  </a:cubicBezTo>
                  <a:lnTo>
                    <a:pt x="118872" y="25908"/>
                  </a:lnTo>
                  <a:cubicBezTo>
                    <a:pt x="118872" y="25908"/>
                    <a:pt x="118872" y="25908"/>
                    <a:pt x="118872" y="27432"/>
                  </a:cubicBezTo>
                  <a:lnTo>
                    <a:pt x="124968" y="36576"/>
                  </a:lnTo>
                  <a:lnTo>
                    <a:pt x="128016" y="47244"/>
                  </a:lnTo>
                  <a:cubicBezTo>
                    <a:pt x="128016" y="47244"/>
                    <a:pt x="129540" y="47244"/>
                    <a:pt x="129540" y="48768"/>
                  </a:cubicBezTo>
                  <a:lnTo>
                    <a:pt x="129540" y="53340"/>
                  </a:lnTo>
                  <a:lnTo>
                    <a:pt x="129540" y="59436"/>
                  </a:lnTo>
                  <a:lnTo>
                    <a:pt x="129540" y="65532"/>
                  </a:lnTo>
                  <a:lnTo>
                    <a:pt x="129540" y="71628"/>
                  </a:lnTo>
                  <a:cubicBezTo>
                    <a:pt x="129540" y="71628"/>
                    <a:pt x="128016" y="71628"/>
                    <a:pt x="128016" y="73152"/>
                  </a:cubicBezTo>
                  <a:lnTo>
                    <a:pt x="124968" y="82296"/>
                  </a:lnTo>
                  <a:cubicBezTo>
                    <a:pt x="124968" y="83820"/>
                    <a:pt x="124968" y="83820"/>
                    <a:pt x="124968" y="83820"/>
                  </a:cubicBezTo>
                  <a:lnTo>
                    <a:pt x="118872" y="92964"/>
                  </a:lnTo>
                  <a:cubicBezTo>
                    <a:pt x="118872" y="92964"/>
                    <a:pt x="118872" y="92964"/>
                    <a:pt x="118872" y="94488"/>
                  </a:cubicBezTo>
                  <a:lnTo>
                    <a:pt x="111252" y="102108"/>
                  </a:lnTo>
                  <a:lnTo>
                    <a:pt x="102108" y="109728"/>
                  </a:lnTo>
                  <a:cubicBezTo>
                    <a:pt x="102108" y="109728"/>
                    <a:pt x="100584" y="109728"/>
                    <a:pt x="100584" y="109728"/>
                  </a:cubicBezTo>
                  <a:lnTo>
                    <a:pt x="91440" y="114300"/>
                  </a:lnTo>
                  <a:cubicBezTo>
                    <a:pt x="89916" y="114300"/>
                    <a:pt x="89916" y="114300"/>
                    <a:pt x="89916" y="114300"/>
                  </a:cubicBezTo>
                  <a:lnTo>
                    <a:pt x="79248" y="118872"/>
                  </a:lnTo>
                  <a:cubicBezTo>
                    <a:pt x="79248" y="118872"/>
                    <a:pt x="77724" y="118872"/>
                    <a:pt x="77724" y="118872"/>
                  </a:cubicBezTo>
                  <a:lnTo>
                    <a:pt x="65532" y="118872"/>
                  </a:lnTo>
                  <a:lnTo>
                    <a:pt x="53340" y="118872"/>
                  </a:lnTo>
                  <a:cubicBezTo>
                    <a:pt x="51816" y="118872"/>
                    <a:pt x="51816" y="118872"/>
                    <a:pt x="51816" y="118872"/>
                  </a:cubicBezTo>
                  <a:lnTo>
                    <a:pt x="41148" y="114300"/>
                  </a:lnTo>
                  <a:cubicBezTo>
                    <a:pt x="41148" y="114300"/>
                    <a:pt x="39624" y="114300"/>
                    <a:pt x="39624" y="114300"/>
                  </a:cubicBezTo>
                  <a:lnTo>
                    <a:pt x="30480" y="109728"/>
                  </a:lnTo>
                  <a:cubicBezTo>
                    <a:pt x="28956" y="109728"/>
                    <a:pt x="28956" y="109728"/>
                    <a:pt x="28956" y="109728"/>
                  </a:cubicBezTo>
                  <a:lnTo>
                    <a:pt x="19812" y="102108"/>
                  </a:lnTo>
                  <a:lnTo>
                    <a:pt x="12192" y="94488"/>
                  </a:lnTo>
                  <a:cubicBezTo>
                    <a:pt x="12192" y="92964"/>
                    <a:pt x="12192" y="92964"/>
                    <a:pt x="12192" y="92964"/>
                  </a:cubicBezTo>
                  <a:lnTo>
                    <a:pt x="6096" y="83820"/>
                  </a:lnTo>
                  <a:cubicBezTo>
                    <a:pt x="6096" y="83820"/>
                    <a:pt x="6096" y="83820"/>
                    <a:pt x="6096" y="82296"/>
                  </a:cubicBezTo>
                  <a:lnTo>
                    <a:pt x="1524" y="73152"/>
                  </a:lnTo>
                  <a:cubicBezTo>
                    <a:pt x="1524" y="71628"/>
                    <a:pt x="1524" y="71628"/>
                    <a:pt x="1524" y="71628"/>
                  </a:cubicBezTo>
                  <a:lnTo>
                    <a:pt x="1524" y="67056"/>
                  </a:lnTo>
                  <a:close/>
                  <a:moveTo>
                    <a:pt x="13716" y="70104"/>
                  </a:moveTo>
                  <a:lnTo>
                    <a:pt x="13716" y="76200"/>
                  </a:lnTo>
                  <a:lnTo>
                    <a:pt x="13716" y="74676"/>
                  </a:lnTo>
                  <a:lnTo>
                    <a:pt x="15240" y="79248"/>
                  </a:lnTo>
                  <a:lnTo>
                    <a:pt x="15240" y="77724"/>
                  </a:lnTo>
                  <a:lnTo>
                    <a:pt x="21336" y="86868"/>
                  </a:lnTo>
                  <a:lnTo>
                    <a:pt x="19812" y="86868"/>
                  </a:lnTo>
                  <a:lnTo>
                    <a:pt x="27432" y="94488"/>
                  </a:lnTo>
                  <a:lnTo>
                    <a:pt x="35052" y="100584"/>
                  </a:lnTo>
                  <a:lnTo>
                    <a:pt x="44196" y="105156"/>
                  </a:lnTo>
                  <a:lnTo>
                    <a:pt x="54864" y="108204"/>
                  </a:lnTo>
                  <a:lnTo>
                    <a:pt x="53340" y="108204"/>
                  </a:lnTo>
                  <a:lnTo>
                    <a:pt x="65532" y="108204"/>
                  </a:lnTo>
                  <a:lnTo>
                    <a:pt x="76200" y="108204"/>
                  </a:lnTo>
                  <a:lnTo>
                    <a:pt x="86868" y="105156"/>
                  </a:lnTo>
                  <a:lnTo>
                    <a:pt x="85344" y="105156"/>
                  </a:lnTo>
                  <a:lnTo>
                    <a:pt x="96012" y="100584"/>
                  </a:lnTo>
                  <a:lnTo>
                    <a:pt x="94488" y="100584"/>
                  </a:lnTo>
                  <a:lnTo>
                    <a:pt x="103632" y="94488"/>
                  </a:lnTo>
                  <a:lnTo>
                    <a:pt x="111252" y="86868"/>
                  </a:lnTo>
                  <a:lnTo>
                    <a:pt x="109728" y="86868"/>
                  </a:lnTo>
                  <a:lnTo>
                    <a:pt x="115824" y="77724"/>
                  </a:lnTo>
                  <a:lnTo>
                    <a:pt x="114300" y="79248"/>
                  </a:lnTo>
                  <a:lnTo>
                    <a:pt x="118872" y="68580"/>
                  </a:lnTo>
                  <a:lnTo>
                    <a:pt x="118872" y="70104"/>
                  </a:lnTo>
                  <a:lnTo>
                    <a:pt x="118872" y="65532"/>
                  </a:lnTo>
                  <a:lnTo>
                    <a:pt x="118872" y="60960"/>
                  </a:lnTo>
                  <a:lnTo>
                    <a:pt x="118872" y="54864"/>
                  </a:lnTo>
                  <a:lnTo>
                    <a:pt x="117348" y="50292"/>
                  </a:lnTo>
                  <a:lnTo>
                    <a:pt x="118872" y="50292"/>
                  </a:lnTo>
                  <a:lnTo>
                    <a:pt x="114300" y="41148"/>
                  </a:lnTo>
                  <a:lnTo>
                    <a:pt x="115824" y="41148"/>
                  </a:lnTo>
                  <a:lnTo>
                    <a:pt x="109728" y="32004"/>
                  </a:lnTo>
                  <a:lnTo>
                    <a:pt x="111252" y="33528"/>
                  </a:lnTo>
                  <a:lnTo>
                    <a:pt x="103632" y="25908"/>
                  </a:lnTo>
                  <a:lnTo>
                    <a:pt x="94488" y="19812"/>
                  </a:lnTo>
                  <a:lnTo>
                    <a:pt x="96012" y="19812"/>
                  </a:lnTo>
                  <a:lnTo>
                    <a:pt x="85344" y="15240"/>
                  </a:lnTo>
                  <a:lnTo>
                    <a:pt x="86868" y="15240"/>
                  </a:lnTo>
                  <a:lnTo>
                    <a:pt x="76200" y="12192"/>
                  </a:lnTo>
                  <a:lnTo>
                    <a:pt x="65532" y="10668"/>
                  </a:lnTo>
                  <a:lnTo>
                    <a:pt x="53340" y="12192"/>
                  </a:lnTo>
                  <a:lnTo>
                    <a:pt x="54864" y="12192"/>
                  </a:lnTo>
                  <a:lnTo>
                    <a:pt x="44196" y="15240"/>
                  </a:lnTo>
                  <a:lnTo>
                    <a:pt x="35052" y="19812"/>
                  </a:lnTo>
                  <a:lnTo>
                    <a:pt x="25908" y="25908"/>
                  </a:lnTo>
                  <a:lnTo>
                    <a:pt x="27432" y="25908"/>
                  </a:lnTo>
                  <a:lnTo>
                    <a:pt x="19812" y="33528"/>
                  </a:lnTo>
                  <a:lnTo>
                    <a:pt x="21336" y="32004"/>
                  </a:lnTo>
                  <a:lnTo>
                    <a:pt x="15240" y="41148"/>
                  </a:lnTo>
                  <a:lnTo>
                    <a:pt x="12192" y="50292"/>
                  </a:lnTo>
                  <a:lnTo>
                    <a:pt x="12192" y="54864"/>
                  </a:lnTo>
                  <a:lnTo>
                    <a:pt x="12192" y="594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3" name="Google Shape;633;p29"/>
          <p:cNvGrpSpPr/>
          <p:nvPr/>
        </p:nvGrpSpPr>
        <p:grpSpPr>
          <a:xfrm>
            <a:off x="5382196" y="2649970"/>
            <a:ext cx="264093" cy="199943"/>
            <a:chOff x="63500" y="63500"/>
            <a:chExt cx="483108" cy="365760"/>
          </a:xfrm>
        </p:grpSpPr>
        <p:sp>
          <p:nvSpPr>
            <p:cNvPr id="634" name="Google Shape;634;p29"/>
            <p:cNvSpPr/>
            <p:nvPr/>
          </p:nvSpPr>
          <p:spPr>
            <a:xfrm>
              <a:off x="68072" y="87884"/>
              <a:ext cx="413004" cy="170688"/>
            </a:xfrm>
            <a:custGeom>
              <a:rect b="b" l="l" r="r" t="t"/>
              <a:pathLst>
                <a:path extrusionOk="0" h="170688" w="413004">
                  <a:moveTo>
                    <a:pt x="0" y="0"/>
                  </a:moveTo>
                  <a:lnTo>
                    <a:pt x="413004" y="0"/>
                  </a:lnTo>
                  <a:lnTo>
                    <a:pt x="413004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635" name="Google Shape;635;p29"/>
            <p:cNvSpPr/>
            <p:nvPr/>
          </p:nvSpPr>
          <p:spPr>
            <a:xfrm>
              <a:off x="63500" y="83312"/>
              <a:ext cx="422148" cy="345948"/>
            </a:xfrm>
            <a:custGeom>
              <a:rect b="b" l="l" r="r" t="t"/>
              <a:pathLst>
                <a:path extrusionOk="0" h="345948" w="422148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417576" y="0"/>
                  </a:lnTo>
                  <a:cubicBezTo>
                    <a:pt x="420624" y="0"/>
                    <a:pt x="422148" y="1524"/>
                    <a:pt x="422148" y="4572"/>
                  </a:cubicBezTo>
                  <a:lnTo>
                    <a:pt x="422148" y="175260"/>
                  </a:lnTo>
                  <a:cubicBezTo>
                    <a:pt x="422148" y="178308"/>
                    <a:pt x="420624" y="181356"/>
                    <a:pt x="417576" y="181356"/>
                  </a:cubicBezTo>
                  <a:lnTo>
                    <a:pt x="4572" y="181356"/>
                  </a:lnTo>
                  <a:cubicBezTo>
                    <a:pt x="1524" y="181356"/>
                    <a:pt x="0" y="178308"/>
                    <a:pt x="0" y="175260"/>
                  </a:cubicBezTo>
                  <a:close/>
                  <a:moveTo>
                    <a:pt x="10668" y="345948"/>
                  </a:moveTo>
                  <a:lnTo>
                    <a:pt x="4572" y="170688"/>
                  </a:lnTo>
                  <a:lnTo>
                    <a:pt x="417576" y="170688"/>
                  </a:lnTo>
                  <a:lnTo>
                    <a:pt x="411480" y="175260"/>
                  </a:lnTo>
                  <a:lnTo>
                    <a:pt x="411480" y="4572"/>
                  </a:lnTo>
                  <a:lnTo>
                    <a:pt x="417576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217424" y="63500"/>
              <a:ext cx="329184" cy="100584"/>
            </a:xfrm>
            <a:custGeom>
              <a:rect b="b" l="l" r="r" t="t"/>
              <a:pathLst>
                <a:path extrusionOk="0" h="1005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100584"/>
                  </a:lnTo>
                  <a:lnTo>
                    <a:pt x="0" y="10058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637" name="Google Shape;637;p29"/>
            <p:cNvSpPr/>
            <p:nvPr/>
          </p:nvSpPr>
          <p:spPr>
            <a:xfrm>
              <a:off x="68072" y="87884"/>
              <a:ext cx="413004" cy="170688"/>
            </a:xfrm>
            <a:custGeom>
              <a:rect b="b" l="l" r="r" t="t"/>
              <a:pathLst>
                <a:path extrusionOk="0" h="170688" w="413004">
                  <a:moveTo>
                    <a:pt x="0" y="0"/>
                  </a:moveTo>
                  <a:lnTo>
                    <a:pt x="413004" y="0"/>
                  </a:lnTo>
                  <a:lnTo>
                    <a:pt x="413004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638" name="Google Shape;638;p29"/>
            <p:cNvSpPr/>
            <p:nvPr/>
          </p:nvSpPr>
          <p:spPr>
            <a:xfrm>
              <a:off x="63500" y="83312"/>
              <a:ext cx="422148" cy="345948"/>
            </a:xfrm>
            <a:custGeom>
              <a:rect b="b" l="l" r="r" t="t"/>
              <a:pathLst>
                <a:path extrusionOk="0" h="345948" w="422148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417576" y="0"/>
                  </a:lnTo>
                  <a:cubicBezTo>
                    <a:pt x="420624" y="0"/>
                    <a:pt x="422148" y="1524"/>
                    <a:pt x="422148" y="4572"/>
                  </a:cubicBezTo>
                  <a:lnTo>
                    <a:pt x="422148" y="175260"/>
                  </a:lnTo>
                  <a:cubicBezTo>
                    <a:pt x="422148" y="178308"/>
                    <a:pt x="420624" y="181356"/>
                    <a:pt x="417576" y="181356"/>
                  </a:cubicBezTo>
                  <a:lnTo>
                    <a:pt x="4572" y="181356"/>
                  </a:lnTo>
                  <a:cubicBezTo>
                    <a:pt x="1524" y="181356"/>
                    <a:pt x="0" y="178308"/>
                    <a:pt x="0" y="175260"/>
                  </a:cubicBezTo>
                  <a:close/>
                  <a:moveTo>
                    <a:pt x="10668" y="345948"/>
                  </a:moveTo>
                  <a:lnTo>
                    <a:pt x="4572" y="170688"/>
                  </a:lnTo>
                  <a:lnTo>
                    <a:pt x="417576" y="170688"/>
                  </a:lnTo>
                  <a:lnTo>
                    <a:pt x="411480" y="175260"/>
                  </a:lnTo>
                  <a:lnTo>
                    <a:pt x="411480" y="4572"/>
                  </a:lnTo>
                  <a:lnTo>
                    <a:pt x="417576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217424" y="122936"/>
              <a:ext cx="329184" cy="100584"/>
            </a:xfrm>
            <a:custGeom>
              <a:rect b="b" l="l" r="r" t="t"/>
              <a:pathLst>
                <a:path extrusionOk="0" h="1005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100584"/>
                  </a:lnTo>
                  <a:lnTo>
                    <a:pt x="0" y="10058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</p:grpSp>
      <p:grpSp>
        <p:nvGrpSpPr>
          <p:cNvPr id="640" name="Google Shape;640;p29"/>
          <p:cNvGrpSpPr/>
          <p:nvPr/>
        </p:nvGrpSpPr>
        <p:grpSpPr>
          <a:xfrm>
            <a:off x="7593257" y="1730222"/>
            <a:ext cx="175784" cy="78311"/>
            <a:chOff x="63500" y="63500"/>
            <a:chExt cx="321564" cy="143256"/>
          </a:xfrm>
        </p:grpSpPr>
        <p:sp>
          <p:nvSpPr>
            <p:cNvPr id="641" name="Google Shape;641;p29"/>
            <p:cNvSpPr/>
            <p:nvPr/>
          </p:nvSpPr>
          <p:spPr>
            <a:xfrm>
              <a:off x="69596" y="69596"/>
              <a:ext cx="310896" cy="131064"/>
            </a:xfrm>
            <a:custGeom>
              <a:rect b="b" l="l" r="r" t="t"/>
              <a:pathLst>
                <a:path extrusionOk="0" h="131064" w="310896">
                  <a:moveTo>
                    <a:pt x="0" y="0"/>
                  </a:moveTo>
                  <a:lnTo>
                    <a:pt x="310897" y="0"/>
                  </a:lnTo>
                  <a:lnTo>
                    <a:pt x="310897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42" name="Google Shape;642;p29"/>
            <p:cNvSpPr/>
            <p:nvPr/>
          </p:nvSpPr>
          <p:spPr>
            <a:xfrm>
              <a:off x="63500" y="63500"/>
              <a:ext cx="321564" cy="143256"/>
            </a:xfrm>
            <a:custGeom>
              <a:rect b="b" l="l" r="r" t="t"/>
              <a:pathLst>
                <a:path extrusionOk="0" h="143256" w="321564">
                  <a:moveTo>
                    <a:pt x="0" y="6096"/>
                  </a:moveTo>
                  <a:cubicBezTo>
                    <a:pt x="0" y="3048"/>
                    <a:pt x="3048" y="0"/>
                    <a:pt x="6096" y="0"/>
                  </a:cubicBezTo>
                  <a:lnTo>
                    <a:pt x="316993" y="0"/>
                  </a:lnTo>
                  <a:cubicBezTo>
                    <a:pt x="320041" y="0"/>
                    <a:pt x="321565" y="3048"/>
                    <a:pt x="321565" y="6096"/>
                  </a:cubicBezTo>
                  <a:lnTo>
                    <a:pt x="321565" y="137160"/>
                  </a:lnTo>
                  <a:cubicBezTo>
                    <a:pt x="321565" y="140208"/>
                    <a:pt x="320041" y="143256"/>
                    <a:pt x="316993" y="143256"/>
                  </a:cubicBezTo>
                  <a:lnTo>
                    <a:pt x="6096" y="143256"/>
                  </a:lnTo>
                  <a:cubicBezTo>
                    <a:pt x="3048" y="143256"/>
                    <a:pt x="0" y="140208"/>
                    <a:pt x="0" y="137160"/>
                  </a:cubicBezTo>
                  <a:close/>
                  <a:moveTo>
                    <a:pt x="12192" y="137160"/>
                  </a:moveTo>
                  <a:lnTo>
                    <a:pt x="6096" y="131064"/>
                  </a:lnTo>
                  <a:lnTo>
                    <a:pt x="316993" y="131064"/>
                  </a:lnTo>
                  <a:lnTo>
                    <a:pt x="310897" y="137160"/>
                  </a:lnTo>
                  <a:lnTo>
                    <a:pt x="310897" y="6096"/>
                  </a:lnTo>
                  <a:lnTo>
                    <a:pt x="316993" y="10668"/>
                  </a:lnTo>
                  <a:lnTo>
                    <a:pt x="6096" y="10668"/>
                  </a:lnTo>
                  <a:lnTo>
                    <a:pt x="12192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3" name="Google Shape;643;p29"/>
          <p:cNvSpPr/>
          <p:nvPr/>
        </p:nvSpPr>
        <p:spPr>
          <a:xfrm>
            <a:off x="4978975" y="3049864"/>
            <a:ext cx="32491" cy="219106"/>
          </a:xfrm>
          <a:custGeom>
            <a:rect b="b" l="l" r="r" t="t"/>
            <a:pathLst>
              <a:path extrusionOk="0" h="534416" w="79248">
                <a:moveTo>
                  <a:pt x="0" y="0"/>
                </a:moveTo>
                <a:lnTo>
                  <a:pt x="79248" y="0"/>
                </a:lnTo>
                <a:lnTo>
                  <a:pt x="79248" y="534416"/>
                </a:lnTo>
                <a:lnTo>
                  <a:pt x="0" y="53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44" name="Google Shape;644;p29"/>
          <p:cNvGrpSpPr/>
          <p:nvPr/>
        </p:nvGrpSpPr>
        <p:grpSpPr>
          <a:xfrm>
            <a:off x="4814018" y="2899902"/>
            <a:ext cx="164121" cy="102470"/>
            <a:chOff x="63500" y="63500"/>
            <a:chExt cx="300228" cy="187452"/>
          </a:xfrm>
        </p:grpSpPr>
        <p:sp>
          <p:nvSpPr>
            <p:cNvPr id="645" name="Google Shape;645;p29"/>
            <p:cNvSpPr/>
            <p:nvPr/>
          </p:nvSpPr>
          <p:spPr>
            <a:xfrm>
              <a:off x="69596" y="68072"/>
              <a:ext cx="289560" cy="91440"/>
            </a:xfrm>
            <a:custGeom>
              <a:rect b="b" l="l" r="r" t="t"/>
              <a:pathLst>
                <a:path extrusionOk="0" h="91440" w="289560">
                  <a:moveTo>
                    <a:pt x="0" y="0"/>
                  </a:moveTo>
                  <a:lnTo>
                    <a:pt x="289560" y="0"/>
                  </a:lnTo>
                  <a:lnTo>
                    <a:pt x="289560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46" name="Google Shape;646;p29"/>
            <p:cNvSpPr/>
            <p:nvPr/>
          </p:nvSpPr>
          <p:spPr>
            <a:xfrm>
              <a:off x="63500" y="63500"/>
              <a:ext cx="300228" cy="187452"/>
            </a:xfrm>
            <a:custGeom>
              <a:rect b="b" l="l" r="r" t="t"/>
              <a:pathLst>
                <a:path extrusionOk="0" h="187452" w="300228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295656" y="0"/>
                  </a:lnTo>
                  <a:cubicBezTo>
                    <a:pt x="298704" y="0"/>
                    <a:pt x="300228" y="1524"/>
                    <a:pt x="300228" y="4572"/>
                  </a:cubicBezTo>
                  <a:lnTo>
                    <a:pt x="300228" y="96012"/>
                  </a:lnTo>
                  <a:cubicBezTo>
                    <a:pt x="300228" y="99060"/>
                    <a:pt x="298704" y="100584"/>
                    <a:pt x="295656" y="100584"/>
                  </a:cubicBezTo>
                  <a:lnTo>
                    <a:pt x="6096" y="100584"/>
                  </a:lnTo>
                  <a:cubicBezTo>
                    <a:pt x="3048" y="100584"/>
                    <a:pt x="0" y="99060"/>
                    <a:pt x="0" y="96012"/>
                  </a:cubicBezTo>
                  <a:close/>
                  <a:moveTo>
                    <a:pt x="10668" y="187452"/>
                  </a:moveTo>
                  <a:lnTo>
                    <a:pt x="6096" y="181356"/>
                  </a:lnTo>
                  <a:lnTo>
                    <a:pt x="295656" y="181356"/>
                  </a:lnTo>
                  <a:lnTo>
                    <a:pt x="289560" y="187452"/>
                  </a:lnTo>
                  <a:lnTo>
                    <a:pt x="289560" y="4572"/>
                  </a:lnTo>
                  <a:lnTo>
                    <a:pt x="295656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7" name="Google Shape;647;p29"/>
          <p:cNvGrpSpPr/>
          <p:nvPr/>
        </p:nvGrpSpPr>
        <p:grpSpPr>
          <a:xfrm>
            <a:off x="4953979" y="3106512"/>
            <a:ext cx="84143" cy="126631"/>
            <a:chOff x="63500" y="63500"/>
            <a:chExt cx="153924" cy="231648"/>
          </a:xfrm>
        </p:grpSpPr>
        <p:sp>
          <p:nvSpPr>
            <p:cNvPr id="648" name="Google Shape;648;p29"/>
            <p:cNvSpPr/>
            <p:nvPr/>
          </p:nvSpPr>
          <p:spPr>
            <a:xfrm>
              <a:off x="68072" y="69596"/>
              <a:ext cx="144780" cy="112776"/>
            </a:xfrm>
            <a:custGeom>
              <a:rect b="b" l="l" r="r" t="t"/>
              <a:pathLst>
                <a:path extrusionOk="0" h="112776" w="144780">
                  <a:moveTo>
                    <a:pt x="0" y="0"/>
                  </a:moveTo>
                  <a:lnTo>
                    <a:pt x="144780" y="0"/>
                  </a:lnTo>
                  <a:lnTo>
                    <a:pt x="144780" y="112776"/>
                  </a:lnTo>
                  <a:lnTo>
                    <a:pt x="0" y="11277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649" name="Google Shape;649;p29"/>
            <p:cNvSpPr/>
            <p:nvPr/>
          </p:nvSpPr>
          <p:spPr>
            <a:xfrm>
              <a:off x="63500" y="63500"/>
              <a:ext cx="153924" cy="231648"/>
            </a:xfrm>
            <a:custGeom>
              <a:rect b="b" l="l" r="r" t="t"/>
              <a:pathLst>
                <a:path extrusionOk="0" h="231648" w="153924">
                  <a:moveTo>
                    <a:pt x="0" y="6096"/>
                  </a:moveTo>
                  <a:cubicBezTo>
                    <a:pt x="0" y="3048"/>
                    <a:pt x="3048" y="0"/>
                    <a:pt x="4572" y="0"/>
                  </a:cubicBezTo>
                  <a:lnTo>
                    <a:pt x="149352" y="0"/>
                  </a:lnTo>
                  <a:cubicBezTo>
                    <a:pt x="152400" y="0"/>
                    <a:pt x="153924" y="3048"/>
                    <a:pt x="153924" y="6096"/>
                  </a:cubicBezTo>
                  <a:lnTo>
                    <a:pt x="153924" y="118872"/>
                  </a:lnTo>
                  <a:cubicBezTo>
                    <a:pt x="153924" y="121920"/>
                    <a:pt x="152400" y="124968"/>
                    <a:pt x="149352" y="124968"/>
                  </a:cubicBezTo>
                  <a:lnTo>
                    <a:pt x="4572" y="124968"/>
                  </a:lnTo>
                  <a:cubicBezTo>
                    <a:pt x="3048" y="124968"/>
                    <a:pt x="0" y="121920"/>
                    <a:pt x="0" y="118872"/>
                  </a:cubicBezTo>
                  <a:close/>
                  <a:moveTo>
                    <a:pt x="10668" y="231648"/>
                  </a:moveTo>
                  <a:lnTo>
                    <a:pt x="4572" y="225552"/>
                  </a:lnTo>
                  <a:lnTo>
                    <a:pt x="149352" y="225552"/>
                  </a:lnTo>
                  <a:lnTo>
                    <a:pt x="143256" y="231648"/>
                  </a:lnTo>
                  <a:lnTo>
                    <a:pt x="143256" y="6096"/>
                  </a:lnTo>
                  <a:lnTo>
                    <a:pt x="149352" y="10668"/>
                  </a:lnTo>
                  <a:lnTo>
                    <a:pt x="4572" y="10668"/>
                  </a:lnTo>
                  <a:lnTo>
                    <a:pt x="10668" y="60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0" name="Google Shape;650;p29"/>
          <p:cNvSpPr/>
          <p:nvPr/>
        </p:nvSpPr>
        <p:spPr>
          <a:xfrm>
            <a:off x="4980641" y="2699959"/>
            <a:ext cx="34990" cy="103305"/>
          </a:xfrm>
          <a:custGeom>
            <a:rect b="b" l="l" r="r" t="t"/>
            <a:pathLst>
              <a:path extrusionOk="0" h="251968" w="85344">
                <a:moveTo>
                  <a:pt x="0" y="0"/>
                </a:moveTo>
                <a:lnTo>
                  <a:pt x="85344" y="0"/>
                </a:lnTo>
                <a:lnTo>
                  <a:pt x="85344" y="251968"/>
                </a:lnTo>
                <a:lnTo>
                  <a:pt x="0" y="251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1" name="Google Shape;651;p29"/>
          <p:cNvSpPr/>
          <p:nvPr/>
        </p:nvSpPr>
        <p:spPr>
          <a:xfrm>
            <a:off x="4865948" y="3180104"/>
            <a:ext cx="256872" cy="212718"/>
          </a:xfrm>
          <a:custGeom>
            <a:rect b="b" l="l" r="r" t="t"/>
            <a:pathLst>
              <a:path extrusionOk="0" h="425436" w="513745">
                <a:moveTo>
                  <a:pt x="0" y="0"/>
                </a:moveTo>
                <a:lnTo>
                  <a:pt x="513745" y="0"/>
                </a:lnTo>
                <a:lnTo>
                  <a:pt x="513745" y="425436"/>
                </a:lnTo>
                <a:lnTo>
                  <a:pt x="0" y="425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2" name="Google Shape;652;p29"/>
          <p:cNvSpPr/>
          <p:nvPr/>
        </p:nvSpPr>
        <p:spPr>
          <a:xfrm>
            <a:off x="4964812" y="2699959"/>
            <a:ext cx="64982" cy="119134"/>
          </a:xfrm>
          <a:custGeom>
            <a:rect b="b" l="l" r="r" t="t"/>
            <a:pathLst>
              <a:path extrusionOk="0" h="290576" w="158496">
                <a:moveTo>
                  <a:pt x="0" y="0"/>
                </a:moveTo>
                <a:lnTo>
                  <a:pt x="158496" y="0"/>
                </a:lnTo>
                <a:lnTo>
                  <a:pt x="158496" y="290576"/>
                </a:lnTo>
                <a:lnTo>
                  <a:pt x="0" y="290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53" name="Google Shape;653;p29"/>
          <p:cNvGrpSpPr/>
          <p:nvPr/>
        </p:nvGrpSpPr>
        <p:grpSpPr>
          <a:xfrm>
            <a:off x="4774028" y="2986545"/>
            <a:ext cx="139128" cy="277422"/>
            <a:chOff x="63500" y="63500"/>
            <a:chExt cx="254508" cy="507492"/>
          </a:xfrm>
        </p:grpSpPr>
        <p:sp>
          <p:nvSpPr>
            <p:cNvPr id="654" name="Google Shape;654;p29"/>
            <p:cNvSpPr/>
            <p:nvPr/>
          </p:nvSpPr>
          <p:spPr>
            <a:xfrm>
              <a:off x="66548" y="65024"/>
              <a:ext cx="249936" cy="252984"/>
            </a:xfrm>
            <a:custGeom>
              <a:rect b="b" l="l" r="r" t="t"/>
              <a:pathLst>
                <a:path extrusionOk="0" h="252984" w="249936">
                  <a:moveTo>
                    <a:pt x="0" y="0"/>
                  </a:moveTo>
                  <a:lnTo>
                    <a:pt x="249936" y="0"/>
                  </a:lnTo>
                  <a:lnTo>
                    <a:pt x="249936" y="252984"/>
                  </a:lnTo>
                  <a:lnTo>
                    <a:pt x="0" y="2529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5" name="Google Shape;655;p29"/>
            <p:cNvSpPr/>
            <p:nvPr/>
          </p:nvSpPr>
          <p:spPr>
            <a:xfrm>
              <a:off x="63500" y="63500"/>
              <a:ext cx="254508" cy="507492"/>
            </a:xfrm>
            <a:custGeom>
              <a:rect b="b" l="l" r="r" t="t"/>
              <a:pathLst>
                <a:path extrusionOk="0" h="507492" w="254508">
                  <a:moveTo>
                    <a:pt x="0" y="1524"/>
                  </a:moveTo>
                  <a:cubicBezTo>
                    <a:pt x="0" y="1524"/>
                    <a:pt x="1524" y="0"/>
                    <a:pt x="3048" y="0"/>
                  </a:cubicBezTo>
                  <a:lnTo>
                    <a:pt x="252984" y="0"/>
                  </a:lnTo>
                  <a:cubicBezTo>
                    <a:pt x="252984" y="0"/>
                    <a:pt x="254508" y="1524"/>
                    <a:pt x="254508" y="1524"/>
                  </a:cubicBezTo>
                  <a:lnTo>
                    <a:pt x="254508" y="254508"/>
                  </a:lnTo>
                  <a:cubicBezTo>
                    <a:pt x="254508" y="256032"/>
                    <a:pt x="252984" y="256032"/>
                    <a:pt x="252984" y="256032"/>
                  </a:cubicBezTo>
                  <a:lnTo>
                    <a:pt x="3048" y="256032"/>
                  </a:lnTo>
                  <a:cubicBezTo>
                    <a:pt x="1524" y="256032"/>
                    <a:pt x="0" y="256032"/>
                    <a:pt x="0" y="254508"/>
                  </a:cubicBezTo>
                  <a:close/>
                  <a:moveTo>
                    <a:pt x="4572" y="507492"/>
                  </a:moveTo>
                  <a:lnTo>
                    <a:pt x="3048" y="505968"/>
                  </a:lnTo>
                  <a:lnTo>
                    <a:pt x="252984" y="505968"/>
                  </a:lnTo>
                  <a:lnTo>
                    <a:pt x="249936" y="507492"/>
                  </a:lnTo>
                  <a:lnTo>
                    <a:pt x="249936" y="1524"/>
                  </a:lnTo>
                  <a:lnTo>
                    <a:pt x="252984" y="4572"/>
                  </a:lnTo>
                  <a:lnTo>
                    <a:pt x="3048" y="4572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6" name="Google Shape;656;p29"/>
          <p:cNvGrpSpPr/>
          <p:nvPr/>
        </p:nvGrpSpPr>
        <p:grpSpPr>
          <a:xfrm>
            <a:off x="4945648" y="2782434"/>
            <a:ext cx="106636" cy="159122"/>
            <a:chOff x="63500" y="63500"/>
            <a:chExt cx="195072" cy="291084"/>
          </a:xfrm>
        </p:grpSpPr>
        <p:sp>
          <p:nvSpPr>
            <p:cNvPr id="657" name="Google Shape;657;p29"/>
            <p:cNvSpPr/>
            <p:nvPr/>
          </p:nvSpPr>
          <p:spPr>
            <a:xfrm>
              <a:off x="68072" y="68072"/>
              <a:ext cx="185928" cy="143256"/>
            </a:xfrm>
            <a:custGeom>
              <a:rect b="b" l="l" r="r" t="t"/>
              <a:pathLst>
                <a:path extrusionOk="0" h="143256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43256"/>
                  </a:lnTo>
                  <a:lnTo>
                    <a:pt x="0" y="143256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658" name="Google Shape;658;p29"/>
            <p:cNvSpPr/>
            <p:nvPr/>
          </p:nvSpPr>
          <p:spPr>
            <a:xfrm>
              <a:off x="63500" y="63500"/>
              <a:ext cx="195072" cy="291084"/>
            </a:xfrm>
            <a:custGeom>
              <a:rect b="b" l="l" r="r" t="t"/>
              <a:pathLst>
                <a:path extrusionOk="0" h="291084" w="195072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90500" y="0"/>
                  </a:lnTo>
                  <a:cubicBezTo>
                    <a:pt x="193548" y="0"/>
                    <a:pt x="195072" y="1524"/>
                    <a:pt x="195072" y="4572"/>
                  </a:cubicBezTo>
                  <a:lnTo>
                    <a:pt x="195072" y="147828"/>
                  </a:lnTo>
                  <a:cubicBezTo>
                    <a:pt x="195072" y="150876"/>
                    <a:pt x="193548" y="152400"/>
                    <a:pt x="190500" y="152400"/>
                  </a:cubicBezTo>
                  <a:lnTo>
                    <a:pt x="4572" y="152400"/>
                  </a:lnTo>
                  <a:cubicBezTo>
                    <a:pt x="1524" y="152400"/>
                    <a:pt x="0" y="150876"/>
                    <a:pt x="0" y="147828"/>
                  </a:cubicBezTo>
                  <a:close/>
                  <a:moveTo>
                    <a:pt x="10668" y="291084"/>
                  </a:moveTo>
                  <a:lnTo>
                    <a:pt x="4572" y="284988"/>
                  </a:lnTo>
                  <a:lnTo>
                    <a:pt x="190500" y="284988"/>
                  </a:lnTo>
                  <a:lnTo>
                    <a:pt x="184404" y="291084"/>
                  </a:lnTo>
                  <a:lnTo>
                    <a:pt x="184404" y="4572"/>
                  </a:lnTo>
                  <a:lnTo>
                    <a:pt x="19050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9" name="Google Shape;659;p29"/>
          <p:cNvSpPr/>
          <p:nvPr/>
        </p:nvSpPr>
        <p:spPr>
          <a:xfrm>
            <a:off x="6995923" y="3720513"/>
            <a:ext cx="383229" cy="214108"/>
          </a:xfrm>
          <a:custGeom>
            <a:rect b="b" l="l" r="r" t="t"/>
            <a:pathLst>
              <a:path extrusionOk="0" h="522224" w="934720">
                <a:moveTo>
                  <a:pt x="0" y="0"/>
                </a:moveTo>
                <a:lnTo>
                  <a:pt x="934720" y="0"/>
                </a:lnTo>
                <a:lnTo>
                  <a:pt x="934720" y="522224"/>
                </a:lnTo>
                <a:lnTo>
                  <a:pt x="0" y="522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0" name="Google Shape;660;p29"/>
          <p:cNvSpPr/>
          <p:nvPr/>
        </p:nvSpPr>
        <p:spPr>
          <a:xfrm>
            <a:off x="4980641" y="2849918"/>
            <a:ext cx="34990" cy="130797"/>
          </a:xfrm>
          <a:custGeom>
            <a:rect b="b" l="l" r="r" t="t"/>
            <a:pathLst>
              <a:path extrusionOk="0" h="319024" w="85344">
                <a:moveTo>
                  <a:pt x="0" y="0"/>
                </a:moveTo>
                <a:lnTo>
                  <a:pt x="85344" y="0"/>
                </a:lnTo>
                <a:lnTo>
                  <a:pt x="85344" y="319024"/>
                </a:lnTo>
                <a:lnTo>
                  <a:pt x="0" y="319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1" name="Google Shape;661;p29"/>
          <p:cNvSpPr/>
          <p:nvPr/>
        </p:nvSpPr>
        <p:spPr>
          <a:xfrm>
            <a:off x="2168910" y="426415"/>
            <a:ext cx="44154" cy="50819"/>
          </a:xfrm>
          <a:custGeom>
            <a:rect b="b" l="l" r="r" t="t"/>
            <a:pathLst>
              <a:path extrusionOk="0" h="92964" w="80772">
                <a:moveTo>
                  <a:pt x="70104" y="88392"/>
                </a:moveTo>
                <a:lnTo>
                  <a:pt x="51816" y="91440"/>
                </a:lnTo>
                <a:lnTo>
                  <a:pt x="44196" y="92964"/>
                </a:lnTo>
                <a:lnTo>
                  <a:pt x="35052" y="92964"/>
                </a:lnTo>
                <a:lnTo>
                  <a:pt x="28956" y="92964"/>
                </a:lnTo>
                <a:lnTo>
                  <a:pt x="21336" y="92964"/>
                </a:lnTo>
                <a:lnTo>
                  <a:pt x="16764" y="91440"/>
                </a:lnTo>
                <a:cubicBezTo>
                  <a:pt x="15240" y="91440"/>
                  <a:pt x="15240" y="91440"/>
                  <a:pt x="15240" y="91440"/>
                </a:cubicBezTo>
                <a:lnTo>
                  <a:pt x="12192" y="88392"/>
                </a:lnTo>
                <a:cubicBezTo>
                  <a:pt x="10668" y="88392"/>
                  <a:pt x="10668" y="88392"/>
                  <a:pt x="10668" y="88392"/>
                </a:cubicBezTo>
                <a:lnTo>
                  <a:pt x="7620" y="85344"/>
                </a:lnTo>
                <a:cubicBezTo>
                  <a:pt x="7620" y="83820"/>
                  <a:pt x="7620" y="83820"/>
                  <a:pt x="7620" y="83820"/>
                </a:cubicBezTo>
                <a:lnTo>
                  <a:pt x="6096" y="79248"/>
                </a:lnTo>
                <a:cubicBezTo>
                  <a:pt x="6096" y="79248"/>
                  <a:pt x="6096" y="79248"/>
                  <a:pt x="6096" y="77724"/>
                </a:cubicBezTo>
                <a:lnTo>
                  <a:pt x="4572" y="71628"/>
                </a:lnTo>
                <a:lnTo>
                  <a:pt x="4572" y="65532"/>
                </a:lnTo>
                <a:lnTo>
                  <a:pt x="6096" y="57912"/>
                </a:lnTo>
                <a:lnTo>
                  <a:pt x="7620" y="51816"/>
                </a:lnTo>
                <a:cubicBezTo>
                  <a:pt x="7620" y="51816"/>
                  <a:pt x="7620" y="51816"/>
                  <a:pt x="7620" y="50292"/>
                </a:cubicBezTo>
                <a:lnTo>
                  <a:pt x="10668" y="45720"/>
                </a:lnTo>
                <a:cubicBezTo>
                  <a:pt x="10668" y="45720"/>
                  <a:pt x="10668" y="45720"/>
                  <a:pt x="12192" y="45720"/>
                </a:cubicBezTo>
                <a:lnTo>
                  <a:pt x="15240" y="41148"/>
                </a:lnTo>
                <a:lnTo>
                  <a:pt x="18288" y="39624"/>
                </a:lnTo>
                <a:lnTo>
                  <a:pt x="21336" y="38100"/>
                </a:lnTo>
                <a:lnTo>
                  <a:pt x="25908" y="38100"/>
                </a:lnTo>
                <a:lnTo>
                  <a:pt x="30480" y="38100"/>
                </a:lnTo>
                <a:lnTo>
                  <a:pt x="39624" y="36576"/>
                </a:lnTo>
                <a:lnTo>
                  <a:pt x="50292" y="36576"/>
                </a:lnTo>
                <a:lnTo>
                  <a:pt x="59436" y="38100"/>
                </a:lnTo>
                <a:lnTo>
                  <a:pt x="68580" y="38100"/>
                </a:lnTo>
                <a:lnTo>
                  <a:pt x="71628" y="39624"/>
                </a:lnTo>
                <a:lnTo>
                  <a:pt x="74676" y="39624"/>
                </a:lnTo>
                <a:lnTo>
                  <a:pt x="77724" y="39624"/>
                </a:lnTo>
                <a:cubicBezTo>
                  <a:pt x="77724" y="41148"/>
                  <a:pt x="77724" y="41148"/>
                  <a:pt x="77724" y="41148"/>
                </a:cubicBezTo>
                <a:lnTo>
                  <a:pt x="79248" y="41148"/>
                </a:lnTo>
                <a:cubicBezTo>
                  <a:pt x="79248" y="41148"/>
                  <a:pt x="80772" y="41148"/>
                  <a:pt x="80772" y="41148"/>
                </a:cubicBezTo>
                <a:lnTo>
                  <a:pt x="80772" y="42672"/>
                </a:lnTo>
                <a:cubicBezTo>
                  <a:pt x="80772" y="42672"/>
                  <a:pt x="80772" y="44196"/>
                  <a:pt x="80772" y="44196"/>
                </a:cubicBezTo>
                <a:lnTo>
                  <a:pt x="80772" y="45720"/>
                </a:lnTo>
                <a:lnTo>
                  <a:pt x="80772" y="47244"/>
                </a:lnTo>
                <a:lnTo>
                  <a:pt x="79248" y="48768"/>
                </a:lnTo>
                <a:cubicBezTo>
                  <a:pt x="79248" y="48768"/>
                  <a:pt x="79248" y="50292"/>
                  <a:pt x="79248" y="50292"/>
                </a:cubicBezTo>
                <a:lnTo>
                  <a:pt x="74676" y="53340"/>
                </a:lnTo>
                <a:lnTo>
                  <a:pt x="70104" y="57912"/>
                </a:lnTo>
                <a:lnTo>
                  <a:pt x="64008" y="60960"/>
                </a:lnTo>
                <a:lnTo>
                  <a:pt x="57912" y="64008"/>
                </a:lnTo>
                <a:cubicBezTo>
                  <a:pt x="57912" y="65532"/>
                  <a:pt x="57912" y="65532"/>
                  <a:pt x="57912" y="65532"/>
                </a:cubicBezTo>
                <a:lnTo>
                  <a:pt x="51816" y="67056"/>
                </a:lnTo>
                <a:cubicBezTo>
                  <a:pt x="51816" y="67056"/>
                  <a:pt x="50292" y="67056"/>
                  <a:pt x="50292" y="67056"/>
                </a:cubicBezTo>
                <a:lnTo>
                  <a:pt x="45720" y="67056"/>
                </a:lnTo>
                <a:cubicBezTo>
                  <a:pt x="45720" y="67056"/>
                  <a:pt x="45720" y="67056"/>
                  <a:pt x="44196" y="67056"/>
                </a:cubicBezTo>
                <a:lnTo>
                  <a:pt x="39624" y="65532"/>
                </a:lnTo>
                <a:lnTo>
                  <a:pt x="33528" y="62484"/>
                </a:lnTo>
                <a:lnTo>
                  <a:pt x="27432" y="57912"/>
                </a:lnTo>
                <a:lnTo>
                  <a:pt x="21336" y="53340"/>
                </a:lnTo>
                <a:lnTo>
                  <a:pt x="15240" y="47244"/>
                </a:lnTo>
                <a:lnTo>
                  <a:pt x="9144" y="42672"/>
                </a:lnTo>
                <a:lnTo>
                  <a:pt x="6096" y="38100"/>
                </a:lnTo>
                <a:lnTo>
                  <a:pt x="3048" y="33528"/>
                </a:lnTo>
                <a:lnTo>
                  <a:pt x="0" y="28956"/>
                </a:lnTo>
                <a:lnTo>
                  <a:pt x="0" y="24384"/>
                </a:lnTo>
                <a:lnTo>
                  <a:pt x="0" y="19812"/>
                </a:lnTo>
                <a:lnTo>
                  <a:pt x="0" y="15240"/>
                </a:lnTo>
                <a:lnTo>
                  <a:pt x="1524" y="12192"/>
                </a:lnTo>
                <a:cubicBezTo>
                  <a:pt x="1524" y="12192"/>
                  <a:pt x="1524" y="12192"/>
                  <a:pt x="1524" y="10668"/>
                </a:cubicBezTo>
                <a:lnTo>
                  <a:pt x="3048" y="7620"/>
                </a:lnTo>
                <a:cubicBezTo>
                  <a:pt x="4572" y="7620"/>
                  <a:pt x="4572" y="7620"/>
                  <a:pt x="4572" y="7620"/>
                </a:cubicBezTo>
                <a:lnTo>
                  <a:pt x="7620" y="4572"/>
                </a:lnTo>
                <a:lnTo>
                  <a:pt x="12192" y="3048"/>
                </a:lnTo>
                <a:lnTo>
                  <a:pt x="13716" y="1524"/>
                </a:lnTo>
                <a:lnTo>
                  <a:pt x="18288" y="1524"/>
                </a:lnTo>
                <a:lnTo>
                  <a:pt x="25908" y="0"/>
                </a:lnTo>
                <a:lnTo>
                  <a:pt x="35052" y="0"/>
                </a:lnTo>
                <a:lnTo>
                  <a:pt x="44196" y="0"/>
                </a:lnTo>
                <a:lnTo>
                  <a:pt x="53340" y="1524"/>
                </a:lnTo>
                <a:lnTo>
                  <a:pt x="62484" y="1524"/>
                </a:lnTo>
                <a:lnTo>
                  <a:pt x="70104" y="1524"/>
                </a:lnTo>
                <a:lnTo>
                  <a:pt x="71628" y="1524"/>
                </a:lnTo>
                <a:lnTo>
                  <a:pt x="74676" y="3048"/>
                </a:lnTo>
                <a:lnTo>
                  <a:pt x="77724" y="3048"/>
                </a:lnTo>
                <a:lnTo>
                  <a:pt x="79248" y="4572"/>
                </a:lnTo>
                <a:cubicBezTo>
                  <a:pt x="80772" y="4572"/>
                  <a:pt x="80772" y="4572"/>
                  <a:pt x="80772" y="6096"/>
                </a:cubicBezTo>
                <a:cubicBezTo>
                  <a:pt x="80772" y="6096"/>
                  <a:pt x="80772" y="7620"/>
                  <a:pt x="80772" y="7620"/>
                </a:cubicBezTo>
                <a:lnTo>
                  <a:pt x="80772" y="9144"/>
                </a:lnTo>
                <a:cubicBezTo>
                  <a:pt x="79248" y="9144"/>
                  <a:pt x="79248" y="9144"/>
                  <a:pt x="79248" y="9144"/>
                </a:cubicBezTo>
                <a:lnTo>
                  <a:pt x="77724" y="10668"/>
                </a:lnTo>
                <a:lnTo>
                  <a:pt x="76200" y="12192"/>
                </a:lnTo>
                <a:lnTo>
                  <a:pt x="74676" y="12192"/>
                </a:lnTo>
                <a:lnTo>
                  <a:pt x="73152" y="7620"/>
                </a:lnTo>
                <a:lnTo>
                  <a:pt x="74676" y="7620"/>
                </a:lnTo>
                <a:lnTo>
                  <a:pt x="77724" y="6096"/>
                </a:lnTo>
                <a:lnTo>
                  <a:pt x="76200" y="6096"/>
                </a:lnTo>
                <a:lnTo>
                  <a:pt x="77724" y="6096"/>
                </a:lnTo>
                <a:lnTo>
                  <a:pt x="76200" y="6096"/>
                </a:lnTo>
                <a:lnTo>
                  <a:pt x="77724" y="7620"/>
                </a:lnTo>
                <a:lnTo>
                  <a:pt x="76200" y="6096"/>
                </a:lnTo>
                <a:lnTo>
                  <a:pt x="77724" y="7620"/>
                </a:lnTo>
                <a:lnTo>
                  <a:pt x="74676" y="6096"/>
                </a:lnTo>
                <a:lnTo>
                  <a:pt x="71628" y="6096"/>
                </a:lnTo>
                <a:lnTo>
                  <a:pt x="68580" y="6096"/>
                </a:lnTo>
                <a:lnTo>
                  <a:pt x="62484" y="6096"/>
                </a:lnTo>
                <a:lnTo>
                  <a:pt x="53340" y="4572"/>
                </a:lnTo>
                <a:lnTo>
                  <a:pt x="44196" y="4572"/>
                </a:lnTo>
                <a:lnTo>
                  <a:pt x="35052" y="4572"/>
                </a:lnTo>
                <a:lnTo>
                  <a:pt x="25908" y="4572"/>
                </a:lnTo>
                <a:lnTo>
                  <a:pt x="18288" y="4572"/>
                </a:lnTo>
                <a:lnTo>
                  <a:pt x="15240" y="6096"/>
                </a:lnTo>
                <a:lnTo>
                  <a:pt x="13716" y="6096"/>
                </a:lnTo>
                <a:lnTo>
                  <a:pt x="9144" y="7620"/>
                </a:lnTo>
                <a:lnTo>
                  <a:pt x="10668" y="7620"/>
                </a:lnTo>
                <a:lnTo>
                  <a:pt x="6096" y="10668"/>
                </a:lnTo>
                <a:lnTo>
                  <a:pt x="7620" y="10668"/>
                </a:lnTo>
                <a:lnTo>
                  <a:pt x="4572" y="13716"/>
                </a:lnTo>
                <a:lnTo>
                  <a:pt x="4572" y="16764"/>
                </a:lnTo>
                <a:lnTo>
                  <a:pt x="3048" y="19812"/>
                </a:lnTo>
                <a:lnTo>
                  <a:pt x="3048" y="24384"/>
                </a:lnTo>
                <a:lnTo>
                  <a:pt x="3048" y="22860"/>
                </a:lnTo>
                <a:lnTo>
                  <a:pt x="4572" y="27432"/>
                </a:lnTo>
                <a:lnTo>
                  <a:pt x="6096" y="30480"/>
                </a:lnTo>
                <a:lnTo>
                  <a:pt x="9144" y="35052"/>
                </a:lnTo>
                <a:lnTo>
                  <a:pt x="12192" y="39624"/>
                </a:lnTo>
                <a:lnTo>
                  <a:pt x="18288" y="44196"/>
                </a:lnTo>
                <a:lnTo>
                  <a:pt x="22860" y="50292"/>
                </a:lnTo>
                <a:lnTo>
                  <a:pt x="28956" y="54864"/>
                </a:lnTo>
                <a:lnTo>
                  <a:pt x="35052" y="59436"/>
                </a:lnTo>
                <a:lnTo>
                  <a:pt x="41148" y="62484"/>
                </a:lnTo>
                <a:lnTo>
                  <a:pt x="41148" y="60960"/>
                </a:lnTo>
                <a:lnTo>
                  <a:pt x="45720" y="62484"/>
                </a:lnTo>
                <a:lnTo>
                  <a:pt x="50292" y="62484"/>
                </a:lnTo>
                <a:lnTo>
                  <a:pt x="56388" y="60960"/>
                </a:lnTo>
                <a:lnTo>
                  <a:pt x="54864" y="60960"/>
                </a:lnTo>
                <a:lnTo>
                  <a:pt x="60960" y="57912"/>
                </a:lnTo>
                <a:lnTo>
                  <a:pt x="67056" y="54864"/>
                </a:lnTo>
                <a:lnTo>
                  <a:pt x="71628" y="50292"/>
                </a:lnTo>
                <a:lnTo>
                  <a:pt x="76200" y="47244"/>
                </a:lnTo>
                <a:lnTo>
                  <a:pt x="76200" y="45720"/>
                </a:lnTo>
                <a:lnTo>
                  <a:pt x="77724" y="44196"/>
                </a:lnTo>
                <a:lnTo>
                  <a:pt x="77724" y="45720"/>
                </a:lnTo>
                <a:lnTo>
                  <a:pt x="76200" y="44196"/>
                </a:lnTo>
                <a:lnTo>
                  <a:pt x="77724" y="44196"/>
                </a:lnTo>
                <a:lnTo>
                  <a:pt x="76200" y="44196"/>
                </a:lnTo>
                <a:lnTo>
                  <a:pt x="74676" y="44196"/>
                </a:lnTo>
                <a:lnTo>
                  <a:pt x="71628" y="42672"/>
                </a:lnTo>
                <a:lnTo>
                  <a:pt x="68580" y="42672"/>
                </a:lnTo>
                <a:lnTo>
                  <a:pt x="59436" y="41148"/>
                </a:lnTo>
                <a:lnTo>
                  <a:pt x="50292" y="41148"/>
                </a:lnTo>
                <a:lnTo>
                  <a:pt x="39624" y="41148"/>
                </a:lnTo>
                <a:lnTo>
                  <a:pt x="30480" y="41148"/>
                </a:lnTo>
                <a:lnTo>
                  <a:pt x="25908" y="42672"/>
                </a:lnTo>
                <a:lnTo>
                  <a:pt x="22860" y="42672"/>
                </a:lnTo>
                <a:lnTo>
                  <a:pt x="19812" y="44196"/>
                </a:lnTo>
                <a:lnTo>
                  <a:pt x="18288" y="44196"/>
                </a:lnTo>
                <a:lnTo>
                  <a:pt x="13716" y="48768"/>
                </a:lnTo>
                <a:lnTo>
                  <a:pt x="15240" y="47244"/>
                </a:lnTo>
                <a:lnTo>
                  <a:pt x="12192" y="53340"/>
                </a:lnTo>
                <a:lnTo>
                  <a:pt x="12192" y="51816"/>
                </a:lnTo>
                <a:lnTo>
                  <a:pt x="10668" y="59436"/>
                </a:lnTo>
                <a:lnTo>
                  <a:pt x="10668" y="57912"/>
                </a:lnTo>
                <a:lnTo>
                  <a:pt x="9144" y="65532"/>
                </a:lnTo>
                <a:lnTo>
                  <a:pt x="9144" y="71628"/>
                </a:lnTo>
                <a:lnTo>
                  <a:pt x="9144" y="77724"/>
                </a:lnTo>
                <a:lnTo>
                  <a:pt x="12192" y="82296"/>
                </a:lnTo>
                <a:lnTo>
                  <a:pt x="10668" y="82296"/>
                </a:lnTo>
                <a:lnTo>
                  <a:pt x="13716" y="85344"/>
                </a:lnTo>
                <a:lnTo>
                  <a:pt x="18288" y="86868"/>
                </a:lnTo>
                <a:lnTo>
                  <a:pt x="16764" y="86868"/>
                </a:lnTo>
                <a:lnTo>
                  <a:pt x="21336" y="88392"/>
                </a:lnTo>
                <a:lnTo>
                  <a:pt x="28956" y="89916"/>
                </a:lnTo>
                <a:lnTo>
                  <a:pt x="35052" y="89916"/>
                </a:lnTo>
                <a:lnTo>
                  <a:pt x="42672" y="88392"/>
                </a:lnTo>
                <a:lnTo>
                  <a:pt x="51816" y="88392"/>
                </a:lnTo>
                <a:lnTo>
                  <a:pt x="70104" y="853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2" name="Google Shape;662;p29"/>
          <p:cNvGrpSpPr/>
          <p:nvPr/>
        </p:nvGrpSpPr>
        <p:grpSpPr>
          <a:xfrm>
            <a:off x="2308870" y="419747"/>
            <a:ext cx="203276" cy="134129"/>
            <a:chOff x="63500" y="63500"/>
            <a:chExt cx="371856" cy="245364"/>
          </a:xfrm>
        </p:grpSpPr>
        <p:sp>
          <p:nvSpPr>
            <p:cNvPr id="663" name="Google Shape;663;p29"/>
            <p:cNvSpPr/>
            <p:nvPr/>
          </p:nvSpPr>
          <p:spPr>
            <a:xfrm>
              <a:off x="69596" y="68072"/>
              <a:ext cx="359664" cy="120396"/>
            </a:xfrm>
            <a:custGeom>
              <a:rect b="b" l="l" r="r" t="t"/>
              <a:pathLst>
                <a:path extrusionOk="0" h="120396" w="359664">
                  <a:moveTo>
                    <a:pt x="0" y="0"/>
                  </a:moveTo>
                  <a:lnTo>
                    <a:pt x="359664" y="0"/>
                  </a:lnTo>
                  <a:lnTo>
                    <a:pt x="359664" y="120396"/>
                  </a:lnTo>
                  <a:lnTo>
                    <a:pt x="0" y="120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4" name="Google Shape;664;p29"/>
            <p:cNvSpPr/>
            <p:nvPr/>
          </p:nvSpPr>
          <p:spPr>
            <a:xfrm>
              <a:off x="63500" y="63500"/>
              <a:ext cx="371856" cy="245364"/>
            </a:xfrm>
            <a:custGeom>
              <a:rect b="b" l="l" r="r" t="t"/>
              <a:pathLst>
                <a:path extrusionOk="0" h="245364" w="371856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365760" y="0"/>
                  </a:lnTo>
                  <a:cubicBezTo>
                    <a:pt x="368808" y="0"/>
                    <a:pt x="371856" y="1524"/>
                    <a:pt x="371856" y="4572"/>
                  </a:cubicBezTo>
                  <a:lnTo>
                    <a:pt x="371856" y="124968"/>
                  </a:lnTo>
                  <a:cubicBezTo>
                    <a:pt x="371856" y="128016"/>
                    <a:pt x="368808" y="131064"/>
                    <a:pt x="365760" y="131064"/>
                  </a:cubicBezTo>
                  <a:lnTo>
                    <a:pt x="6096" y="131064"/>
                  </a:lnTo>
                  <a:cubicBezTo>
                    <a:pt x="3048" y="131064"/>
                    <a:pt x="0" y="128016"/>
                    <a:pt x="0" y="124968"/>
                  </a:cubicBezTo>
                  <a:close/>
                  <a:moveTo>
                    <a:pt x="12192" y="245364"/>
                  </a:moveTo>
                  <a:lnTo>
                    <a:pt x="6096" y="240792"/>
                  </a:lnTo>
                  <a:lnTo>
                    <a:pt x="365760" y="240792"/>
                  </a:lnTo>
                  <a:lnTo>
                    <a:pt x="361188" y="245364"/>
                  </a:lnTo>
                  <a:lnTo>
                    <a:pt x="361188" y="4572"/>
                  </a:lnTo>
                  <a:lnTo>
                    <a:pt x="365760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5" name="Google Shape;665;p29"/>
          <p:cNvSpPr/>
          <p:nvPr/>
        </p:nvSpPr>
        <p:spPr>
          <a:xfrm>
            <a:off x="4002575" y="3111513"/>
            <a:ext cx="89975" cy="17495"/>
          </a:xfrm>
          <a:custGeom>
            <a:rect b="b" l="l" r="r" t="t"/>
            <a:pathLst>
              <a:path extrusionOk="0" h="32004" w="164592">
                <a:moveTo>
                  <a:pt x="164592" y="21336"/>
                </a:moveTo>
                <a:lnTo>
                  <a:pt x="27432" y="18288"/>
                </a:lnTo>
                <a:lnTo>
                  <a:pt x="27432" y="12192"/>
                </a:lnTo>
                <a:lnTo>
                  <a:pt x="164592" y="16764"/>
                </a:lnTo>
                <a:lnTo>
                  <a:pt x="164592" y="21336"/>
                </a:lnTo>
                <a:close/>
                <a:moveTo>
                  <a:pt x="32004" y="32004"/>
                </a:moveTo>
                <a:lnTo>
                  <a:pt x="0" y="15240"/>
                </a:lnTo>
                <a:lnTo>
                  <a:pt x="33528" y="0"/>
                </a:lnTo>
                <a:lnTo>
                  <a:pt x="32004" y="32004"/>
                </a:lnTo>
                <a:close/>
              </a:path>
            </a:pathLst>
          </a:custGeom>
          <a:solidFill>
            <a:srgbClr val="4A7EBB"/>
          </a:solidFill>
          <a:ln>
            <a:noFill/>
          </a:ln>
        </p:spPr>
      </p:sp>
      <p:sp>
        <p:nvSpPr>
          <p:cNvPr id="666" name="Google Shape;666;p29"/>
          <p:cNvSpPr/>
          <p:nvPr/>
        </p:nvSpPr>
        <p:spPr>
          <a:xfrm>
            <a:off x="4494107" y="2934895"/>
            <a:ext cx="89975" cy="18328"/>
          </a:xfrm>
          <a:custGeom>
            <a:rect b="b" l="l" r="r" t="t"/>
            <a:pathLst>
              <a:path extrusionOk="0" h="33528" w="164592">
                <a:moveTo>
                  <a:pt x="164592" y="19812"/>
                </a:moveTo>
                <a:lnTo>
                  <a:pt x="27432" y="19812"/>
                </a:lnTo>
                <a:lnTo>
                  <a:pt x="27432" y="13716"/>
                </a:lnTo>
                <a:lnTo>
                  <a:pt x="164592" y="13716"/>
                </a:lnTo>
                <a:lnTo>
                  <a:pt x="164592" y="19812"/>
                </a:lnTo>
                <a:close/>
                <a:moveTo>
                  <a:pt x="33528" y="33528"/>
                </a:moveTo>
                <a:lnTo>
                  <a:pt x="0" y="16764"/>
                </a:lnTo>
                <a:lnTo>
                  <a:pt x="33528" y="0"/>
                </a:lnTo>
                <a:lnTo>
                  <a:pt x="33528" y="33528"/>
                </a:lnTo>
                <a:close/>
              </a:path>
            </a:pathLst>
          </a:custGeom>
          <a:solidFill>
            <a:srgbClr val="4A7EBB"/>
          </a:solidFill>
          <a:ln>
            <a:noFill/>
          </a:ln>
        </p:spPr>
      </p:sp>
      <p:sp>
        <p:nvSpPr>
          <p:cNvPr id="667" name="Google Shape;667;p29"/>
          <p:cNvSpPr/>
          <p:nvPr/>
        </p:nvSpPr>
        <p:spPr>
          <a:xfrm>
            <a:off x="5351373" y="1011255"/>
            <a:ext cx="67482" cy="17495"/>
          </a:xfrm>
          <a:custGeom>
            <a:rect b="b" l="l" r="r" t="t"/>
            <a:pathLst>
              <a:path extrusionOk="0" h="32004" w="123444">
                <a:moveTo>
                  <a:pt x="0" y="13716"/>
                </a:moveTo>
                <a:lnTo>
                  <a:pt x="96012" y="13716"/>
                </a:lnTo>
                <a:lnTo>
                  <a:pt x="96012" y="18288"/>
                </a:lnTo>
                <a:lnTo>
                  <a:pt x="0" y="18288"/>
                </a:lnTo>
                <a:lnTo>
                  <a:pt x="0" y="13716"/>
                </a:lnTo>
                <a:close/>
                <a:moveTo>
                  <a:pt x="89916" y="0"/>
                </a:moveTo>
                <a:lnTo>
                  <a:pt x="123444" y="16764"/>
                </a:lnTo>
                <a:lnTo>
                  <a:pt x="89916" y="32004"/>
                </a:lnTo>
                <a:lnTo>
                  <a:pt x="89916" y="0"/>
                </a:lnTo>
                <a:close/>
              </a:path>
            </a:pathLst>
          </a:custGeom>
          <a:solidFill>
            <a:srgbClr val="4A7EBB"/>
          </a:solidFill>
          <a:ln>
            <a:noFill/>
          </a:ln>
        </p:spPr>
      </p:sp>
      <p:sp>
        <p:nvSpPr>
          <p:cNvPr id="668" name="Google Shape;668;p29"/>
          <p:cNvSpPr/>
          <p:nvPr/>
        </p:nvSpPr>
        <p:spPr>
          <a:xfrm>
            <a:off x="5704610" y="1011255"/>
            <a:ext cx="68314" cy="17495"/>
          </a:xfrm>
          <a:custGeom>
            <a:rect b="b" l="l" r="r" t="t"/>
            <a:pathLst>
              <a:path extrusionOk="0" h="32004" w="124968">
                <a:moveTo>
                  <a:pt x="0" y="13716"/>
                </a:moveTo>
                <a:lnTo>
                  <a:pt x="97536" y="13716"/>
                </a:lnTo>
                <a:lnTo>
                  <a:pt x="97536" y="18288"/>
                </a:lnTo>
                <a:lnTo>
                  <a:pt x="0" y="18288"/>
                </a:lnTo>
                <a:lnTo>
                  <a:pt x="0" y="13716"/>
                </a:lnTo>
                <a:close/>
                <a:moveTo>
                  <a:pt x="92964" y="0"/>
                </a:moveTo>
                <a:lnTo>
                  <a:pt x="124968" y="16764"/>
                </a:lnTo>
                <a:lnTo>
                  <a:pt x="92964" y="32004"/>
                </a:lnTo>
                <a:lnTo>
                  <a:pt x="92964" y="0"/>
                </a:lnTo>
                <a:close/>
              </a:path>
            </a:pathLst>
          </a:custGeom>
          <a:solidFill>
            <a:srgbClr val="4A7EBB"/>
          </a:solidFill>
          <a:ln>
            <a:noFill/>
          </a:ln>
        </p:spPr>
      </p:sp>
      <p:sp>
        <p:nvSpPr>
          <p:cNvPr id="669" name="Google Shape;669;p29"/>
          <p:cNvSpPr/>
          <p:nvPr/>
        </p:nvSpPr>
        <p:spPr>
          <a:xfrm>
            <a:off x="2165578" y="339772"/>
            <a:ext cx="32491" cy="327410"/>
          </a:xfrm>
          <a:custGeom>
            <a:rect b="b" l="l" r="r" t="t"/>
            <a:pathLst>
              <a:path extrusionOk="0" h="798576" w="79248">
                <a:moveTo>
                  <a:pt x="0" y="0"/>
                </a:moveTo>
                <a:lnTo>
                  <a:pt x="79248" y="0"/>
                </a:lnTo>
                <a:lnTo>
                  <a:pt x="79248" y="798576"/>
                </a:lnTo>
                <a:lnTo>
                  <a:pt x="0" y="798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0" name="Google Shape;670;p29"/>
          <p:cNvSpPr/>
          <p:nvPr/>
        </p:nvSpPr>
        <p:spPr>
          <a:xfrm>
            <a:off x="2249721" y="396422"/>
            <a:ext cx="32491" cy="61650"/>
          </a:xfrm>
          <a:custGeom>
            <a:rect b="b" l="l" r="r" t="t"/>
            <a:pathLst>
              <a:path extrusionOk="0" h="150368" w="79248">
                <a:moveTo>
                  <a:pt x="0" y="0"/>
                </a:moveTo>
                <a:lnTo>
                  <a:pt x="79248" y="0"/>
                </a:lnTo>
                <a:lnTo>
                  <a:pt x="79248" y="150368"/>
                </a:lnTo>
                <a:lnTo>
                  <a:pt x="0" y="150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1" name="Google Shape;671;p29"/>
          <p:cNvSpPr/>
          <p:nvPr/>
        </p:nvSpPr>
        <p:spPr>
          <a:xfrm>
            <a:off x="2247222" y="438078"/>
            <a:ext cx="41656" cy="38323"/>
          </a:xfrm>
          <a:custGeom>
            <a:rect b="b" l="l" r="r" t="t"/>
            <a:pathLst>
              <a:path extrusionOk="0" h="70104" w="76200">
                <a:moveTo>
                  <a:pt x="0" y="36576"/>
                </a:moveTo>
                <a:cubicBezTo>
                  <a:pt x="0" y="36576"/>
                  <a:pt x="0" y="35052"/>
                  <a:pt x="0" y="35052"/>
                </a:cubicBezTo>
                <a:lnTo>
                  <a:pt x="1524" y="28956"/>
                </a:lnTo>
                <a:cubicBezTo>
                  <a:pt x="1524" y="28956"/>
                  <a:pt x="1524" y="28956"/>
                  <a:pt x="1524" y="27432"/>
                </a:cubicBezTo>
                <a:lnTo>
                  <a:pt x="3048" y="22860"/>
                </a:lnTo>
                <a:cubicBezTo>
                  <a:pt x="3048" y="21336"/>
                  <a:pt x="3048" y="21336"/>
                  <a:pt x="4572" y="21336"/>
                </a:cubicBezTo>
                <a:lnTo>
                  <a:pt x="7620" y="16764"/>
                </a:lnTo>
                <a:cubicBezTo>
                  <a:pt x="7620" y="16764"/>
                  <a:pt x="7620" y="15240"/>
                  <a:pt x="7620" y="15240"/>
                </a:cubicBezTo>
                <a:lnTo>
                  <a:pt x="10668" y="10668"/>
                </a:lnTo>
                <a:cubicBezTo>
                  <a:pt x="12192" y="10668"/>
                  <a:pt x="12192" y="10668"/>
                  <a:pt x="12192" y="10668"/>
                </a:cubicBezTo>
                <a:lnTo>
                  <a:pt x="16764" y="6096"/>
                </a:lnTo>
                <a:cubicBezTo>
                  <a:pt x="16764" y="6096"/>
                  <a:pt x="16764" y="6096"/>
                  <a:pt x="18288" y="6096"/>
                </a:cubicBezTo>
                <a:lnTo>
                  <a:pt x="22860" y="3048"/>
                </a:lnTo>
                <a:cubicBezTo>
                  <a:pt x="22860" y="3048"/>
                  <a:pt x="24384" y="3048"/>
                  <a:pt x="24384" y="3048"/>
                </a:cubicBezTo>
                <a:lnTo>
                  <a:pt x="30480" y="1524"/>
                </a:lnTo>
                <a:cubicBezTo>
                  <a:pt x="30480" y="1524"/>
                  <a:pt x="30480" y="1524"/>
                  <a:pt x="32004" y="1524"/>
                </a:cubicBezTo>
                <a:lnTo>
                  <a:pt x="38100" y="0"/>
                </a:lnTo>
                <a:lnTo>
                  <a:pt x="45720" y="1524"/>
                </a:lnTo>
                <a:lnTo>
                  <a:pt x="51816" y="3048"/>
                </a:lnTo>
                <a:cubicBezTo>
                  <a:pt x="53340" y="3048"/>
                  <a:pt x="53340" y="3048"/>
                  <a:pt x="53340" y="3048"/>
                </a:cubicBezTo>
                <a:lnTo>
                  <a:pt x="59436" y="6096"/>
                </a:lnTo>
                <a:lnTo>
                  <a:pt x="64008" y="10668"/>
                </a:lnTo>
                <a:cubicBezTo>
                  <a:pt x="64008" y="10668"/>
                  <a:pt x="65532" y="10668"/>
                  <a:pt x="65532" y="10668"/>
                </a:cubicBezTo>
                <a:lnTo>
                  <a:pt x="68580" y="15240"/>
                </a:lnTo>
                <a:cubicBezTo>
                  <a:pt x="68580" y="15240"/>
                  <a:pt x="70104" y="16764"/>
                  <a:pt x="70104" y="16764"/>
                </a:cubicBezTo>
                <a:lnTo>
                  <a:pt x="73152" y="21336"/>
                </a:lnTo>
                <a:cubicBezTo>
                  <a:pt x="73152" y="21336"/>
                  <a:pt x="73152" y="21336"/>
                  <a:pt x="73152" y="22860"/>
                </a:cubicBezTo>
                <a:lnTo>
                  <a:pt x="74676" y="27432"/>
                </a:lnTo>
                <a:cubicBezTo>
                  <a:pt x="74676" y="28956"/>
                  <a:pt x="74676" y="28956"/>
                  <a:pt x="74676" y="28956"/>
                </a:cubicBezTo>
                <a:lnTo>
                  <a:pt x="76200" y="35052"/>
                </a:lnTo>
                <a:cubicBezTo>
                  <a:pt x="76200" y="35052"/>
                  <a:pt x="76200" y="36576"/>
                  <a:pt x="76200" y="36576"/>
                </a:cubicBezTo>
                <a:lnTo>
                  <a:pt x="74676" y="42672"/>
                </a:lnTo>
                <a:cubicBezTo>
                  <a:pt x="74676" y="42672"/>
                  <a:pt x="74676" y="42672"/>
                  <a:pt x="74676" y="44196"/>
                </a:cubicBezTo>
                <a:lnTo>
                  <a:pt x="73152" y="48768"/>
                </a:lnTo>
                <a:cubicBezTo>
                  <a:pt x="73152" y="48768"/>
                  <a:pt x="73152" y="50292"/>
                  <a:pt x="73152" y="50292"/>
                </a:cubicBezTo>
                <a:lnTo>
                  <a:pt x="70104" y="54864"/>
                </a:lnTo>
                <a:cubicBezTo>
                  <a:pt x="70104" y="54864"/>
                  <a:pt x="68580" y="54864"/>
                  <a:pt x="68580" y="56388"/>
                </a:cubicBezTo>
                <a:lnTo>
                  <a:pt x="65532" y="60960"/>
                </a:lnTo>
                <a:cubicBezTo>
                  <a:pt x="65532" y="60960"/>
                  <a:pt x="64008" y="60960"/>
                  <a:pt x="64008" y="60960"/>
                </a:cubicBezTo>
                <a:lnTo>
                  <a:pt x="59436" y="64008"/>
                </a:lnTo>
                <a:cubicBezTo>
                  <a:pt x="59436" y="65532"/>
                  <a:pt x="59436" y="65532"/>
                  <a:pt x="59436" y="65532"/>
                </a:cubicBezTo>
                <a:lnTo>
                  <a:pt x="53340" y="68580"/>
                </a:lnTo>
                <a:cubicBezTo>
                  <a:pt x="53340" y="68580"/>
                  <a:pt x="53340" y="68580"/>
                  <a:pt x="51816" y="68580"/>
                </a:cubicBezTo>
                <a:lnTo>
                  <a:pt x="45720" y="70104"/>
                </a:lnTo>
                <a:lnTo>
                  <a:pt x="38100" y="70104"/>
                </a:lnTo>
                <a:lnTo>
                  <a:pt x="32004" y="70104"/>
                </a:lnTo>
                <a:cubicBezTo>
                  <a:pt x="30480" y="70104"/>
                  <a:pt x="30480" y="70104"/>
                  <a:pt x="30480" y="70104"/>
                </a:cubicBezTo>
                <a:lnTo>
                  <a:pt x="24384" y="68580"/>
                </a:lnTo>
                <a:cubicBezTo>
                  <a:pt x="24384" y="68580"/>
                  <a:pt x="22860" y="68580"/>
                  <a:pt x="22860" y="68580"/>
                </a:cubicBezTo>
                <a:lnTo>
                  <a:pt x="18288" y="65532"/>
                </a:lnTo>
                <a:cubicBezTo>
                  <a:pt x="16764" y="65532"/>
                  <a:pt x="16764" y="65532"/>
                  <a:pt x="16764" y="64008"/>
                </a:cubicBezTo>
                <a:lnTo>
                  <a:pt x="12192" y="60960"/>
                </a:lnTo>
                <a:cubicBezTo>
                  <a:pt x="12192" y="60960"/>
                  <a:pt x="12192" y="60960"/>
                  <a:pt x="10668" y="60960"/>
                </a:cubicBezTo>
                <a:lnTo>
                  <a:pt x="7620" y="56388"/>
                </a:lnTo>
                <a:cubicBezTo>
                  <a:pt x="7620" y="54864"/>
                  <a:pt x="7620" y="54864"/>
                  <a:pt x="7620" y="54864"/>
                </a:cubicBezTo>
                <a:lnTo>
                  <a:pt x="4572" y="50292"/>
                </a:lnTo>
                <a:cubicBezTo>
                  <a:pt x="3048" y="50292"/>
                  <a:pt x="3048" y="48768"/>
                  <a:pt x="3048" y="48768"/>
                </a:cubicBezTo>
                <a:lnTo>
                  <a:pt x="1524" y="44196"/>
                </a:lnTo>
                <a:cubicBezTo>
                  <a:pt x="1524" y="42672"/>
                  <a:pt x="1524" y="42672"/>
                  <a:pt x="1524" y="42672"/>
                </a:cubicBezTo>
                <a:close/>
                <a:moveTo>
                  <a:pt x="13716" y="47244"/>
                </a:moveTo>
                <a:lnTo>
                  <a:pt x="13716" y="39624"/>
                </a:lnTo>
                <a:lnTo>
                  <a:pt x="15240" y="45720"/>
                </a:lnTo>
                <a:lnTo>
                  <a:pt x="15240" y="44196"/>
                </a:lnTo>
                <a:lnTo>
                  <a:pt x="18288" y="48768"/>
                </a:lnTo>
                <a:lnTo>
                  <a:pt x="15240" y="48768"/>
                </a:lnTo>
                <a:lnTo>
                  <a:pt x="19812" y="53340"/>
                </a:lnTo>
                <a:lnTo>
                  <a:pt x="18288" y="51816"/>
                </a:lnTo>
                <a:lnTo>
                  <a:pt x="22860" y="56388"/>
                </a:lnTo>
                <a:lnTo>
                  <a:pt x="22860" y="54864"/>
                </a:lnTo>
                <a:lnTo>
                  <a:pt x="27432" y="57912"/>
                </a:lnTo>
                <a:lnTo>
                  <a:pt x="33528" y="59436"/>
                </a:lnTo>
                <a:lnTo>
                  <a:pt x="32004" y="59436"/>
                </a:lnTo>
                <a:lnTo>
                  <a:pt x="38100" y="59436"/>
                </a:lnTo>
                <a:lnTo>
                  <a:pt x="44196" y="59436"/>
                </a:lnTo>
                <a:lnTo>
                  <a:pt x="42672" y="59436"/>
                </a:lnTo>
                <a:lnTo>
                  <a:pt x="48768" y="57912"/>
                </a:lnTo>
                <a:lnTo>
                  <a:pt x="53340" y="54864"/>
                </a:lnTo>
                <a:lnTo>
                  <a:pt x="53340" y="56388"/>
                </a:lnTo>
                <a:lnTo>
                  <a:pt x="57912" y="51816"/>
                </a:lnTo>
                <a:lnTo>
                  <a:pt x="56388" y="53340"/>
                </a:lnTo>
                <a:lnTo>
                  <a:pt x="60960" y="48768"/>
                </a:lnTo>
                <a:lnTo>
                  <a:pt x="64008" y="44196"/>
                </a:lnTo>
                <a:lnTo>
                  <a:pt x="62484" y="45720"/>
                </a:lnTo>
                <a:lnTo>
                  <a:pt x="64008" y="39624"/>
                </a:lnTo>
                <a:lnTo>
                  <a:pt x="64008" y="41148"/>
                </a:lnTo>
                <a:lnTo>
                  <a:pt x="65532" y="35052"/>
                </a:lnTo>
                <a:lnTo>
                  <a:pt x="65532" y="36576"/>
                </a:lnTo>
                <a:lnTo>
                  <a:pt x="64008" y="30480"/>
                </a:lnTo>
                <a:lnTo>
                  <a:pt x="64008" y="32004"/>
                </a:lnTo>
                <a:lnTo>
                  <a:pt x="62484" y="25908"/>
                </a:lnTo>
                <a:lnTo>
                  <a:pt x="64008" y="27432"/>
                </a:lnTo>
                <a:lnTo>
                  <a:pt x="60960" y="21336"/>
                </a:lnTo>
                <a:lnTo>
                  <a:pt x="60960" y="22860"/>
                </a:lnTo>
                <a:lnTo>
                  <a:pt x="56388" y="18288"/>
                </a:lnTo>
                <a:lnTo>
                  <a:pt x="57912" y="19812"/>
                </a:lnTo>
                <a:lnTo>
                  <a:pt x="53340" y="15240"/>
                </a:lnTo>
                <a:lnTo>
                  <a:pt x="48768" y="13716"/>
                </a:lnTo>
                <a:lnTo>
                  <a:pt x="42672" y="12192"/>
                </a:lnTo>
                <a:lnTo>
                  <a:pt x="44196" y="12192"/>
                </a:lnTo>
                <a:lnTo>
                  <a:pt x="38100" y="12192"/>
                </a:lnTo>
                <a:lnTo>
                  <a:pt x="32004" y="12192"/>
                </a:lnTo>
                <a:lnTo>
                  <a:pt x="33528" y="12192"/>
                </a:lnTo>
                <a:lnTo>
                  <a:pt x="27432" y="13716"/>
                </a:lnTo>
                <a:lnTo>
                  <a:pt x="22860" y="15240"/>
                </a:lnTo>
                <a:lnTo>
                  <a:pt x="18288" y="19812"/>
                </a:lnTo>
                <a:lnTo>
                  <a:pt x="19812" y="18288"/>
                </a:lnTo>
                <a:lnTo>
                  <a:pt x="15240" y="22860"/>
                </a:lnTo>
                <a:lnTo>
                  <a:pt x="16764" y="21336"/>
                </a:lnTo>
                <a:lnTo>
                  <a:pt x="13716" y="27432"/>
                </a:lnTo>
                <a:lnTo>
                  <a:pt x="13716" y="25908"/>
                </a:lnTo>
                <a:lnTo>
                  <a:pt x="12192" y="32004"/>
                </a:lnTo>
                <a:lnTo>
                  <a:pt x="12192" y="30480"/>
                </a:lnTo>
                <a:lnTo>
                  <a:pt x="12192" y="36576"/>
                </a:lnTo>
                <a:lnTo>
                  <a:pt x="12192" y="3505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9"/>
          <p:cNvSpPr/>
          <p:nvPr/>
        </p:nvSpPr>
        <p:spPr>
          <a:xfrm>
            <a:off x="2252221" y="462238"/>
            <a:ext cx="34990" cy="59984"/>
          </a:xfrm>
          <a:custGeom>
            <a:rect b="b" l="l" r="r" t="t"/>
            <a:pathLst>
              <a:path extrusionOk="0" h="146304" w="85344">
                <a:moveTo>
                  <a:pt x="0" y="0"/>
                </a:moveTo>
                <a:lnTo>
                  <a:pt x="85344" y="0"/>
                </a:lnTo>
                <a:lnTo>
                  <a:pt x="85344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73" name="Google Shape;673;p29"/>
          <p:cNvGrpSpPr/>
          <p:nvPr/>
        </p:nvGrpSpPr>
        <p:grpSpPr>
          <a:xfrm>
            <a:off x="2134750" y="289783"/>
            <a:ext cx="97472" cy="127464"/>
            <a:chOff x="63500" y="63500"/>
            <a:chExt cx="178308" cy="233172"/>
          </a:xfrm>
        </p:grpSpPr>
        <p:sp>
          <p:nvSpPr>
            <p:cNvPr id="674" name="Google Shape;674;p29"/>
            <p:cNvSpPr/>
            <p:nvPr/>
          </p:nvSpPr>
          <p:spPr>
            <a:xfrm>
              <a:off x="68072" y="68072"/>
              <a:ext cx="169164" cy="114300"/>
            </a:xfrm>
            <a:custGeom>
              <a:rect b="b" l="l" r="r" t="t"/>
              <a:pathLst>
                <a:path extrusionOk="0" h="114300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675" name="Google Shape;675;p29"/>
            <p:cNvSpPr/>
            <p:nvPr/>
          </p:nvSpPr>
          <p:spPr>
            <a:xfrm>
              <a:off x="63500" y="63500"/>
              <a:ext cx="178308" cy="233172"/>
            </a:xfrm>
            <a:custGeom>
              <a:rect b="b" l="l" r="r" t="t"/>
              <a:pathLst>
                <a:path extrusionOk="0" h="233172" w="178308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73736" y="0"/>
                  </a:lnTo>
                  <a:cubicBezTo>
                    <a:pt x="175260" y="0"/>
                    <a:pt x="178308" y="1524"/>
                    <a:pt x="178308" y="4572"/>
                  </a:cubicBezTo>
                  <a:lnTo>
                    <a:pt x="178308" y="118872"/>
                  </a:lnTo>
                  <a:cubicBezTo>
                    <a:pt x="178308" y="121920"/>
                    <a:pt x="175260" y="124968"/>
                    <a:pt x="173736" y="124968"/>
                  </a:cubicBezTo>
                  <a:lnTo>
                    <a:pt x="4572" y="124968"/>
                  </a:lnTo>
                  <a:cubicBezTo>
                    <a:pt x="1524" y="124968"/>
                    <a:pt x="0" y="121920"/>
                    <a:pt x="0" y="118872"/>
                  </a:cubicBezTo>
                  <a:close/>
                  <a:moveTo>
                    <a:pt x="10668" y="233172"/>
                  </a:moveTo>
                  <a:lnTo>
                    <a:pt x="4572" y="114300"/>
                  </a:lnTo>
                  <a:lnTo>
                    <a:pt x="173736" y="114300"/>
                  </a:lnTo>
                  <a:lnTo>
                    <a:pt x="167640" y="118872"/>
                  </a:lnTo>
                  <a:lnTo>
                    <a:pt x="167640" y="4572"/>
                  </a:lnTo>
                  <a:lnTo>
                    <a:pt x="173736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6" name="Google Shape;676;p29"/>
          <p:cNvSpPr/>
          <p:nvPr/>
        </p:nvSpPr>
        <p:spPr>
          <a:xfrm>
            <a:off x="2165578" y="216472"/>
            <a:ext cx="32491" cy="91642"/>
          </a:xfrm>
          <a:custGeom>
            <a:rect b="b" l="l" r="r" t="t"/>
            <a:pathLst>
              <a:path extrusionOk="0" h="223520" w="79248">
                <a:moveTo>
                  <a:pt x="0" y="0"/>
                </a:moveTo>
                <a:lnTo>
                  <a:pt x="79248" y="0"/>
                </a:lnTo>
                <a:lnTo>
                  <a:pt x="79248" y="223520"/>
                </a:lnTo>
                <a:lnTo>
                  <a:pt x="0" y="223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7" name="Google Shape;677;p29"/>
          <p:cNvSpPr/>
          <p:nvPr/>
        </p:nvSpPr>
        <p:spPr>
          <a:xfrm>
            <a:off x="6623524" y="426415"/>
            <a:ext cx="44987" cy="50819"/>
          </a:xfrm>
          <a:custGeom>
            <a:rect b="b" l="l" r="r" t="t"/>
            <a:pathLst>
              <a:path extrusionOk="0" h="92964" w="82295">
                <a:moveTo>
                  <a:pt x="71628" y="88392"/>
                </a:moveTo>
                <a:lnTo>
                  <a:pt x="53340" y="91440"/>
                </a:lnTo>
                <a:lnTo>
                  <a:pt x="44196" y="92964"/>
                </a:lnTo>
                <a:lnTo>
                  <a:pt x="36576" y="92964"/>
                </a:lnTo>
                <a:lnTo>
                  <a:pt x="28956" y="92964"/>
                </a:lnTo>
                <a:lnTo>
                  <a:pt x="22860" y="92964"/>
                </a:lnTo>
                <a:lnTo>
                  <a:pt x="16764" y="91440"/>
                </a:lnTo>
                <a:lnTo>
                  <a:pt x="12192" y="88392"/>
                </a:lnTo>
                <a:lnTo>
                  <a:pt x="9144" y="85344"/>
                </a:lnTo>
                <a:cubicBezTo>
                  <a:pt x="9144" y="83820"/>
                  <a:pt x="9144" y="83820"/>
                  <a:pt x="9144" y="83820"/>
                </a:cubicBezTo>
                <a:lnTo>
                  <a:pt x="7620" y="79248"/>
                </a:lnTo>
                <a:cubicBezTo>
                  <a:pt x="6096" y="79248"/>
                  <a:pt x="6096" y="79248"/>
                  <a:pt x="6096" y="77724"/>
                </a:cubicBezTo>
                <a:lnTo>
                  <a:pt x="6096" y="71628"/>
                </a:lnTo>
                <a:lnTo>
                  <a:pt x="6096" y="65532"/>
                </a:lnTo>
                <a:lnTo>
                  <a:pt x="7620" y="57912"/>
                </a:lnTo>
                <a:lnTo>
                  <a:pt x="9144" y="51816"/>
                </a:lnTo>
                <a:cubicBezTo>
                  <a:pt x="9144" y="51816"/>
                  <a:pt x="9144" y="51816"/>
                  <a:pt x="9144" y="50292"/>
                </a:cubicBezTo>
                <a:lnTo>
                  <a:pt x="12192" y="45720"/>
                </a:lnTo>
                <a:lnTo>
                  <a:pt x="16764" y="41148"/>
                </a:lnTo>
                <a:lnTo>
                  <a:pt x="19812" y="39624"/>
                </a:lnTo>
                <a:lnTo>
                  <a:pt x="22860" y="38100"/>
                </a:lnTo>
                <a:lnTo>
                  <a:pt x="25908" y="38100"/>
                </a:lnTo>
                <a:lnTo>
                  <a:pt x="30480" y="38100"/>
                </a:lnTo>
                <a:lnTo>
                  <a:pt x="41148" y="36576"/>
                </a:lnTo>
                <a:lnTo>
                  <a:pt x="50292" y="36576"/>
                </a:lnTo>
                <a:lnTo>
                  <a:pt x="60960" y="38100"/>
                </a:lnTo>
                <a:lnTo>
                  <a:pt x="70104" y="38100"/>
                </a:lnTo>
                <a:lnTo>
                  <a:pt x="73152" y="39624"/>
                </a:lnTo>
                <a:lnTo>
                  <a:pt x="76200" y="39624"/>
                </a:lnTo>
                <a:lnTo>
                  <a:pt x="79247" y="39624"/>
                </a:lnTo>
                <a:cubicBezTo>
                  <a:pt x="79247" y="41148"/>
                  <a:pt x="79247" y="41148"/>
                  <a:pt x="79247" y="41148"/>
                </a:cubicBezTo>
                <a:lnTo>
                  <a:pt x="80771" y="41148"/>
                </a:lnTo>
                <a:lnTo>
                  <a:pt x="82295" y="42672"/>
                </a:lnTo>
                <a:cubicBezTo>
                  <a:pt x="82295" y="42672"/>
                  <a:pt x="82295" y="44196"/>
                  <a:pt x="82295" y="44196"/>
                </a:cubicBezTo>
                <a:lnTo>
                  <a:pt x="82295" y="45720"/>
                </a:lnTo>
                <a:lnTo>
                  <a:pt x="80771" y="47244"/>
                </a:lnTo>
                <a:lnTo>
                  <a:pt x="79247" y="48768"/>
                </a:lnTo>
                <a:cubicBezTo>
                  <a:pt x="79247" y="48768"/>
                  <a:pt x="79247" y="50292"/>
                  <a:pt x="79247" y="50292"/>
                </a:cubicBezTo>
                <a:lnTo>
                  <a:pt x="76200" y="53340"/>
                </a:lnTo>
                <a:lnTo>
                  <a:pt x="70104" y="57912"/>
                </a:lnTo>
                <a:lnTo>
                  <a:pt x="65532" y="60960"/>
                </a:lnTo>
                <a:lnTo>
                  <a:pt x="57912" y="64008"/>
                </a:lnTo>
                <a:cubicBezTo>
                  <a:pt x="57912" y="65532"/>
                  <a:pt x="57912" y="65532"/>
                  <a:pt x="57912" y="65532"/>
                </a:cubicBezTo>
                <a:lnTo>
                  <a:pt x="51816" y="67056"/>
                </a:lnTo>
                <a:lnTo>
                  <a:pt x="47244" y="67056"/>
                </a:lnTo>
                <a:cubicBezTo>
                  <a:pt x="45720" y="67056"/>
                  <a:pt x="45720" y="67056"/>
                  <a:pt x="45720" y="67056"/>
                </a:cubicBezTo>
                <a:lnTo>
                  <a:pt x="41148" y="65532"/>
                </a:lnTo>
                <a:lnTo>
                  <a:pt x="35052" y="62484"/>
                </a:lnTo>
                <a:lnTo>
                  <a:pt x="28956" y="57912"/>
                </a:lnTo>
                <a:lnTo>
                  <a:pt x="21336" y="53340"/>
                </a:lnTo>
                <a:lnTo>
                  <a:pt x="16764" y="47244"/>
                </a:lnTo>
                <a:lnTo>
                  <a:pt x="10668" y="42672"/>
                </a:lnTo>
                <a:lnTo>
                  <a:pt x="6096" y="38100"/>
                </a:lnTo>
                <a:lnTo>
                  <a:pt x="3048" y="33528"/>
                </a:lnTo>
                <a:lnTo>
                  <a:pt x="1524" y="28956"/>
                </a:lnTo>
                <a:lnTo>
                  <a:pt x="0" y="24384"/>
                </a:lnTo>
                <a:lnTo>
                  <a:pt x="0" y="19812"/>
                </a:lnTo>
                <a:lnTo>
                  <a:pt x="1524" y="15240"/>
                </a:lnTo>
                <a:lnTo>
                  <a:pt x="3048" y="12192"/>
                </a:lnTo>
                <a:cubicBezTo>
                  <a:pt x="3048" y="12192"/>
                  <a:pt x="3048" y="12192"/>
                  <a:pt x="3048" y="10668"/>
                </a:cubicBezTo>
                <a:lnTo>
                  <a:pt x="4572" y="7620"/>
                </a:lnTo>
                <a:lnTo>
                  <a:pt x="7620" y="4572"/>
                </a:lnTo>
                <a:cubicBezTo>
                  <a:pt x="7620" y="4572"/>
                  <a:pt x="9144" y="4572"/>
                  <a:pt x="9144" y="4572"/>
                </a:cubicBezTo>
                <a:lnTo>
                  <a:pt x="12192" y="3048"/>
                </a:lnTo>
                <a:lnTo>
                  <a:pt x="15240" y="1524"/>
                </a:lnTo>
                <a:lnTo>
                  <a:pt x="18288" y="1524"/>
                </a:lnTo>
                <a:lnTo>
                  <a:pt x="25908" y="0"/>
                </a:lnTo>
                <a:lnTo>
                  <a:pt x="35052" y="0"/>
                </a:lnTo>
                <a:lnTo>
                  <a:pt x="45720" y="0"/>
                </a:lnTo>
                <a:lnTo>
                  <a:pt x="54864" y="1524"/>
                </a:lnTo>
                <a:lnTo>
                  <a:pt x="62484" y="1524"/>
                </a:lnTo>
                <a:lnTo>
                  <a:pt x="70104" y="1524"/>
                </a:lnTo>
                <a:lnTo>
                  <a:pt x="73152" y="1524"/>
                </a:lnTo>
                <a:lnTo>
                  <a:pt x="76200" y="3048"/>
                </a:lnTo>
                <a:lnTo>
                  <a:pt x="79247" y="3048"/>
                </a:lnTo>
                <a:lnTo>
                  <a:pt x="80771" y="4572"/>
                </a:lnTo>
                <a:cubicBezTo>
                  <a:pt x="80771" y="4572"/>
                  <a:pt x="82295" y="4572"/>
                  <a:pt x="82295" y="6096"/>
                </a:cubicBezTo>
                <a:cubicBezTo>
                  <a:pt x="82295" y="6096"/>
                  <a:pt x="82295" y="7620"/>
                  <a:pt x="82295" y="7620"/>
                </a:cubicBezTo>
                <a:lnTo>
                  <a:pt x="80771" y="9144"/>
                </a:lnTo>
                <a:lnTo>
                  <a:pt x="77724" y="10668"/>
                </a:lnTo>
                <a:lnTo>
                  <a:pt x="76200" y="12192"/>
                </a:lnTo>
                <a:lnTo>
                  <a:pt x="74676" y="7620"/>
                </a:lnTo>
                <a:lnTo>
                  <a:pt x="76200" y="7620"/>
                </a:lnTo>
                <a:lnTo>
                  <a:pt x="77724" y="6096"/>
                </a:lnTo>
                <a:lnTo>
                  <a:pt x="79247" y="7620"/>
                </a:lnTo>
                <a:lnTo>
                  <a:pt x="77724" y="6096"/>
                </a:lnTo>
                <a:lnTo>
                  <a:pt x="77724" y="7620"/>
                </a:lnTo>
                <a:lnTo>
                  <a:pt x="74676" y="6096"/>
                </a:lnTo>
                <a:lnTo>
                  <a:pt x="73152" y="6096"/>
                </a:lnTo>
                <a:lnTo>
                  <a:pt x="70104" y="6096"/>
                </a:lnTo>
                <a:lnTo>
                  <a:pt x="62484" y="6096"/>
                </a:lnTo>
                <a:lnTo>
                  <a:pt x="54864" y="4572"/>
                </a:lnTo>
                <a:lnTo>
                  <a:pt x="45720" y="4572"/>
                </a:lnTo>
                <a:lnTo>
                  <a:pt x="35052" y="4572"/>
                </a:lnTo>
                <a:lnTo>
                  <a:pt x="27432" y="4572"/>
                </a:lnTo>
                <a:lnTo>
                  <a:pt x="19812" y="4572"/>
                </a:lnTo>
                <a:lnTo>
                  <a:pt x="16764" y="6096"/>
                </a:lnTo>
                <a:lnTo>
                  <a:pt x="13716" y="6096"/>
                </a:lnTo>
                <a:lnTo>
                  <a:pt x="10668" y="7620"/>
                </a:lnTo>
                <a:lnTo>
                  <a:pt x="7620" y="10668"/>
                </a:lnTo>
                <a:lnTo>
                  <a:pt x="6096" y="13716"/>
                </a:lnTo>
                <a:lnTo>
                  <a:pt x="4572" y="16764"/>
                </a:lnTo>
                <a:lnTo>
                  <a:pt x="4572" y="19812"/>
                </a:lnTo>
                <a:lnTo>
                  <a:pt x="4572" y="24384"/>
                </a:lnTo>
                <a:lnTo>
                  <a:pt x="4572" y="22860"/>
                </a:lnTo>
                <a:lnTo>
                  <a:pt x="6096" y="27432"/>
                </a:lnTo>
                <a:lnTo>
                  <a:pt x="7620" y="30480"/>
                </a:lnTo>
                <a:lnTo>
                  <a:pt x="9144" y="35052"/>
                </a:lnTo>
                <a:lnTo>
                  <a:pt x="13716" y="39624"/>
                </a:lnTo>
                <a:lnTo>
                  <a:pt x="18288" y="44196"/>
                </a:lnTo>
                <a:lnTo>
                  <a:pt x="24384" y="50292"/>
                </a:lnTo>
                <a:lnTo>
                  <a:pt x="30480" y="54864"/>
                </a:lnTo>
                <a:lnTo>
                  <a:pt x="36576" y="59436"/>
                </a:lnTo>
                <a:lnTo>
                  <a:pt x="42672" y="62484"/>
                </a:lnTo>
                <a:lnTo>
                  <a:pt x="42672" y="60960"/>
                </a:lnTo>
                <a:lnTo>
                  <a:pt x="47244" y="62484"/>
                </a:lnTo>
                <a:lnTo>
                  <a:pt x="45720" y="62484"/>
                </a:lnTo>
                <a:lnTo>
                  <a:pt x="51816" y="62484"/>
                </a:lnTo>
                <a:lnTo>
                  <a:pt x="50292" y="62484"/>
                </a:lnTo>
                <a:lnTo>
                  <a:pt x="56388" y="60960"/>
                </a:lnTo>
                <a:lnTo>
                  <a:pt x="62484" y="57912"/>
                </a:lnTo>
                <a:lnTo>
                  <a:pt x="68580" y="54864"/>
                </a:lnTo>
                <a:lnTo>
                  <a:pt x="73152" y="50292"/>
                </a:lnTo>
                <a:lnTo>
                  <a:pt x="76200" y="47244"/>
                </a:lnTo>
                <a:lnTo>
                  <a:pt x="77724" y="45720"/>
                </a:lnTo>
                <a:lnTo>
                  <a:pt x="77724" y="44196"/>
                </a:lnTo>
                <a:lnTo>
                  <a:pt x="77724" y="45720"/>
                </a:lnTo>
                <a:lnTo>
                  <a:pt x="77724" y="44196"/>
                </a:lnTo>
                <a:lnTo>
                  <a:pt x="79247" y="44196"/>
                </a:lnTo>
                <a:lnTo>
                  <a:pt x="77724" y="44196"/>
                </a:lnTo>
                <a:lnTo>
                  <a:pt x="76200" y="44196"/>
                </a:lnTo>
                <a:lnTo>
                  <a:pt x="73152" y="42672"/>
                </a:lnTo>
                <a:lnTo>
                  <a:pt x="68580" y="42672"/>
                </a:lnTo>
                <a:lnTo>
                  <a:pt x="60960" y="41148"/>
                </a:lnTo>
                <a:lnTo>
                  <a:pt x="50292" y="41148"/>
                </a:lnTo>
                <a:lnTo>
                  <a:pt x="41148" y="41148"/>
                </a:lnTo>
                <a:lnTo>
                  <a:pt x="32004" y="41148"/>
                </a:lnTo>
                <a:lnTo>
                  <a:pt x="27432" y="42672"/>
                </a:lnTo>
                <a:lnTo>
                  <a:pt x="24384" y="42672"/>
                </a:lnTo>
                <a:lnTo>
                  <a:pt x="21336" y="44196"/>
                </a:lnTo>
                <a:lnTo>
                  <a:pt x="18288" y="44196"/>
                </a:lnTo>
                <a:lnTo>
                  <a:pt x="19812" y="44196"/>
                </a:lnTo>
                <a:lnTo>
                  <a:pt x="15240" y="48768"/>
                </a:lnTo>
                <a:lnTo>
                  <a:pt x="15240" y="47244"/>
                </a:lnTo>
                <a:lnTo>
                  <a:pt x="12192" y="53340"/>
                </a:lnTo>
                <a:lnTo>
                  <a:pt x="13716" y="53340"/>
                </a:lnTo>
                <a:lnTo>
                  <a:pt x="10668" y="59436"/>
                </a:lnTo>
                <a:lnTo>
                  <a:pt x="10668" y="57912"/>
                </a:lnTo>
                <a:lnTo>
                  <a:pt x="10668" y="65532"/>
                </a:lnTo>
                <a:lnTo>
                  <a:pt x="10668" y="71628"/>
                </a:lnTo>
                <a:lnTo>
                  <a:pt x="10668" y="77724"/>
                </a:lnTo>
                <a:lnTo>
                  <a:pt x="12192" y="82296"/>
                </a:lnTo>
                <a:lnTo>
                  <a:pt x="15240" y="85344"/>
                </a:lnTo>
                <a:lnTo>
                  <a:pt x="13716" y="85344"/>
                </a:lnTo>
                <a:lnTo>
                  <a:pt x="18288" y="86868"/>
                </a:lnTo>
                <a:lnTo>
                  <a:pt x="22860" y="88392"/>
                </a:lnTo>
                <a:lnTo>
                  <a:pt x="28956" y="89916"/>
                </a:lnTo>
                <a:lnTo>
                  <a:pt x="36576" y="89916"/>
                </a:lnTo>
                <a:lnTo>
                  <a:pt x="44196" y="88392"/>
                </a:lnTo>
                <a:lnTo>
                  <a:pt x="53340" y="88392"/>
                </a:lnTo>
                <a:lnTo>
                  <a:pt x="71628" y="853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9"/>
          <p:cNvSpPr/>
          <p:nvPr/>
        </p:nvSpPr>
        <p:spPr>
          <a:xfrm>
            <a:off x="6619359" y="339772"/>
            <a:ext cx="34990" cy="327410"/>
          </a:xfrm>
          <a:custGeom>
            <a:rect b="b" l="l" r="r" t="t"/>
            <a:pathLst>
              <a:path extrusionOk="0" h="798576" w="85344">
                <a:moveTo>
                  <a:pt x="0" y="0"/>
                </a:moveTo>
                <a:lnTo>
                  <a:pt x="85344" y="0"/>
                </a:lnTo>
                <a:lnTo>
                  <a:pt x="85344" y="798576"/>
                </a:lnTo>
                <a:lnTo>
                  <a:pt x="0" y="798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9" name="Google Shape;679;p29"/>
          <p:cNvSpPr/>
          <p:nvPr/>
        </p:nvSpPr>
        <p:spPr>
          <a:xfrm>
            <a:off x="6705169" y="396422"/>
            <a:ext cx="32491" cy="61650"/>
          </a:xfrm>
          <a:custGeom>
            <a:rect b="b" l="l" r="r" t="t"/>
            <a:pathLst>
              <a:path extrusionOk="0" h="150368" w="79248">
                <a:moveTo>
                  <a:pt x="0" y="0"/>
                </a:moveTo>
                <a:lnTo>
                  <a:pt x="79248" y="0"/>
                </a:lnTo>
                <a:lnTo>
                  <a:pt x="79248" y="150368"/>
                </a:lnTo>
                <a:lnTo>
                  <a:pt x="0" y="150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0" name="Google Shape;680;p29"/>
          <p:cNvSpPr/>
          <p:nvPr/>
        </p:nvSpPr>
        <p:spPr>
          <a:xfrm>
            <a:off x="6702670" y="438078"/>
            <a:ext cx="41655" cy="38323"/>
          </a:xfrm>
          <a:custGeom>
            <a:rect b="b" l="l" r="r" t="t"/>
            <a:pathLst>
              <a:path extrusionOk="0" h="70104" w="76200">
                <a:moveTo>
                  <a:pt x="0" y="36576"/>
                </a:moveTo>
                <a:cubicBezTo>
                  <a:pt x="0" y="36576"/>
                  <a:pt x="0" y="35052"/>
                  <a:pt x="0" y="35052"/>
                </a:cubicBezTo>
                <a:lnTo>
                  <a:pt x="1524" y="28956"/>
                </a:lnTo>
                <a:cubicBezTo>
                  <a:pt x="1524" y="28956"/>
                  <a:pt x="1524" y="28956"/>
                  <a:pt x="1524" y="27432"/>
                </a:cubicBezTo>
                <a:lnTo>
                  <a:pt x="3048" y="22860"/>
                </a:lnTo>
                <a:cubicBezTo>
                  <a:pt x="3048" y="21336"/>
                  <a:pt x="3048" y="21336"/>
                  <a:pt x="3048" y="21336"/>
                </a:cubicBezTo>
                <a:lnTo>
                  <a:pt x="6096" y="16764"/>
                </a:lnTo>
                <a:cubicBezTo>
                  <a:pt x="6096" y="16764"/>
                  <a:pt x="6096" y="15240"/>
                  <a:pt x="7620" y="15240"/>
                </a:cubicBezTo>
                <a:lnTo>
                  <a:pt x="10668" y="10668"/>
                </a:lnTo>
                <a:cubicBezTo>
                  <a:pt x="10668" y="10668"/>
                  <a:pt x="12192" y="10668"/>
                  <a:pt x="12192" y="10668"/>
                </a:cubicBezTo>
                <a:lnTo>
                  <a:pt x="16764" y="6096"/>
                </a:lnTo>
                <a:lnTo>
                  <a:pt x="22860" y="3048"/>
                </a:lnTo>
                <a:cubicBezTo>
                  <a:pt x="22860" y="3048"/>
                  <a:pt x="22860" y="3048"/>
                  <a:pt x="24384" y="3048"/>
                </a:cubicBezTo>
                <a:lnTo>
                  <a:pt x="30480" y="1524"/>
                </a:lnTo>
                <a:lnTo>
                  <a:pt x="38100" y="0"/>
                </a:lnTo>
                <a:lnTo>
                  <a:pt x="44196" y="1524"/>
                </a:lnTo>
                <a:cubicBezTo>
                  <a:pt x="45720" y="1524"/>
                  <a:pt x="45720" y="1524"/>
                  <a:pt x="45720" y="1524"/>
                </a:cubicBezTo>
                <a:lnTo>
                  <a:pt x="51816" y="3048"/>
                </a:lnTo>
                <a:cubicBezTo>
                  <a:pt x="51816" y="3048"/>
                  <a:pt x="51816" y="3048"/>
                  <a:pt x="53340" y="3048"/>
                </a:cubicBezTo>
                <a:lnTo>
                  <a:pt x="57912" y="6096"/>
                </a:lnTo>
                <a:cubicBezTo>
                  <a:pt x="59436" y="6096"/>
                  <a:pt x="59436" y="6096"/>
                  <a:pt x="59436" y="6096"/>
                </a:cubicBezTo>
                <a:lnTo>
                  <a:pt x="64008" y="10668"/>
                </a:lnTo>
                <a:cubicBezTo>
                  <a:pt x="64008" y="10668"/>
                  <a:pt x="64008" y="10668"/>
                  <a:pt x="65532" y="10668"/>
                </a:cubicBezTo>
                <a:lnTo>
                  <a:pt x="68580" y="15240"/>
                </a:lnTo>
                <a:cubicBezTo>
                  <a:pt x="68580" y="15240"/>
                  <a:pt x="68580" y="16764"/>
                  <a:pt x="68580" y="16764"/>
                </a:cubicBezTo>
                <a:lnTo>
                  <a:pt x="71628" y="21336"/>
                </a:lnTo>
                <a:cubicBezTo>
                  <a:pt x="73152" y="21336"/>
                  <a:pt x="73152" y="21336"/>
                  <a:pt x="73152" y="22860"/>
                </a:cubicBezTo>
                <a:lnTo>
                  <a:pt x="74676" y="27432"/>
                </a:lnTo>
                <a:cubicBezTo>
                  <a:pt x="74676" y="28956"/>
                  <a:pt x="74676" y="28956"/>
                  <a:pt x="74676" y="28956"/>
                </a:cubicBezTo>
                <a:lnTo>
                  <a:pt x="76200" y="35052"/>
                </a:lnTo>
                <a:cubicBezTo>
                  <a:pt x="76200" y="35052"/>
                  <a:pt x="76200" y="36576"/>
                  <a:pt x="76200" y="36576"/>
                </a:cubicBezTo>
                <a:lnTo>
                  <a:pt x="74676" y="42672"/>
                </a:lnTo>
                <a:cubicBezTo>
                  <a:pt x="74676" y="42672"/>
                  <a:pt x="74676" y="42672"/>
                  <a:pt x="74676" y="44196"/>
                </a:cubicBezTo>
                <a:lnTo>
                  <a:pt x="73152" y="48768"/>
                </a:lnTo>
                <a:cubicBezTo>
                  <a:pt x="73152" y="48768"/>
                  <a:pt x="73152" y="50292"/>
                  <a:pt x="71628" y="50292"/>
                </a:cubicBezTo>
                <a:lnTo>
                  <a:pt x="68580" y="54864"/>
                </a:lnTo>
                <a:cubicBezTo>
                  <a:pt x="68580" y="54864"/>
                  <a:pt x="68580" y="54864"/>
                  <a:pt x="68580" y="56388"/>
                </a:cubicBezTo>
                <a:lnTo>
                  <a:pt x="65532" y="60960"/>
                </a:lnTo>
                <a:cubicBezTo>
                  <a:pt x="64008" y="60960"/>
                  <a:pt x="64008" y="60960"/>
                  <a:pt x="64008" y="60960"/>
                </a:cubicBezTo>
                <a:lnTo>
                  <a:pt x="59436" y="64008"/>
                </a:lnTo>
                <a:cubicBezTo>
                  <a:pt x="59436" y="65532"/>
                  <a:pt x="59436" y="65532"/>
                  <a:pt x="57912" y="65532"/>
                </a:cubicBezTo>
                <a:lnTo>
                  <a:pt x="53340" y="68580"/>
                </a:lnTo>
                <a:cubicBezTo>
                  <a:pt x="51816" y="68580"/>
                  <a:pt x="51816" y="68580"/>
                  <a:pt x="51816" y="68580"/>
                </a:cubicBezTo>
                <a:lnTo>
                  <a:pt x="45720" y="70104"/>
                </a:lnTo>
                <a:cubicBezTo>
                  <a:pt x="45720" y="70104"/>
                  <a:pt x="45720" y="70104"/>
                  <a:pt x="44196" y="70104"/>
                </a:cubicBezTo>
                <a:lnTo>
                  <a:pt x="38100" y="70104"/>
                </a:lnTo>
                <a:lnTo>
                  <a:pt x="30480" y="70104"/>
                </a:lnTo>
                <a:lnTo>
                  <a:pt x="24384" y="68580"/>
                </a:lnTo>
                <a:cubicBezTo>
                  <a:pt x="22860" y="68580"/>
                  <a:pt x="22860" y="68580"/>
                  <a:pt x="22860" y="68580"/>
                </a:cubicBezTo>
                <a:lnTo>
                  <a:pt x="16764" y="65532"/>
                </a:lnTo>
                <a:cubicBezTo>
                  <a:pt x="16764" y="65532"/>
                  <a:pt x="16764" y="65532"/>
                  <a:pt x="16764" y="64008"/>
                </a:cubicBezTo>
                <a:lnTo>
                  <a:pt x="12192" y="60960"/>
                </a:lnTo>
                <a:cubicBezTo>
                  <a:pt x="12192" y="60960"/>
                  <a:pt x="10668" y="60960"/>
                  <a:pt x="10668" y="60960"/>
                </a:cubicBezTo>
                <a:lnTo>
                  <a:pt x="7620" y="56388"/>
                </a:lnTo>
                <a:cubicBezTo>
                  <a:pt x="6096" y="54864"/>
                  <a:pt x="6096" y="54864"/>
                  <a:pt x="6096" y="54864"/>
                </a:cubicBezTo>
                <a:lnTo>
                  <a:pt x="3048" y="50292"/>
                </a:lnTo>
                <a:cubicBezTo>
                  <a:pt x="3048" y="50292"/>
                  <a:pt x="3048" y="48768"/>
                  <a:pt x="3048" y="48768"/>
                </a:cubicBezTo>
                <a:lnTo>
                  <a:pt x="1524" y="44196"/>
                </a:lnTo>
                <a:cubicBezTo>
                  <a:pt x="1524" y="42672"/>
                  <a:pt x="1524" y="42672"/>
                  <a:pt x="1524" y="42672"/>
                </a:cubicBezTo>
                <a:close/>
                <a:moveTo>
                  <a:pt x="13716" y="47244"/>
                </a:moveTo>
                <a:lnTo>
                  <a:pt x="10668" y="39624"/>
                </a:lnTo>
                <a:lnTo>
                  <a:pt x="13716" y="45720"/>
                </a:lnTo>
                <a:lnTo>
                  <a:pt x="12192" y="44196"/>
                </a:lnTo>
                <a:lnTo>
                  <a:pt x="15240" y="48768"/>
                </a:lnTo>
                <a:lnTo>
                  <a:pt x="19812" y="53340"/>
                </a:lnTo>
                <a:lnTo>
                  <a:pt x="18288" y="51816"/>
                </a:lnTo>
                <a:lnTo>
                  <a:pt x="22860" y="56388"/>
                </a:lnTo>
                <a:lnTo>
                  <a:pt x="22860" y="54864"/>
                </a:lnTo>
                <a:lnTo>
                  <a:pt x="27432" y="57912"/>
                </a:lnTo>
                <a:lnTo>
                  <a:pt x="33528" y="59436"/>
                </a:lnTo>
                <a:lnTo>
                  <a:pt x="32004" y="59436"/>
                </a:lnTo>
                <a:lnTo>
                  <a:pt x="38100" y="59436"/>
                </a:lnTo>
                <a:lnTo>
                  <a:pt x="44196" y="59436"/>
                </a:lnTo>
                <a:lnTo>
                  <a:pt x="42672" y="59436"/>
                </a:lnTo>
                <a:lnTo>
                  <a:pt x="48768" y="57912"/>
                </a:lnTo>
                <a:lnTo>
                  <a:pt x="47244" y="57912"/>
                </a:lnTo>
                <a:lnTo>
                  <a:pt x="53340" y="54864"/>
                </a:lnTo>
                <a:lnTo>
                  <a:pt x="53340" y="56388"/>
                </a:lnTo>
                <a:lnTo>
                  <a:pt x="57912" y="51816"/>
                </a:lnTo>
                <a:lnTo>
                  <a:pt x="56388" y="53340"/>
                </a:lnTo>
                <a:lnTo>
                  <a:pt x="60960" y="48768"/>
                </a:lnTo>
                <a:lnTo>
                  <a:pt x="59436" y="48768"/>
                </a:lnTo>
                <a:lnTo>
                  <a:pt x="62484" y="44196"/>
                </a:lnTo>
                <a:lnTo>
                  <a:pt x="62484" y="45720"/>
                </a:lnTo>
                <a:lnTo>
                  <a:pt x="64008" y="39624"/>
                </a:lnTo>
                <a:lnTo>
                  <a:pt x="64008" y="41148"/>
                </a:lnTo>
                <a:lnTo>
                  <a:pt x="64008" y="35052"/>
                </a:lnTo>
                <a:lnTo>
                  <a:pt x="64008" y="36576"/>
                </a:lnTo>
                <a:lnTo>
                  <a:pt x="64008" y="30480"/>
                </a:lnTo>
                <a:lnTo>
                  <a:pt x="64008" y="32004"/>
                </a:lnTo>
                <a:lnTo>
                  <a:pt x="62484" y="25908"/>
                </a:lnTo>
                <a:lnTo>
                  <a:pt x="62484" y="27432"/>
                </a:lnTo>
                <a:lnTo>
                  <a:pt x="59436" y="21336"/>
                </a:lnTo>
                <a:lnTo>
                  <a:pt x="60960" y="22860"/>
                </a:lnTo>
                <a:lnTo>
                  <a:pt x="56388" y="18288"/>
                </a:lnTo>
                <a:lnTo>
                  <a:pt x="57912" y="19812"/>
                </a:lnTo>
                <a:lnTo>
                  <a:pt x="53340" y="15240"/>
                </a:lnTo>
                <a:lnTo>
                  <a:pt x="47244" y="13716"/>
                </a:lnTo>
                <a:lnTo>
                  <a:pt x="48768" y="13716"/>
                </a:lnTo>
                <a:lnTo>
                  <a:pt x="42672" y="12192"/>
                </a:lnTo>
                <a:lnTo>
                  <a:pt x="44196" y="12192"/>
                </a:lnTo>
                <a:lnTo>
                  <a:pt x="38100" y="12192"/>
                </a:lnTo>
                <a:lnTo>
                  <a:pt x="32004" y="12192"/>
                </a:lnTo>
                <a:lnTo>
                  <a:pt x="33528" y="12192"/>
                </a:lnTo>
                <a:lnTo>
                  <a:pt x="27432" y="13716"/>
                </a:lnTo>
                <a:lnTo>
                  <a:pt x="22860" y="15240"/>
                </a:lnTo>
                <a:lnTo>
                  <a:pt x="18288" y="19812"/>
                </a:lnTo>
                <a:lnTo>
                  <a:pt x="19812" y="18288"/>
                </a:lnTo>
                <a:lnTo>
                  <a:pt x="15240" y="22860"/>
                </a:lnTo>
                <a:lnTo>
                  <a:pt x="15240" y="21336"/>
                </a:lnTo>
                <a:lnTo>
                  <a:pt x="12192" y="27432"/>
                </a:lnTo>
                <a:lnTo>
                  <a:pt x="13716" y="25908"/>
                </a:lnTo>
                <a:lnTo>
                  <a:pt x="10668" y="32004"/>
                </a:lnTo>
                <a:lnTo>
                  <a:pt x="12192" y="30480"/>
                </a:lnTo>
                <a:lnTo>
                  <a:pt x="10668" y="36576"/>
                </a:lnTo>
                <a:lnTo>
                  <a:pt x="10668" y="3505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9"/>
          <p:cNvSpPr/>
          <p:nvPr/>
        </p:nvSpPr>
        <p:spPr>
          <a:xfrm>
            <a:off x="6707669" y="462238"/>
            <a:ext cx="32491" cy="59984"/>
          </a:xfrm>
          <a:custGeom>
            <a:rect b="b" l="l" r="r" t="t"/>
            <a:pathLst>
              <a:path extrusionOk="0" h="146304" w="79248">
                <a:moveTo>
                  <a:pt x="0" y="0"/>
                </a:moveTo>
                <a:lnTo>
                  <a:pt x="79248" y="0"/>
                </a:lnTo>
                <a:lnTo>
                  <a:pt x="79248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82" name="Google Shape;682;p29"/>
          <p:cNvGrpSpPr/>
          <p:nvPr/>
        </p:nvGrpSpPr>
        <p:grpSpPr>
          <a:xfrm>
            <a:off x="6589365" y="289783"/>
            <a:ext cx="98305" cy="127464"/>
            <a:chOff x="63500" y="63500"/>
            <a:chExt cx="179832" cy="233172"/>
          </a:xfrm>
        </p:grpSpPr>
        <p:sp>
          <p:nvSpPr>
            <p:cNvPr id="683" name="Google Shape;683;p29"/>
            <p:cNvSpPr/>
            <p:nvPr/>
          </p:nvSpPr>
          <p:spPr>
            <a:xfrm>
              <a:off x="69596" y="68072"/>
              <a:ext cx="167640" cy="114300"/>
            </a:xfrm>
            <a:custGeom>
              <a:rect b="b" l="l" r="r" t="t"/>
              <a:pathLst>
                <a:path extrusionOk="0" h="114300" w="167640">
                  <a:moveTo>
                    <a:pt x="0" y="0"/>
                  </a:moveTo>
                  <a:lnTo>
                    <a:pt x="167640" y="0"/>
                  </a:lnTo>
                  <a:lnTo>
                    <a:pt x="16764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684" name="Google Shape;684;p29"/>
            <p:cNvSpPr/>
            <p:nvPr/>
          </p:nvSpPr>
          <p:spPr>
            <a:xfrm>
              <a:off x="63500" y="63500"/>
              <a:ext cx="179832" cy="233172"/>
            </a:xfrm>
            <a:custGeom>
              <a:rect b="b" l="l" r="r" t="t"/>
              <a:pathLst>
                <a:path extrusionOk="0" h="233172" w="179832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173736" y="0"/>
                  </a:lnTo>
                  <a:cubicBezTo>
                    <a:pt x="176784" y="0"/>
                    <a:pt x="179832" y="1524"/>
                    <a:pt x="179832" y="4572"/>
                  </a:cubicBezTo>
                  <a:lnTo>
                    <a:pt x="179832" y="118872"/>
                  </a:lnTo>
                  <a:cubicBezTo>
                    <a:pt x="179832" y="121920"/>
                    <a:pt x="176784" y="124968"/>
                    <a:pt x="173736" y="124968"/>
                  </a:cubicBezTo>
                  <a:lnTo>
                    <a:pt x="6096" y="124968"/>
                  </a:lnTo>
                  <a:cubicBezTo>
                    <a:pt x="3048" y="124968"/>
                    <a:pt x="0" y="121920"/>
                    <a:pt x="0" y="118872"/>
                  </a:cubicBezTo>
                  <a:close/>
                  <a:moveTo>
                    <a:pt x="12192" y="233172"/>
                  </a:moveTo>
                  <a:lnTo>
                    <a:pt x="6096" y="114300"/>
                  </a:lnTo>
                  <a:lnTo>
                    <a:pt x="173736" y="114300"/>
                  </a:lnTo>
                  <a:lnTo>
                    <a:pt x="169164" y="118872"/>
                  </a:lnTo>
                  <a:lnTo>
                    <a:pt x="169164" y="4572"/>
                  </a:lnTo>
                  <a:lnTo>
                    <a:pt x="173736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5" name="Google Shape;685;p29"/>
          <p:cNvSpPr/>
          <p:nvPr/>
        </p:nvSpPr>
        <p:spPr>
          <a:xfrm>
            <a:off x="6619359" y="216472"/>
            <a:ext cx="34990" cy="91642"/>
          </a:xfrm>
          <a:custGeom>
            <a:rect b="b" l="l" r="r" t="t"/>
            <a:pathLst>
              <a:path extrusionOk="0" h="223520" w="85344">
                <a:moveTo>
                  <a:pt x="0" y="0"/>
                </a:moveTo>
                <a:lnTo>
                  <a:pt x="85344" y="0"/>
                </a:lnTo>
                <a:lnTo>
                  <a:pt x="85344" y="223520"/>
                </a:lnTo>
                <a:lnTo>
                  <a:pt x="0" y="223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6" name="Google Shape;686;p29"/>
          <p:cNvSpPr/>
          <p:nvPr/>
        </p:nvSpPr>
        <p:spPr>
          <a:xfrm>
            <a:off x="2796239" y="411419"/>
            <a:ext cx="47487" cy="50819"/>
          </a:xfrm>
          <a:custGeom>
            <a:rect b="b" l="l" r="r" t="t"/>
            <a:pathLst>
              <a:path extrusionOk="0" h="92964" w="86868">
                <a:moveTo>
                  <a:pt x="76200" y="89916"/>
                </a:moveTo>
                <a:lnTo>
                  <a:pt x="56388" y="91440"/>
                </a:lnTo>
                <a:lnTo>
                  <a:pt x="47244" y="92964"/>
                </a:lnTo>
                <a:lnTo>
                  <a:pt x="39624" y="92964"/>
                </a:lnTo>
                <a:lnTo>
                  <a:pt x="30480" y="92964"/>
                </a:lnTo>
                <a:lnTo>
                  <a:pt x="24384" y="92964"/>
                </a:lnTo>
                <a:lnTo>
                  <a:pt x="18288" y="91440"/>
                </a:lnTo>
                <a:lnTo>
                  <a:pt x="13716" y="88392"/>
                </a:lnTo>
                <a:cubicBezTo>
                  <a:pt x="13716" y="88392"/>
                  <a:pt x="13716" y="88392"/>
                  <a:pt x="12192" y="88392"/>
                </a:cubicBezTo>
                <a:lnTo>
                  <a:pt x="10668" y="85344"/>
                </a:lnTo>
                <a:cubicBezTo>
                  <a:pt x="9144" y="85344"/>
                  <a:pt x="9144" y="83820"/>
                  <a:pt x="9144" y="83820"/>
                </a:cubicBezTo>
                <a:lnTo>
                  <a:pt x="7620" y="79248"/>
                </a:lnTo>
                <a:lnTo>
                  <a:pt x="6096" y="71628"/>
                </a:lnTo>
                <a:lnTo>
                  <a:pt x="6096" y="65532"/>
                </a:lnTo>
                <a:lnTo>
                  <a:pt x="7620" y="57912"/>
                </a:lnTo>
                <a:lnTo>
                  <a:pt x="10668" y="51816"/>
                </a:lnTo>
                <a:lnTo>
                  <a:pt x="13716" y="45720"/>
                </a:lnTo>
                <a:lnTo>
                  <a:pt x="16764" y="41148"/>
                </a:lnTo>
                <a:cubicBezTo>
                  <a:pt x="18288" y="41148"/>
                  <a:pt x="18288" y="41148"/>
                  <a:pt x="18288" y="41148"/>
                </a:cubicBezTo>
                <a:lnTo>
                  <a:pt x="19812" y="39624"/>
                </a:lnTo>
                <a:cubicBezTo>
                  <a:pt x="21336" y="39624"/>
                  <a:pt x="21336" y="39624"/>
                  <a:pt x="21336" y="39624"/>
                </a:cubicBezTo>
                <a:lnTo>
                  <a:pt x="24384" y="39624"/>
                </a:lnTo>
                <a:lnTo>
                  <a:pt x="28956" y="38100"/>
                </a:lnTo>
                <a:lnTo>
                  <a:pt x="33528" y="38100"/>
                </a:lnTo>
                <a:lnTo>
                  <a:pt x="42672" y="36576"/>
                </a:lnTo>
                <a:lnTo>
                  <a:pt x="53340" y="36576"/>
                </a:lnTo>
                <a:lnTo>
                  <a:pt x="64008" y="38100"/>
                </a:lnTo>
                <a:lnTo>
                  <a:pt x="73152" y="38100"/>
                </a:lnTo>
                <a:lnTo>
                  <a:pt x="77724" y="39624"/>
                </a:lnTo>
                <a:lnTo>
                  <a:pt x="80772" y="39624"/>
                </a:lnTo>
                <a:lnTo>
                  <a:pt x="83820" y="41148"/>
                </a:lnTo>
                <a:lnTo>
                  <a:pt x="85344" y="41148"/>
                </a:lnTo>
                <a:cubicBezTo>
                  <a:pt x="85344" y="41148"/>
                  <a:pt x="85344" y="41148"/>
                  <a:pt x="85344" y="42672"/>
                </a:cubicBezTo>
                <a:lnTo>
                  <a:pt x="86868" y="42672"/>
                </a:lnTo>
                <a:cubicBezTo>
                  <a:pt x="86868" y="42672"/>
                  <a:pt x="86868" y="44196"/>
                  <a:pt x="86868" y="44196"/>
                </a:cubicBezTo>
                <a:lnTo>
                  <a:pt x="86868" y="45720"/>
                </a:lnTo>
                <a:lnTo>
                  <a:pt x="85344" y="47244"/>
                </a:lnTo>
                <a:lnTo>
                  <a:pt x="83820" y="50292"/>
                </a:lnTo>
                <a:lnTo>
                  <a:pt x="80772" y="53340"/>
                </a:lnTo>
                <a:lnTo>
                  <a:pt x="74676" y="57912"/>
                </a:lnTo>
                <a:lnTo>
                  <a:pt x="68580" y="62484"/>
                </a:lnTo>
                <a:lnTo>
                  <a:pt x="60960" y="65532"/>
                </a:lnTo>
                <a:lnTo>
                  <a:pt x="54864" y="67056"/>
                </a:lnTo>
                <a:lnTo>
                  <a:pt x="48768" y="67056"/>
                </a:lnTo>
                <a:lnTo>
                  <a:pt x="42672" y="65532"/>
                </a:lnTo>
                <a:lnTo>
                  <a:pt x="36576" y="62484"/>
                </a:lnTo>
                <a:lnTo>
                  <a:pt x="30480" y="57912"/>
                </a:lnTo>
                <a:lnTo>
                  <a:pt x="22860" y="53340"/>
                </a:lnTo>
                <a:lnTo>
                  <a:pt x="16764" y="48768"/>
                </a:lnTo>
                <a:lnTo>
                  <a:pt x="12192" y="42672"/>
                </a:lnTo>
                <a:lnTo>
                  <a:pt x="7620" y="38100"/>
                </a:lnTo>
                <a:lnTo>
                  <a:pt x="4572" y="33528"/>
                </a:lnTo>
                <a:lnTo>
                  <a:pt x="1524" y="28956"/>
                </a:lnTo>
                <a:lnTo>
                  <a:pt x="1524" y="24384"/>
                </a:lnTo>
                <a:lnTo>
                  <a:pt x="0" y="19812"/>
                </a:lnTo>
                <a:lnTo>
                  <a:pt x="1524" y="15240"/>
                </a:lnTo>
                <a:lnTo>
                  <a:pt x="3048" y="12192"/>
                </a:lnTo>
                <a:lnTo>
                  <a:pt x="6096" y="7620"/>
                </a:lnTo>
                <a:lnTo>
                  <a:pt x="9144" y="4572"/>
                </a:lnTo>
                <a:lnTo>
                  <a:pt x="13716" y="3048"/>
                </a:lnTo>
                <a:lnTo>
                  <a:pt x="16764" y="1524"/>
                </a:lnTo>
                <a:lnTo>
                  <a:pt x="19812" y="1524"/>
                </a:lnTo>
                <a:lnTo>
                  <a:pt x="27432" y="0"/>
                </a:lnTo>
                <a:lnTo>
                  <a:pt x="38100" y="0"/>
                </a:lnTo>
                <a:lnTo>
                  <a:pt x="47244" y="0"/>
                </a:lnTo>
                <a:lnTo>
                  <a:pt x="57912" y="1524"/>
                </a:lnTo>
                <a:lnTo>
                  <a:pt x="67056" y="1524"/>
                </a:lnTo>
                <a:lnTo>
                  <a:pt x="74676" y="1524"/>
                </a:lnTo>
                <a:lnTo>
                  <a:pt x="77724" y="3048"/>
                </a:lnTo>
                <a:lnTo>
                  <a:pt x="79248" y="3048"/>
                </a:lnTo>
                <a:lnTo>
                  <a:pt x="82296" y="3048"/>
                </a:lnTo>
                <a:cubicBezTo>
                  <a:pt x="83820" y="3048"/>
                  <a:pt x="83820" y="3048"/>
                  <a:pt x="83820" y="3048"/>
                </a:cubicBezTo>
                <a:lnTo>
                  <a:pt x="85344" y="4572"/>
                </a:lnTo>
                <a:cubicBezTo>
                  <a:pt x="85344" y="4572"/>
                  <a:pt x="85344" y="4572"/>
                  <a:pt x="86868" y="6096"/>
                </a:cubicBezTo>
                <a:cubicBezTo>
                  <a:pt x="86868" y="7620"/>
                  <a:pt x="86868" y="7620"/>
                  <a:pt x="85344" y="7620"/>
                </a:cubicBezTo>
                <a:lnTo>
                  <a:pt x="85344" y="9144"/>
                </a:lnTo>
                <a:lnTo>
                  <a:pt x="82296" y="10668"/>
                </a:lnTo>
                <a:lnTo>
                  <a:pt x="80772" y="12192"/>
                </a:lnTo>
                <a:lnTo>
                  <a:pt x="79248" y="7620"/>
                </a:lnTo>
                <a:lnTo>
                  <a:pt x="80772" y="7620"/>
                </a:lnTo>
                <a:lnTo>
                  <a:pt x="82296" y="6096"/>
                </a:lnTo>
                <a:lnTo>
                  <a:pt x="82296" y="7620"/>
                </a:lnTo>
                <a:lnTo>
                  <a:pt x="82296" y="6096"/>
                </a:lnTo>
                <a:lnTo>
                  <a:pt x="83820" y="7620"/>
                </a:lnTo>
                <a:lnTo>
                  <a:pt x="82296" y="6096"/>
                </a:lnTo>
                <a:lnTo>
                  <a:pt x="82296" y="7620"/>
                </a:lnTo>
                <a:lnTo>
                  <a:pt x="79248" y="6096"/>
                </a:lnTo>
                <a:lnTo>
                  <a:pt x="77724" y="6096"/>
                </a:lnTo>
                <a:lnTo>
                  <a:pt x="74676" y="6096"/>
                </a:lnTo>
                <a:lnTo>
                  <a:pt x="67056" y="6096"/>
                </a:lnTo>
                <a:lnTo>
                  <a:pt x="57912" y="4572"/>
                </a:lnTo>
                <a:lnTo>
                  <a:pt x="47244" y="4572"/>
                </a:lnTo>
                <a:lnTo>
                  <a:pt x="38100" y="4572"/>
                </a:lnTo>
                <a:lnTo>
                  <a:pt x="28956" y="4572"/>
                </a:lnTo>
                <a:lnTo>
                  <a:pt x="21336" y="4572"/>
                </a:lnTo>
                <a:lnTo>
                  <a:pt x="18288" y="6096"/>
                </a:lnTo>
                <a:lnTo>
                  <a:pt x="15240" y="6096"/>
                </a:lnTo>
                <a:lnTo>
                  <a:pt x="10668" y="9144"/>
                </a:lnTo>
                <a:lnTo>
                  <a:pt x="12192" y="7620"/>
                </a:lnTo>
                <a:lnTo>
                  <a:pt x="9144" y="10668"/>
                </a:lnTo>
                <a:lnTo>
                  <a:pt x="6096" y="13716"/>
                </a:lnTo>
                <a:lnTo>
                  <a:pt x="4572" y="16764"/>
                </a:lnTo>
                <a:lnTo>
                  <a:pt x="6096" y="16764"/>
                </a:lnTo>
                <a:lnTo>
                  <a:pt x="4572" y="19812"/>
                </a:lnTo>
                <a:lnTo>
                  <a:pt x="4572" y="24384"/>
                </a:lnTo>
                <a:lnTo>
                  <a:pt x="6096" y="27432"/>
                </a:lnTo>
                <a:lnTo>
                  <a:pt x="7620" y="32004"/>
                </a:lnTo>
                <a:lnTo>
                  <a:pt x="7620" y="30480"/>
                </a:lnTo>
                <a:lnTo>
                  <a:pt x="10668" y="35052"/>
                </a:lnTo>
                <a:lnTo>
                  <a:pt x="15240" y="39624"/>
                </a:lnTo>
                <a:lnTo>
                  <a:pt x="19812" y="45720"/>
                </a:lnTo>
                <a:lnTo>
                  <a:pt x="25908" y="50292"/>
                </a:lnTo>
                <a:lnTo>
                  <a:pt x="32004" y="54864"/>
                </a:lnTo>
                <a:lnTo>
                  <a:pt x="38100" y="59436"/>
                </a:lnTo>
                <a:lnTo>
                  <a:pt x="44196" y="62484"/>
                </a:lnTo>
                <a:lnTo>
                  <a:pt x="44196" y="60960"/>
                </a:lnTo>
                <a:lnTo>
                  <a:pt x="50292" y="62484"/>
                </a:lnTo>
                <a:lnTo>
                  <a:pt x="48768" y="62484"/>
                </a:lnTo>
                <a:lnTo>
                  <a:pt x="54864" y="62484"/>
                </a:lnTo>
                <a:lnTo>
                  <a:pt x="53340" y="62484"/>
                </a:lnTo>
                <a:lnTo>
                  <a:pt x="60960" y="60960"/>
                </a:lnTo>
                <a:lnTo>
                  <a:pt x="59436" y="60960"/>
                </a:lnTo>
                <a:lnTo>
                  <a:pt x="65532" y="57912"/>
                </a:lnTo>
                <a:lnTo>
                  <a:pt x="71628" y="54864"/>
                </a:lnTo>
                <a:lnTo>
                  <a:pt x="77724" y="50292"/>
                </a:lnTo>
                <a:lnTo>
                  <a:pt x="80772" y="47244"/>
                </a:lnTo>
                <a:lnTo>
                  <a:pt x="82296" y="45720"/>
                </a:lnTo>
                <a:lnTo>
                  <a:pt x="82296" y="44196"/>
                </a:lnTo>
                <a:lnTo>
                  <a:pt x="82296" y="45720"/>
                </a:lnTo>
                <a:lnTo>
                  <a:pt x="82296" y="44196"/>
                </a:lnTo>
                <a:lnTo>
                  <a:pt x="82296" y="45720"/>
                </a:lnTo>
                <a:lnTo>
                  <a:pt x="82296" y="44196"/>
                </a:lnTo>
                <a:lnTo>
                  <a:pt x="83820" y="45720"/>
                </a:lnTo>
                <a:lnTo>
                  <a:pt x="82296" y="44196"/>
                </a:lnTo>
                <a:lnTo>
                  <a:pt x="79248" y="44196"/>
                </a:lnTo>
                <a:lnTo>
                  <a:pt x="76200" y="42672"/>
                </a:lnTo>
                <a:lnTo>
                  <a:pt x="73152" y="42672"/>
                </a:lnTo>
                <a:lnTo>
                  <a:pt x="64008" y="41148"/>
                </a:lnTo>
                <a:lnTo>
                  <a:pt x="53340" y="41148"/>
                </a:lnTo>
                <a:lnTo>
                  <a:pt x="42672" y="41148"/>
                </a:lnTo>
                <a:lnTo>
                  <a:pt x="33528" y="41148"/>
                </a:lnTo>
                <a:lnTo>
                  <a:pt x="28956" y="42672"/>
                </a:lnTo>
                <a:lnTo>
                  <a:pt x="25908" y="42672"/>
                </a:lnTo>
                <a:lnTo>
                  <a:pt x="21336" y="44196"/>
                </a:lnTo>
                <a:lnTo>
                  <a:pt x="22860" y="44196"/>
                </a:lnTo>
                <a:lnTo>
                  <a:pt x="19812" y="45720"/>
                </a:lnTo>
                <a:lnTo>
                  <a:pt x="19812" y="44196"/>
                </a:lnTo>
                <a:lnTo>
                  <a:pt x="16764" y="48768"/>
                </a:lnTo>
                <a:lnTo>
                  <a:pt x="16764" y="47244"/>
                </a:lnTo>
                <a:lnTo>
                  <a:pt x="13716" y="53340"/>
                </a:lnTo>
                <a:lnTo>
                  <a:pt x="12192" y="59436"/>
                </a:lnTo>
                <a:lnTo>
                  <a:pt x="10668" y="65532"/>
                </a:lnTo>
                <a:lnTo>
                  <a:pt x="10668" y="71628"/>
                </a:lnTo>
                <a:lnTo>
                  <a:pt x="12192" y="77724"/>
                </a:lnTo>
                <a:lnTo>
                  <a:pt x="13716" y="82296"/>
                </a:lnTo>
                <a:lnTo>
                  <a:pt x="16764" y="85344"/>
                </a:lnTo>
                <a:lnTo>
                  <a:pt x="15240" y="85344"/>
                </a:lnTo>
                <a:lnTo>
                  <a:pt x="19812" y="88392"/>
                </a:lnTo>
                <a:lnTo>
                  <a:pt x="19812" y="86868"/>
                </a:lnTo>
                <a:lnTo>
                  <a:pt x="24384" y="88392"/>
                </a:lnTo>
                <a:lnTo>
                  <a:pt x="30480" y="89916"/>
                </a:lnTo>
                <a:lnTo>
                  <a:pt x="38100" y="89916"/>
                </a:lnTo>
                <a:lnTo>
                  <a:pt x="47244" y="88392"/>
                </a:lnTo>
                <a:lnTo>
                  <a:pt x="56388" y="88392"/>
                </a:lnTo>
                <a:lnTo>
                  <a:pt x="74676" y="853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7" name="Google Shape;687;p29"/>
          <p:cNvGrpSpPr/>
          <p:nvPr/>
        </p:nvGrpSpPr>
        <p:grpSpPr>
          <a:xfrm>
            <a:off x="6770150" y="417248"/>
            <a:ext cx="203276" cy="134129"/>
            <a:chOff x="63500" y="63500"/>
            <a:chExt cx="371856" cy="245364"/>
          </a:xfrm>
        </p:grpSpPr>
        <p:sp>
          <p:nvSpPr>
            <p:cNvPr id="688" name="Google Shape;688;p29"/>
            <p:cNvSpPr/>
            <p:nvPr/>
          </p:nvSpPr>
          <p:spPr>
            <a:xfrm>
              <a:off x="68072" y="68072"/>
              <a:ext cx="361188" cy="120396"/>
            </a:xfrm>
            <a:custGeom>
              <a:rect b="b" l="l" r="r" t="t"/>
              <a:pathLst>
                <a:path extrusionOk="0" h="120396" w="361188">
                  <a:moveTo>
                    <a:pt x="0" y="0"/>
                  </a:moveTo>
                  <a:lnTo>
                    <a:pt x="361188" y="0"/>
                  </a:lnTo>
                  <a:lnTo>
                    <a:pt x="361188" y="120396"/>
                  </a:lnTo>
                  <a:lnTo>
                    <a:pt x="0" y="120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89" name="Google Shape;689;p29"/>
            <p:cNvSpPr/>
            <p:nvPr/>
          </p:nvSpPr>
          <p:spPr>
            <a:xfrm>
              <a:off x="63500" y="63500"/>
              <a:ext cx="371856" cy="245364"/>
            </a:xfrm>
            <a:custGeom>
              <a:rect b="b" l="l" r="r" t="t"/>
              <a:pathLst>
                <a:path extrusionOk="0" h="245364" w="371856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365760" y="0"/>
                  </a:lnTo>
                  <a:cubicBezTo>
                    <a:pt x="368808" y="0"/>
                    <a:pt x="371856" y="1524"/>
                    <a:pt x="371856" y="4572"/>
                  </a:cubicBezTo>
                  <a:lnTo>
                    <a:pt x="371856" y="124968"/>
                  </a:lnTo>
                  <a:cubicBezTo>
                    <a:pt x="371856" y="128016"/>
                    <a:pt x="368808" y="131064"/>
                    <a:pt x="365760" y="131064"/>
                  </a:cubicBezTo>
                  <a:lnTo>
                    <a:pt x="4572" y="131064"/>
                  </a:lnTo>
                  <a:cubicBezTo>
                    <a:pt x="1524" y="131064"/>
                    <a:pt x="0" y="128016"/>
                    <a:pt x="0" y="124968"/>
                  </a:cubicBezTo>
                  <a:close/>
                  <a:moveTo>
                    <a:pt x="10668" y="245364"/>
                  </a:moveTo>
                  <a:lnTo>
                    <a:pt x="4572" y="240792"/>
                  </a:lnTo>
                  <a:lnTo>
                    <a:pt x="365760" y="240792"/>
                  </a:lnTo>
                  <a:lnTo>
                    <a:pt x="359664" y="245364"/>
                  </a:lnTo>
                  <a:lnTo>
                    <a:pt x="359664" y="4572"/>
                  </a:lnTo>
                  <a:lnTo>
                    <a:pt x="365760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0" name="Google Shape;690;p29"/>
          <p:cNvSpPr/>
          <p:nvPr/>
        </p:nvSpPr>
        <p:spPr>
          <a:xfrm>
            <a:off x="2795406" y="323942"/>
            <a:ext cx="34990" cy="327411"/>
          </a:xfrm>
          <a:custGeom>
            <a:rect b="b" l="l" r="r" t="t"/>
            <a:pathLst>
              <a:path extrusionOk="0" h="798576" w="85344">
                <a:moveTo>
                  <a:pt x="0" y="0"/>
                </a:moveTo>
                <a:lnTo>
                  <a:pt x="85344" y="0"/>
                </a:lnTo>
                <a:lnTo>
                  <a:pt x="85344" y="798576"/>
                </a:lnTo>
                <a:lnTo>
                  <a:pt x="0" y="798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1" name="Google Shape;691;p29"/>
          <p:cNvSpPr/>
          <p:nvPr/>
        </p:nvSpPr>
        <p:spPr>
          <a:xfrm>
            <a:off x="2879549" y="382259"/>
            <a:ext cx="34158" cy="59984"/>
          </a:xfrm>
          <a:custGeom>
            <a:rect b="b" l="l" r="r" t="t"/>
            <a:pathLst>
              <a:path extrusionOk="0" h="146304" w="83312">
                <a:moveTo>
                  <a:pt x="0" y="0"/>
                </a:moveTo>
                <a:lnTo>
                  <a:pt x="83312" y="0"/>
                </a:lnTo>
                <a:lnTo>
                  <a:pt x="83312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2" name="Google Shape;692;p29"/>
          <p:cNvSpPr/>
          <p:nvPr/>
        </p:nvSpPr>
        <p:spPr>
          <a:xfrm>
            <a:off x="2877883" y="423915"/>
            <a:ext cx="41656" cy="37489"/>
          </a:xfrm>
          <a:custGeom>
            <a:rect b="b" l="l" r="r" t="t"/>
            <a:pathLst>
              <a:path extrusionOk="0" h="68580" w="76200">
                <a:moveTo>
                  <a:pt x="0" y="35052"/>
                </a:moveTo>
                <a:cubicBezTo>
                  <a:pt x="0" y="35052"/>
                  <a:pt x="0" y="33528"/>
                  <a:pt x="0" y="33528"/>
                </a:cubicBezTo>
                <a:lnTo>
                  <a:pt x="1524" y="27432"/>
                </a:lnTo>
                <a:cubicBezTo>
                  <a:pt x="1524" y="27432"/>
                  <a:pt x="1524" y="27432"/>
                  <a:pt x="1524" y="25908"/>
                </a:cubicBezTo>
                <a:lnTo>
                  <a:pt x="3048" y="21336"/>
                </a:lnTo>
                <a:cubicBezTo>
                  <a:pt x="3048" y="21336"/>
                  <a:pt x="3048" y="19812"/>
                  <a:pt x="3048" y="19812"/>
                </a:cubicBezTo>
                <a:lnTo>
                  <a:pt x="6096" y="15240"/>
                </a:lnTo>
                <a:cubicBezTo>
                  <a:pt x="6096" y="15240"/>
                  <a:pt x="7620" y="13716"/>
                  <a:pt x="7620" y="13716"/>
                </a:cubicBezTo>
                <a:lnTo>
                  <a:pt x="10668" y="9144"/>
                </a:lnTo>
                <a:cubicBezTo>
                  <a:pt x="10668" y="9144"/>
                  <a:pt x="12192" y="9144"/>
                  <a:pt x="12192" y="9144"/>
                </a:cubicBezTo>
                <a:lnTo>
                  <a:pt x="16764" y="6096"/>
                </a:lnTo>
                <a:cubicBezTo>
                  <a:pt x="16764" y="4572"/>
                  <a:pt x="16764" y="4572"/>
                  <a:pt x="16764" y="4572"/>
                </a:cubicBezTo>
                <a:lnTo>
                  <a:pt x="22860" y="1524"/>
                </a:lnTo>
                <a:cubicBezTo>
                  <a:pt x="22860" y="1524"/>
                  <a:pt x="22860" y="1524"/>
                  <a:pt x="24384" y="1524"/>
                </a:cubicBezTo>
                <a:lnTo>
                  <a:pt x="30480" y="0"/>
                </a:lnTo>
                <a:lnTo>
                  <a:pt x="38100" y="0"/>
                </a:lnTo>
                <a:lnTo>
                  <a:pt x="44196" y="0"/>
                </a:lnTo>
                <a:cubicBezTo>
                  <a:pt x="45720" y="0"/>
                  <a:pt x="45720" y="0"/>
                  <a:pt x="45720" y="0"/>
                </a:cubicBezTo>
                <a:lnTo>
                  <a:pt x="51816" y="1524"/>
                </a:lnTo>
                <a:cubicBezTo>
                  <a:pt x="51816" y="1524"/>
                  <a:pt x="53340" y="1524"/>
                  <a:pt x="53340" y="1524"/>
                </a:cubicBezTo>
                <a:lnTo>
                  <a:pt x="57912" y="4572"/>
                </a:lnTo>
                <a:cubicBezTo>
                  <a:pt x="59436" y="4572"/>
                  <a:pt x="59436" y="4572"/>
                  <a:pt x="59436" y="6096"/>
                </a:cubicBezTo>
                <a:lnTo>
                  <a:pt x="64008" y="9144"/>
                </a:lnTo>
                <a:cubicBezTo>
                  <a:pt x="64008" y="9144"/>
                  <a:pt x="64008" y="9144"/>
                  <a:pt x="65532" y="9144"/>
                </a:cubicBezTo>
                <a:lnTo>
                  <a:pt x="68580" y="13716"/>
                </a:lnTo>
                <a:cubicBezTo>
                  <a:pt x="68580" y="13716"/>
                  <a:pt x="68580" y="15240"/>
                  <a:pt x="70104" y="15240"/>
                </a:cubicBezTo>
                <a:lnTo>
                  <a:pt x="71628" y="19812"/>
                </a:lnTo>
                <a:cubicBezTo>
                  <a:pt x="73152" y="19812"/>
                  <a:pt x="73152" y="21336"/>
                  <a:pt x="73152" y="21336"/>
                </a:cubicBezTo>
                <a:lnTo>
                  <a:pt x="74676" y="25908"/>
                </a:lnTo>
                <a:cubicBezTo>
                  <a:pt x="74676" y="27432"/>
                  <a:pt x="74676" y="27432"/>
                  <a:pt x="74676" y="27432"/>
                </a:cubicBezTo>
                <a:lnTo>
                  <a:pt x="76200" y="33528"/>
                </a:lnTo>
                <a:cubicBezTo>
                  <a:pt x="76200" y="33528"/>
                  <a:pt x="76200" y="35052"/>
                  <a:pt x="76200" y="35052"/>
                </a:cubicBezTo>
                <a:lnTo>
                  <a:pt x="74676" y="41148"/>
                </a:lnTo>
                <a:cubicBezTo>
                  <a:pt x="74676" y="41148"/>
                  <a:pt x="74676" y="41148"/>
                  <a:pt x="74676" y="42672"/>
                </a:cubicBezTo>
                <a:lnTo>
                  <a:pt x="73152" y="47244"/>
                </a:lnTo>
                <a:cubicBezTo>
                  <a:pt x="73152" y="47244"/>
                  <a:pt x="73152" y="48768"/>
                  <a:pt x="71628" y="48768"/>
                </a:cubicBezTo>
                <a:lnTo>
                  <a:pt x="70104" y="53340"/>
                </a:lnTo>
                <a:cubicBezTo>
                  <a:pt x="68580" y="53340"/>
                  <a:pt x="68580" y="54864"/>
                  <a:pt x="68580" y="54864"/>
                </a:cubicBezTo>
                <a:lnTo>
                  <a:pt x="65532" y="59436"/>
                </a:lnTo>
                <a:cubicBezTo>
                  <a:pt x="64008" y="59436"/>
                  <a:pt x="64008" y="59436"/>
                  <a:pt x="64008" y="59436"/>
                </a:cubicBezTo>
                <a:lnTo>
                  <a:pt x="59436" y="62484"/>
                </a:lnTo>
                <a:cubicBezTo>
                  <a:pt x="59436" y="64008"/>
                  <a:pt x="59436" y="64008"/>
                  <a:pt x="57912" y="64008"/>
                </a:cubicBezTo>
                <a:lnTo>
                  <a:pt x="53340" y="67056"/>
                </a:lnTo>
                <a:cubicBezTo>
                  <a:pt x="53340" y="67056"/>
                  <a:pt x="51816" y="67056"/>
                  <a:pt x="51816" y="67056"/>
                </a:cubicBezTo>
                <a:lnTo>
                  <a:pt x="45720" y="68580"/>
                </a:lnTo>
                <a:cubicBezTo>
                  <a:pt x="45720" y="68580"/>
                  <a:pt x="45720" y="68580"/>
                  <a:pt x="44196" y="68580"/>
                </a:cubicBezTo>
                <a:lnTo>
                  <a:pt x="38100" y="68580"/>
                </a:lnTo>
                <a:lnTo>
                  <a:pt x="30480" y="68580"/>
                </a:lnTo>
                <a:lnTo>
                  <a:pt x="24384" y="67056"/>
                </a:lnTo>
                <a:cubicBezTo>
                  <a:pt x="22860" y="67056"/>
                  <a:pt x="22860" y="67056"/>
                  <a:pt x="22860" y="67056"/>
                </a:cubicBezTo>
                <a:lnTo>
                  <a:pt x="16764" y="64008"/>
                </a:lnTo>
                <a:cubicBezTo>
                  <a:pt x="16764" y="64008"/>
                  <a:pt x="16764" y="64008"/>
                  <a:pt x="16764" y="62484"/>
                </a:cubicBezTo>
                <a:lnTo>
                  <a:pt x="12192" y="59436"/>
                </a:lnTo>
                <a:cubicBezTo>
                  <a:pt x="12192" y="59436"/>
                  <a:pt x="10668" y="59436"/>
                  <a:pt x="10668" y="59436"/>
                </a:cubicBezTo>
                <a:lnTo>
                  <a:pt x="7620" y="54864"/>
                </a:lnTo>
                <a:cubicBezTo>
                  <a:pt x="7620" y="54864"/>
                  <a:pt x="6096" y="53340"/>
                  <a:pt x="6096" y="53340"/>
                </a:cubicBezTo>
                <a:lnTo>
                  <a:pt x="3048" y="48768"/>
                </a:lnTo>
                <a:cubicBezTo>
                  <a:pt x="3048" y="48768"/>
                  <a:pt x="3048" y="47244"/>
                  <a:pt x="3048" y="47244"/>
                </a:cubicBezTo>
                <a:lnTo>
                  <a:pt x="1524" y="42672"/>
                </a:lnTo>
                <a:cubicBezTo>
                  <a:pt x="1524" y="41148"/>
                  <a:pt x="1524" y="41148"/>
                  <a:pt x="1524" y="41148"/>
                </a:cubicBezTo>
                <a:close/>
                <a:moveTo>
                  <a:pt x="13716" y="45720"/>
                </a:moveTo>
                <a:lnTo>
                  <a:pt x="13716" y="38100"/>
                </a:lnTo>
                <a:lnTo>
                  <a:pt x="15240" y="44196"/>
                </a:lnTo>
                <a:lnTo>
                  <a:pt x="13716" y="42672"/>
                </a:lnTo>
                <a:lnTo>
                  <a:pt x="16764" y="48768"/>
                </a:lnTo>
                <a:lnTo>
                  <a:pt x="16764" y="47244"/>
                </a:lnTo>
                <a:lnTo>
                  <a:pt x="21336" y="51816"/>
                </a:lnTo>
                <a:lnTo>
                  <a:pt x="19812" y="50292"/>
                </a:lnTo>
                <a:lnTo>
                  <a:pt x="24384" y="54864"/>
                </a:lnTo>
                <a:lnTo>
                  <a:pt x="24384" y="53340"/>
                </a:lnTo>
                <a:lnTo>
                  <a:pt x="28956" y="56388"/>
                </a:lnTo>
                <a:lnTo>
                  <a:pt x="35052" y="57912"/>
                </a:lnTo>
                <a:lnTo>
                  <a:pt x="32004" y="57912"/>
                </a:lnTo>
                <a:lnTo>
                  <a:pt x="38100" y="57912"/>
                </a:lnTo>
                <a:lnTo>
                  <a:pt x="44196" y="57912"/>
                </a:lnTo>
                <a:lnTo>
                  <a:pt x="42672" y="57912"/>
                </a:lnTo>
                <a:lnTo>
                  <a:pt x="48768" y="56388"/>
                </a:lnTo>
                <a:lnTo>
                  <a:pt x="53340" y="53340"/>
                </a:lnTo>
                <a:lnTo>
                  <a:pt x="53340" y="54864"/>
                </a:lnTo>
                <a:lnTo>
                  <a:pt x="57912" y="50292"/>
                </a:lnTo>
                <a:lnTo>
                  <a:pt x="56388" y="51816"/>
                </a:lnTo>
                <a:lnTo>
                  <a:pt x="60960" y="47244"/>
                </a:lnTo>
                <a:lnTo>
                  <a:pt x="59436" y="48768"/>
                </a:lnTo>
                <a:lnTo>
                  <a:pt x="62484" y="42672"/>
                </a:lnTo>
                <a:lnTo>
                  <a:pt x="62484" y="44196"/>
                </a:lnTo>
                <a:lnTo>
                  <a:pt x="64008" y="38100"/>
                </a:lnTo>
                <a:lnTo>
                  <a:pt x="64008" y="39624"/>
                </a:lnTo>
                <a:lnTo>
                  <a:pt x="65532" y="33528"/>
                </a:lnTo>
                <a:lnTo>
                  <a:pt x="65532" y="35052"/>
                </a:lnTo>
                <a:lnTo>
                  <a:pt x="64008" y="28956"/>
                </a:lnTo>
                <a:lnTo>
                  <a:pt x="64008" y="30480"/>
                </a:lnTo>
                <a:lnTo>
                  <a:pt x="62484" y="24384"/>
                </a:lnTo>
                <a:lnTo>
                  <a:pt x="62484" y="25908"/>
                </a:lnTo>
                <a:lnTo>
                  <a:pt x="59436" y="19812"/>
                </a:lnTo>
                <a:lnTo>
                  <a:pt x="60960" y="21336"/>
                </a:lnTo>
                <a:lnTo>
                  <a:pt x="56388" y="16764"/>
                </a:lnTo>
                <a:lnTo>
                  <a:pt x="57912" y="18288"/>
                </a:lnTo>
                <a:lnTo>
                  <a:pt x="53340" y="13716"/>
                </a:lnTo>
                <a:lnTo>
                  <a:pt x="53340" y="15240"/>
                </a:lnTo>
                <a:lnTo>
                  <a:pt x="48768" y="12192"/>
                </a:lnTo>
                <a:lnTo>
                  <a:pt x="42672" y="10668"/>
                </a:lnTo>
                <a:lnTo>
                  <a:pt x="44196" y="10668"/>
                </a:lnTo>
                <a:lnTo>
                  <a:pt x="38100" y="10668"/>
                </a:lnTo>
                <a:lnTo>
                  <a:pt x="32004" y="10668"/>
                </a:lnTo>
                <a:lnTo>
                  <a:pt x="33528" y="10668"/>
                </a:lnTo>
                <a:lnTo>
                  <a:pt x="27432" y="12192"/>
                </a:lnTo>
                <a:lnTo>
                  <a:pt x="22860" y="15240"/>
                </a:lnTo>
                <a:lnTo>
                  <a:pt x="22860" y="13716"/>
                </a:lnTo>
                <a:lnTo>
                  <a:pt x="18288" y="18288"/>
                </a:lnTo>
                <a:lnTo>
                  <a:pt x="19812" y="16764"/>
                </a:lnTo>
                <a:lnTo>
                  <a:pt x="15240" y="21336"/>
                </a:lnTo>
                <a:lnTo>
                  <a:pt x="15240" y="19812"/>
                </a:lnTo>
                <a:lnTo>
                  <a:pt x="12192" y="25908"/>
                </a:lnTo>
                <a:lnTo>
                  <a:pt x="13716" y="24384"/>
                </a:lnTo>
                <a:lnTo>
                  <a:pt x="12192" y="30480"/>
                </a:lnTo>
                <a:lnTo>
                  <a:pt x="12192" y="28956"/>
                </a:lnTo>
                <a:lnTo>
                  <a:pt x="10668" y="35052"/>
                </a:lnTo>
                <a:lnTo>
                  <a:pt x="10668" y="3352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9"/>
          <p:cNvSpPr/>
          <p:nvPr/>
        </p:nvSpPr>
        <p:spPr>
          <a:xfrm>
            <a:off x="2881215" y="446409"/>
            <a:ext cx="34990" cy="61650"/>
          </a:xfrm>
          <a:custGeom>
            <a:rect b="b" l="l" r="r" t="t"/>
            <a:pathLst>
              <a:path extrusionOk="0" h="150368" w="85344">
                <a:moveTo>
                  <a:pt x="0" y="0"/>
                </a:moveTo>
                <a:lnTo>
                  <a:pt x="85344" y="0"/>
                </a:lnTo>
                <a:lnTo>
                  <a:pt x="85344" y="150368"/>
                </a:lnTo>
                <a:lnTo>
                  <a:pt x="0" y="150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94" name="Google Shape;694;p29"/>
          <p:cNvGrpSpPr/>
          <p:nvPr/>
        </p:nvGrpSpPr>
        <p:grpSpPr>
          <a:xfrm>
            <a:off x="2762912" y="274787"/>
            <a:ext cx="99972" cy="127464"/>
            <a:chOff x="63500" y="63500"/>
            <a:chExt cx="182880" cy="233172"/>
          </a:xfrm>
        </p:grpSpPr>
        <p:sp>
          <p:nvSpPr>
            <p:cNvPr id="695" name="Google Shape;695;p29"/>
            <p:cNvSpPr/>
            <p:nvPr/>
          </p:nvSpPr>
          <p:spPr>
            <a:xfrm>
              <a:off x="68072" y="68072"/>
              <a:ext cx="172212" cy="114300"/>
            </a:xfrm>
            <a:custGeom>
              <a:rect b="b" l="l" r="r" t="t"/>
              <a:pathLst>
                <a:path extrusionOk="0" h="114300" w="172212">
                  <a:moveTo>
                    <a:pt x="0" y="0"/>
                  </a:moveTo>
                  <a:lnTo>
                    <a:pt x="172212" y="0"/>
                  </a:lnTo>
                  <a:lnTo>
                    <a:pt x="172212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</p:sp>
        <p:sp>
          <p:nvSpPr>
            <p:cNvPr id="696" name="Google Shape;696;p29"/>
            <p:cNvSpPr/>
            <p:nvPr/>
          </p:nvSpPr>
          <p:spPr>
            <a:xfrm>
              <a:off x="63500" y="63500"/>
              <a:ext cx="182880" cy="233172"/>
            </a:xfrm>
            <a:custGeom>
              <a:rect b="b" l="l" r="r" t="t"/>
              <a:pathLst>
                <a:path extrusionOk="0" h="233172" w="182880">
                  <a:moveTo>
                    <a:pt x="0" y="4572"/>
                  </a:moveTo>
                  <a:cubicBezTo>
                    <a:pt x="0" y="1524"/>
                    <a:pt x="1524" y="0"/>
                    <a:pt x="4572" y="0"/>
                  </a:cubicBezTo>
                  <a:lnTo>
                    <a:pt x="176784" y="0"/>
                  </a:lnTo>
                  <a:cubicBezTo>
                    <a:pt x="179832" y="0"/>
                    <a:pt x="182880" y="1524"/>
                    <a:pt x="182880" y="4572"/>
                  </a:cubicBezTo>
                  <a:lnTo>
                    <a:pt x="182880" y="118872"/>
                  </a:lnTo>
                  <a:cubicBezTo>
                    <a:pt x="182880" y="121920"/>
                    <a:pt x="179832" y="124968"/>
                    <a:pt x="176784" y="124968"/>
                  </a:cubicBezTo>
                  <a:lnTo>
                    <a:pt x="4572" y="124968"/>
                  </a:lnTo>
                  <a:cubicBezTo>
                    <a:pt x="1524" y="124968"/>
                    <a:pt x="0" y="121920"/>
                    <a:pt x="0" y="118872"/>
                  </a:cubicBezTo>
                  <a:close/>
                  <a:moveTo>
                    <a:pt x="10668" y="233172"/>
                  </a:moveTo>
                  <a:lnTo>
                    <a:pt x="4572" y="114300"/>
                  </a:lnTo>
                  <a:lnTo>
                    <a:pt x="176784" y="114300"/>
                  </a:lnTo>
                  <a:lnTo>
                    <a:pt x="172212" y="118872"/>
                  </a:lnTo>
                  <a:lnTo>
                    <a:pt x="172212" y="4572"/>
                  </a:lnTo>
                  <a:lnTo>
                    <a:pt x="176784" y="10668"/>
                  </a:lnTo>
                  <a:lnTo>
                    <a:pt x="4572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7" name="Google Shape;697;p29"/>
          <p:cNvSpPr/>
          <p:nvPr/>
        </p:nvSpPr>
        <p:spPr>
          <a:xfrm>
            <a:off x="2795406" y="208141"/>
            <a:ext cx="34990" cy="86643"/>
          </a:xfrm>
          <a:custGeom>
            <a:rect b="b" l="l" r="r" t="t"/>
            <a:pathLst>
              <a:path extrusionOk="0" h="211328" w="85344">
                <a:moveTo>
                  <a:pt x="0" y="0"/>
                </a:moveTo>
                <a:lnTo>
                  <a:pt x="85344" y="0"/>
                </a:lnTo>
                <a:lnTo>
                  <a:pt x="85344" y="211328"/>
                </a:lnTo>
                <a:lnTo>
                  <a:pt x="0" y="211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1">
              <a:alphaModFix/>
            </a:blip>
            <a:stretch>
              <a:fillRect b="0" l="0" r="0" t="-1923"/>
            </a:stretch>
          </a:blipFill>
          <a:ln>
            <a:noFill/>
          </a:ln>
        </p:spPr>
      </p:sp>
      <p:grpSp>
        <p:nvGrpSpPr>
          <p:cNvPr id="698" name="Google Shape;698;p29"/>
          <p:cNvGrpSpPr/>
          <p:nvPr/>
        </p:nvGrpSpPr>
        <p:grpSpPr>
          <a:xfrm>
            <a:off x="2016450" y="2008479"/>
            <a:ext cx="159122" cy="184114"/>
            <a:chOff x="63500" y="63500"/>
            <a:chExt cx="291084" cy="336804"/>
          </a:xfrm>
        </p:grpSpPr>
        <p:sp>
          <p:nvSpPr>
            <p:cNvPr id="699" name="Google Shape;699;p29"/>
            <p:cNvSpPr/>
            <p:nvPr/>
          </p:nvSpPr>
          <p:spPr>
            <a:xfrm>
              <a:off x="69596" y="68072"/>
              <a:ext cx="280416" cy="166116"/>
            </a:xfrm>
            <a:custGeom>
              <a:rect b="b" l="l" r="r" t="t"/>
              <a:pathLst>
                <a:path extrusionOk="0" h="166116" w="280416">
                  <a:moveTo>
                    <a:pt x="0" y="0"/>
                  </a:moveTo>
                  <a:lnTo>
                    <a:pt x="280416" y="0"/>
                  </a:lnTo>
                  <a:lnTo>
                    <a:pt x="280416" y="166116"/>
                  </a:lnTo>
                  <a:lnTo>
                    <a:pt x="0" y="166116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700" name="Google Shape;700;p29"/>
            <p:cNvSpPr/>
            <p:nvPr/>
          </p:nvSpPr>
          <p:spPr>
            <a:xfrm>
              <a:off x="63500" y="63500"/>
              <a:ext cx="291084" cy="336804"/>
            </a:xfrm>
            <a:custGeom>
              <a:rect b="b" l="l" r="r" t="t"/>
              <a:pathLst>
                <a:path extrusionOk="0" h="336804" w="291084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286512" y="0"/>
                  </a:lnTo>
                  <a:cubicBezTo>
                    <a:pt x="289560" y="0"/>
                    <a:pt x="291084" y="1524"/>
                    <a:pt x="291084" y="4572"/>
                  </a:cubicBezTo>
                  <a:lnTo>
                    <a:pt x="291084" y="170688"/>
                  </a:lnTo>
                  <a:cubicBezTo>
                    <a:pt x="291084" y="173736"/>
                    <a:pt x="289560" y="176784"/>
                    <a:pt x="286512" y="176784"/>
                  </a:cubicBezTo>
                  <a:lnTo>
                    <a:pt x="6096" y="176784"/>
                  </a:lnTo>
                  <a:cubicBezTo>
                    <a:pt x="3048" y="176784"/>
                    <a:pt x="0" y="173736"/>
                    <a:pt x="0" y="170688"/>
                  </a:cubicBezTo>
                  <a:close/>
                  <a:moveTo>
                    <a:pt x="12192" y="336804"/>
                  </a:moveTo>
                  <a:lnTo>
                    <a:pt x="6096" y="332232"/>
                  </a:lnTo>
                  <a:lnTo>
                    <a:pt x="286512" y="332232"/>
                  </a:lnTo>
                  <a:lnTo>
                    <a:pt x="280416" y="336804"/>
                  </a:lnTo>
                  <a:lnTo>
                    <a:pt x="280416" y="4572"/>
                  </a:lnTo>
                  <a:lnTo>
                    <a:pt x="286512" y="10668"/>
                  </a:lnTo>
                  <a:lnTo>
                    <a:pt x="6096" y="10668"/>
                  </a:lnTo>
                  <a:lnTo>
                    <a:pt x="12192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83312" y="80264"/>
              <a:ext cx="252984" cy="123444"/>
            </a:xfrm>
            <a:custGeom>
              <a:rect b="b" l="l" r="r" t="t"/>
              <a:pathLst>
                <a:path extrusionOk="0" h="123444" w="252984">
                  <a:moveTo>
                    <a:pt x="0" y="0"/>
                  </a:moveTo>
                  <a:lnTo>
                    <a:pt x="252984" y="0"/>
                  </a:lnTo>
                  <a:lnTo>
                    <a:pt x="252984" y="123444"/>
                  </a:lnTo>
                  <a:lnTo>
                    <a:pt x="0" y="12344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</p:grpSp>
      <p:sp>
        <p:nvSpPr>
          <p:cNvPr id="702" name="Google Shape;702;p29"/>
          <p:cNvSpPr/>
          <p:nvPr/>
        </p:nvSpPr>
        <p:spPr>
          <a:xfrm>
            <a:off x="1919255" y="214248"/>
            <a:ext cx="1490702" cy="341016"/>
          </a:xfrm>
          <a:custGeom>
            <a:rect b="b" l="l" r="r" t="t"/>
            <a:pathLst>
              <a:path extrusionOk="0" h="682032" w="2981403">
                <a:moveTo>
                  <a:pt x="0" y="0"/>
                </a:moveTo>
                <a:lnTo>
                  <a:pt x="2981403" y="0"/>
                </a:lnTo>
                <a:lnTo>
                  <a:pt x="2981403" y="682032"/>
                </a:lnTo>
                <a:lnTo>
                  <a:pt x="0" y="682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3" name="Google Shape;703;p29"/>
          <p:cNvSpPr/>
          <p:nvPr/>
        </p:nvSpPr>
        <p:spPr>
          <a:xfrm>
            <a:off x="6432744" y="235633"/>
            <a:ext cx="861431" cy="272426"/>
          </a:xfrm>
          <a:custGeom>
            <a:rect b="b" l="l" r="r" t="t"/>
            <a:pathLst>
              <a:path extrusionOk="0" h="544851" w="1722862">
                <a:moveTo>
                  <a:pt x="0" y="0"/>
                </a:moveTo>
                <a:lnTo>
                  <a:pt x="1722862" y="0"/>
                </a:lnTo>
                <a:lnTo>
                  <a:pt x="1722862" y="544851"/>
                </a:lnTo>
                <a:lnTo>
                  <a:pt x="0" y="544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4" name="Google Shape;704;p29"/>
          <p:cNvSpPr/>
          <p:nvPr/>
        </p:nvSpPr>
        <p:spPr>
          <a:xfrm>
            <a:off x="2161412" y="2032642"/>
            <a:ext cx="575676" cy="34158"/>
          </a:xfrm>
          <a:custGeom>
            <a:rect b="b" l="l" r="r" t="t"/>
            <a:pathLst>
              <a:path extrusionOk="0" h="83312" w="1404112">
                <a:moveTo>
                  <a:pt x="0" y="0"/>
                </a:moveTo>
                <a:lnTo>
                  <a:pt x="1404112" y="0"/>
                </a:lnTo>
                <a:lnTo>
                  <a:pt x="1404112" y="83312"/>
                </a:lnTo>
                <a:lnTo>
                  <a:pt x="0" y="83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05" name="Google Shape;705;p29"/>
          <p:cNvGrpSpPr/>
          <p:nvPr/>
        </p:nvGrpSpPr>
        <p:grpSpPr>
          <a:xfrm>
            <a:off x="2518813" y="2133445"/>
            <a:ext cx="260760" cy="145792"/>
            <a:chOff x="63500" y="63500"/>
            <a:chExt cx="477012" cy="266700"/>
          </a:xfrm>
        </p:grpSpPr>
        <p:sp>
          <p:nvSpPr>
            <p:cNvPr id="706" name="Google Shape;706;p29"/>
            <p:cNvSpPr/>
            <p:nvPr/>
          </p:nvSpPr>
          <p:spPr>
            <a:xfrm>
              <a:off x="69596" y="68072"/>
              <a:ext cx="466344" cy="131064"/>
            </a:xfrm>
            <a:custGeom>
              <a:rect b="b" l="l" r="r" t="t"/>
              <a:pathLst>
                <a:path extrusionOk="0" h="131064" w="466344">
                  <a:moveTo>
                    <a:pt x="0" y="0"/>
                  </a:moveTo>
                  <a:lnTo>
                    <a:pt x="466344" y="0"/>
                  </a:lnTo>
                  <a:lnTo>
                    <a:pt x="466344" y="131064"/>
                  </a:lnTo>
                  <a:lnTo>
                    <a:pt x="0" y="131064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707" name="Google Shape;707;p29"/>
            <p:cNvSpPr/>
            <p:nvPr/>
          </p:nvSpPr>
          <p:spPr>
            <a:xfrm>
              <a:off x="63500" y="63500"/>
              <a:ext cx="477012" cy="266700"/>
            </a:xfrm>
            <a:custGeom>
              <a:rect b="b" l="l" r="r" t="t"/>
              <a:pathLst>
                <a:path extrusionOk="0" h="266700" w="477012">
                  <a:moveTo>
                    <a:pt x="0" y="4572"/>
                  </a:moveTo>
                  <a:cubicBezTo>
                    <a:pt x="0" y="1524"/>
                    <a:pt x="3048" y="0"/>
                    <a:pt x="6096" y="0"/>
                  </a:cubicBezTo>
                  <a:lnTo>
                    <a:pt x="472440" y="0"/>
                  </a:lnTo>
                  <a:cubicBezTo>
                    <a:pt x="475488" y="0"/>
                    <a:pt x="477012" y="1524"/>
                    <a:pt x="477012" y="4572"/>
                  </a:cubicBezTo>
                  <a:lnTo>
                    <a:pt x="477012" y="135636"/>
                  </a:lnTo>
                  <a:cubicBezTo>
                    <a:pt x="477012" y="138684"/>
                    <a:pt x="475488" y="141732"/>
                    <a:pt x="472440" y="141732"/>
                  </a:cubicBezTo>
                  <a:lnTo>
                    <a:pt x="6096" y="141732"/>
                  </a:lnTo>
                  <a:cubicBezTo>
                    <a:pt x="3048" y="141732"/>
                    <a:pt x="0" y="138684"/>
                    <a:pt x="0" y="135636"/>
                  </a:cubicBezTo>
                  <a:close/>
                  <a:moveTo>
                    <a:pt x="10668" y="266700"/>
                  </a:moveTo>
                  <a:lnTo>
                    <a:pt x="6096" y="262128"/>
                  </a:lnTo>
                  <a:lnTo>
                    <a:pt x="472440" y="262128"/>
                  </a:lnTo>
                  <a:lnTo>
                    <a:pt x="466344" y="266700"/>
                  </a:lnTo>
                  <a:lnTo>
                    <a:pt x="466344" y="4572"/>
                  </a:lnTo>
                  <a:lnTo>
                    <a:pt x="472440" y="10668"/>
                  </a:lnTo>
                  <a:lnTo>
                    <a:pt x="6096" y="10668"/>
                  </a:lnTo>
                  <a:lnTo>
                    <a:pt x="10668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8" name="Google Shape;708;p29"/>
          <p:cNvSpPr/>
          <p:nvPr/>
        </p:nvSpPr>
        <p:spPr>
          <a:xfrm>
            <a:off x="2236392" y="2105122"/>
            <a:ext cx="248265" cy="219106"/>
          </a:xfrm>
          <a:custGeom>
            <a:rect b="b" l="l" r="r" t="t"/>
            <a:pathLst>
              <a:path extrusionOk="0" h="534416" w="605536">
                <a:moveTo>
                  <a:pt x="0" y="0"/>
                </a:moveTo>
                <a:lnTo>
                  <a:pt x="605536" y="0"/>
                </a:lnTo>
                <a:lnTo>
                  <a:pt x="605536" y="534416"/>
                </a:lnTo>
                <a:lnTo>
                  <a:pt x="0" y="534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9" name="Google Shape;709;p29"/>
          <p:cNvSpPr/>
          <p:nvPr/>
        </p:nvSpPr>
        <p:spPr>
          <a:xfrm>
            <a:off x="2268050" y="2034308"/>
            <a:ext cx="82478" cy="114969"/>
          </a:xfrm>
          <a:custGeom>
            <a:rect b="b" l="l" r="r" t="t"/>
            <a:pathLst>
              <a:path extrusionOk="0" h="280416" w="201168">
                <a:moveTo>
                  <a:pt x="0" y="0"/>
                </a:moveTo>
                <a:lnTo>
                  <a:pt x="201168" y="0"/>
                </a:lnTo>
                <a:lnTo>
                  <a:pt x="201168" y="280416"/>
                </a:lnTo>
                <a:lnTo>
                  <a:pt x="0" y="280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0" name="Google Shape;710;p29"/>
          <p:cNvSpPr/>
          <p:nvPr/>
        </p:nvSpPr>
        <p:spPr>
          <a:xfrm>
            <a:off x="2547140" y="2007649"/>
            <a:ext cx="94141" cy="127465"/>
          </a:xfrm>
          <a:custGeom>
            <a:rect b="b" l="l" r="r" t="t"/>
            <a:pathLst>
              <a:path extrusionOk="0" h="310896" w="229616">
                <a:moveTo>
                  <a:pt x="0" y="0"/>
                </a:moveTo>
                <a:lnTo>
                  <a:pt x="229616" y="0"/>
                </a:lnTo>
                <a:lnTo>
                  <a:pt x="229616" y="310896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1" name="Google Shape;711;p29"/>
          <p:cNvSpPr/>
          <p:nvPr/>
        </p:nvSpPr>
        <p:spPr>
          <a:xfrm>
            <a:off x="2422174" y="1850192"/>
            <a:ext cx="4420458" cy="44154"/>
          </a:xfrm>
          <a:custGeom>
            <a:rect b="b" l="l" r="r" t="t"/>
            <a:pathLst>
              <a:path extrusionOk="0" h="107696" w="10781792">
                <a:moveTo>
                  <a:pt x="0" y="0"/>
                </a:moveTo>
                <a:lnTo>
                  <a:pt x="10781792" y="0"/>
                </a:lnTo>
                <a:lnTo>
                  <a:pt x="10781792" y="107696"/>
                </a:lnTo>
                <a:lnTo>
                  <a:pt x="0" y="107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12" name="Google Shape;712;p29"/>
          <p:cNvGrpSpPr/>
          <p:nvPr/>
        </p:nvGrpSpPr>
        <p:grpSpPr>
          <a:xfrm>
            <a:off x="2393013" y="1898509"/>
            <a:ext cx="94140" cy="132462"/>
            <a:chOff x="63500" y="63500"/>
            <a:chExt cx="172212" cy="242316"/>
          </a:xfrm>
        </p:grpSpPr>
        <p:sp>
          <p:nvSpPr>
            <p:cNvPr id="713" name="Google Shape;713;p29"/>
            <p:cNvSpPr/>
            <p:nvPr/>
          </p:nvSpPr>
          <p:spPr>
            <a:xfrm>
              <a:off x="65024" y="65024"/>
              <a:ext cx="169164" cy="120396"/>
            </a:xfrm>
            <a:custGeom>
              <a:rect b="b" l="l" r="r" t="t"/>
              <a:pathLst>
                <a:path extrusionOk="0" h="120396" w="169164">
                  <a:moveTo>
                    <a:pt x="0" y="0"/>
                  </a:moveTo>
                  <a:lnTo>
                    <a:pt x="169164" y="0"/>
                  </a:lnTo>
                  <a:lnTo>
                    <a:pt x="169164" y="120396"/>
                  </a:lnTo>
                  <a:lnTo>
                    <a:pt x="0" y="120396"/>
                  </a:lnTo>
                  <a:close/>
                </a:path>
              </a:pathLst>
            </a:custGeom>
            <a:solidFill>
              <a:srgbClr val="DAFDA7"/>
            </a:solidFill>
            <a:ln>
              <a:noFill/>
            </a:ln>
          </p:spPr>
        </p:sp>
        <p:sp>
          <p:nvSpPr>
            <p:cNvPr id="714" name="Google Shape;714;p29"/>
            <p:cNvSpPr/>
            <p:nvPr/>
          </p:nvSpPr>
          <p:spPr>
            <a:xfrm>
              <a:off x="63500" y="63500"/>
              <a:ext cx="172212" cy="242316"/>
            </a:xfrm>
            <a:custGeom>
              <a:rect b="b" l="l" r="r" t="t"/>
              <a:pathLst>
                <a:path extrusionOk="0" h="242316" w="172212">
                  <a:moveTo>
                    <a:pt x="0" y="1524"/>
                  </a:moveTo>
                  <a:cubicBezTo>
                    <a:pt x="0" y="1524"/>
                    <a:pt x="1524" y="0"/>
                    <a:pt x="1524" y="0"/>
                  </a:cubicBezTo>
                  <a:lnTo>
                    <a:pt x="170688" y="0"/>
                  </a:lnTo>
                  <a:cubicBezTo>
                    <a:pt x="170688" y="0"/>
                    <a:pt x="172212" y="1524"/>
                    <a:pt x="172212" y="1524"/>
                  </a:cubicBezTo>
                  <a:lnTo>
                    <a:pt x="172212" y="121920"/>
                  </a:lnTo>
                  <a:cubicBezTo>
                    <a:pt x="172212" y="123444"/>
                    <a:pt x="170688" y="123444"/>
                    <a:pt x="170688" y="123444"/>
                  </a:cubicBezTo>
                  <a:lnTo>
                    <a:pt x="1524" y="123444"/>
                  </a:lnTo>
                  <a:cubicBezTo>
                    <a:pt x="1524" y="123444"/>
                    <a:pt x="0" y="123444"/>
                    <a:pt x="0" y="121920"/>
                  </a:cubicBezTo>
                  <a:close/>
                  <a:moveTo>
                    <a:pt x="4572" y="242316"/>
                  </a:moveTo>
                  <a:lnTo>
                    <a:pt x="1524" y="240792"/>
                  </a:lnTo>
                  <a:lnTo>
                    <a:pt x="170688" y="240792"/>
                  </a:lnTo>
                  <a:lnTo>
                    <a:pt x="167640" y="242316"/>
                  </a:lnTo>
                  <a:lnTo>
                    <a:pt x="167640" y="1524"/>
                  </a:lnTo>
                  <a:lnTo>
                    <a:pt x="170688" y="4572"/>
                  </a:lnTo>
                  <a:lnTo>
                    <a:pt x="1524" y="4572"/>
                  </a:lnTo>
                  <a:lnTo>
                    <a:pt x="4572" y="1524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5" name="Google Shape;715;p29"/>
          <p:cNvSpPr/>
          <p:nvPr/>
        </p:nvSpPr>
        <p:spPr>
          <a:xfrm>
            <a:off x="2422174" y="1848525"/>
            <a:ext cx="34990" cy="68315"/>
          </a:xfrm>
          <a:custGeom>
            <a:rect b="b" l="l" r="r" t="t"/>
            <a:pathLst>
              <a:path extrusionOk="0" h="166624" w="85344">
                <a:moveTo>
                  <a:pt x="0" y="0"/>
                </a:moveTo>
                <a:lnTo>
                  <a:pt x="85344" y="0"/>
                </a:lnTo>
                <a:lnTo>
                  <a:pt x="85344" y="166624"/>
                </a:lnTo>
                <a:lnTo>
                  <a:pt x="0" y="166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6" name="Google Shape;716;p29"/>
          <p:cNvSpPr/>
          <p:nvPr/>
        </p:nvSpPr>
        <p:spPr>
          <a:xfrm>
            <a:off x="2422174" y="1961828"/>
            <a:ext cx="33324" cy="104972"/>
          </a:xfrm>
          <a:custGeom>
            <a:rect b="b" l="l" r="r" t="t"/>
            <a:pathLst>
              <a:path extrusionOk="0" h="256032" w="81280">
                <a:moveTo>
                  <a:pt x="0" y="0"/>
                </a:moveTo>
                <a:lnTo>
                  <a:pt x="81280" y="0"/>
                </a:lnTo>
                <a:lnTo>
                  <a:pt x="8128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7" name="Google Shape;717;p29"/>
          <p:cNvSpPr txBox="1"/>
          <p:nvPr/>
        </p:nvSpPr>
        <p:spPr>
          <a:xfrm>
            <a:off x="2999516" y="286672"/>
            <a:ext cx="365467" cy="35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Jawaharnagar S/S GETCO</a:t>
            </a:r>
            <a:endParaRPr sz="700"/>
          </a:p>
        </p:txBody>
      </p:sp>
      <p:sp>
        <p:nvSpPr>
          <p:cNvPr id="718" name="Google Shape;718;p29"/>
          <p:cNvSpPr txBox="1"/>
          <p:nvPr/>
        </p:nvSpPr>
        <p:spPr>
          <a:xfrm>
            <a:off x="6918444" y="250014"/>
            <a:ext cx="365468" cy="35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Jawaharnagar S/S GETCO</a:t>
            </a:r>
            <a:endParaRPr sz="700"/>
          </a:p>
        </p:txBody>
      </p:sp>
      <p:sp>
        <p:nvSpPr>
          <p:cNvPr id="719" name="Google Shape;719;p29"/>
          <p:cNvSpPr txBox="1"/>
          <p:nvPr/>
        </p:nvSpPr>
        <p:spPr>
          <a:xfrm>
            <a:off x="760128" y="2939255"/>
            <a:ext cx="258591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Circuit Breakers (CB)</a:t>
            </a:r>
            <a:endParaRPr sz="700"/>
          </a:p>
        </p:txBody>
      </p:sp>
      <p:sp>
        <p:nvSpPr>
          <p:cNvPr id="720" name="Google Shape;720;p29"/>
          <p:cNvSpPr txBox="1"/>
          <p:nvPr/>
        </p:nvSpPr>
        <p:spPr>
          <a:xfrm>
            <a:off x="760129" y="3014234"/>
            <a:ext cx="510865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Breakers generally not used for Isolation</a:t>
            </a:r>
            <a:endParaRPr sz="700"/>
          </a:p>
        </p:txBody>
      </p:sp>
      <p:sp>
        <p:nvSpPr>
          <p:cNvPr id="721" name="Google Shape;721;p29"/>
          <p:cNvSpPr txBox="1"/>
          <p:nvPr/>
        </p:nvSpPr>
        <p:spPr>
          <a:xfrm>
            <a:off x="760129" y="3087548"/>
            <a:ext cx="130969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 KV Line</a:t>
            </a:r>
            <a:endParaRPr sz="700"/>
          </a:p>
        </p:txBody>
      </p:sp>
      <p:sp>
        <p:nvSpPr>
          <p:cNvPr id="722" name="Google Shape;722;p29"/>
          <p:cNvSpPr txBox="1"/>
          <p:nvPr/>
        </p:nvSpPr>
        <p:spPr>
          <a:xfrm>
            <a:off x="1119963" y="3087548"/>
            <a:ext cx="112427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 KV CB</a:t>
            </a:r>
            <a:endParaRPr sz="700"/>
          </a:p>
        </p:txBody>
      </p:sp>
      <p:sp>
        <p:nvSpPr>
          <p:cNvPr id="723" name="Google Shape;723;p29"/>
          <p:cNvSpPr txBox="1"/>
          <p:nvPr/>
        </p:nvSpPr>
        <p:spPr>
          <a:xfrm>
            <a:off x="760129" y="3160861"/>
            <a:ext cx="130969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11 KV Line</a:t>
            </a:r>
            <a:endParaRPr sz="700"/>
          </a:p>
        </p:txBody>
      </p:sp>
      <p:sp>
        <p:nvSpPr>
          <p:cNvPr id="724" name="Google Shape;724;p29"/>
          <p:cNvSpPr txBox="1"/>
          <p:nvPr/>
        </p:nvSpPr>
        <p:spPr>
          <a:xfrm>
            <a:off x="1120031" y="3160861"/>
            <a:ext cx="112240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11 KV CB</a:t>
            </a:r>
            <a:endParaRPr sz="700"/>
          </a:p>
        </p:txBody>
      </p:sp>
      <p:sp>
        <p:nvSpPr>
          <p:cNvPr id="725" name="Google Shape;725;p29"/>
          <p:cNvSpPr txBox="1"/>
          <p:nvPr/>
        </p:nvSpPr>
        <p:spPr>
          <a:xfrm>
            <a:off x="760129" y="3234174"/>
            <a:ext cx="139534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 KV Line</a:t>
            </a:r>
            <a:endParaRPr sz="700"/>
          </a:p>
        </p:txBody>
      </p:sp>
      <p:sp>
        <p:nvSpPr>
          <p:cNvPr id="726" name="Google Shape;726;p29"/>
          <p:cNvSpPr txBox="1"/>
          <p:nvPr/>
        </p:nvSpPr>
        <p:spPr>
          <a:xfrm>
            <a:off x="1120031" y="3234174"/>
            <a:ext cx="120806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 KV CB</a:t>
            </a:r>
            <a:endParaRPr sz="700"/>
          </a:p>
        </p:txBody>
      </p:sp>
      <p:sp>
        <p:nvSpPr>
          <p:cNvPr id="727" name="Google Shape;727;p29"/>
          <p:cNvSpPr txBox="1"/>
          <p:nvPr/>
        </p:nvSpPr>
        <p:spPr>
          <a:xfrm>
            <a:off x="760129" y="3308321"/>
            <a:ext cx="129288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415 V Line</a:t>
            </a:r>
            <a:endParaRPr sz="700"/>
          </a:p>
        </p:txBody>
      </p:sp>
      <p:sp>
        <p:nvSpPr>
          <p:cNvPr id="728" name="Google Shape;728;p29"/>
          <p:cNvSpPr txBox="1"/>
          <p:nvPr/>
        </p:nvSpPr>
        <p:spPr>
          <a:xfrm>
            <a:off x="1161686" y="3308321"/>
            <a:ext cx="110470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415 V CB</a:t>
            </a:r>
            <a:endParaRPr sz="700"/>
          </a:p>
        </p:txBody>
      </p:sp>
      <p:sp>
        <p:nvSpPr>
          <p:cNvPr id="729" name="Google Shape;729;p29"/>
          <p:cNvSpPr txBox="1"/>
          <p:nvPr/>
        </p:nvSpPr>
        <p:spPr>
          <a:xfrm>
            <a:off x="760129" y="3384966"/>
            <a:ext cx="143674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Plant Away</a:t>
            </a:r>
            <a:endParaRPr sz="700"/>
          </a:p>
        </p:txBody>
      </p:sp>
      <p:sp>
        <p:nvSpPr>
          <p:cNvPr id="730" name="Google Shape;730;p29"/>
          <p:cNvSpPr txBox="1"/>
          <p:nvPr/>
        </p:nvSpPr>
        <p:spPr>
          <a:xfrm>
            <a:off x="1019225" y="3388750"/>
            <a:ext cx="27050" cy="31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 </a:t>
            </a:r>
            <a:endParaRPr sz="700"/>
          </a:p>
        </p:txBody>
      </p:sp>
      <p:sp>
        <p:nvSpPr>
          <p:cNvPr id="731" name="Google Shape;731;p29"/>
          <p:cNvSpPr txBox="1"/>
          <p:nvPr/>
        </p:nvSpPr>
        <p:spPr>
          <a:xfrm>
            <a:off x="1120031" y="3383300"/>
            <a:ext cx="97474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Reactor</a:t>
            </a:r>
            <a:endParaRPr sz="700"/>
          </a:p>
        </p:txBody>
      </p:sp>
      <p:sp>
        <p:nvSpPr>
          <p:cNvPr id="732" name="Google Shape;732;p29"/>
          <p:cNvSpPr txBox="1"/>
          <p:nvPr/>
        </p:nvSpPr>
        <p:spPr>
          <a:xfrm>
            <a:off x="1120031" y="3456613"/>
            <a:ext cx="120519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Capacitor</a:t>
            </a:r>
            <a:endParaRPr sz="700"/>
          </a:p>
        </p:txBody>
      </p:sp>
      <p:sp>
        <p:nvSpPr>
          <p:cNvPr id="733" name="Google Shape;733;p29"/>
          <p:cNvSpPr txBox="1"/>
          <p:nvPr/>
        </p:nvSpPr>
        <p:spPr>
          <a:xfrm>
            <a:off x="1439943" y="2922593"/>
            <a:ext cx="254086" cy="49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Gas Turbine Generator</a:t>
            </a:r>
            <a:endParaRPr sz="700"/>
          </a:p>
          <a:p>
            <a:pPr indent="0" lvl="0" marL="0" marR="0" rtl="0" algn="l">
              <a:lnSpc>
                <a:spcPct val="10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Steam Turbine </a:t>
            </a:r>
            <a:endParaRPr sz="700"/>
          </a:p>
          <a:p>
            <a:pPr indent="0" lvl="0" marL="0" marR="0" rtl="0" algn="l">
              <a:lnSpc>
                <a:spcPct val="1585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Generator</a:t>
            </a:r>
            <a:endParaRPr sz="700"/>
          </a:p>
          <a:p>
            <a:pPr indent="0" lvl="0" marL="0" marR="0" rtl="0" algn="l">
              <a:lnSpc>
                <a:spcPct val="1864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Unit Transformer Unit Ratio </a:t>
            </a:r>
            <a:endParaRPr sz="700"/>
          </a:p>
          <a:p>
            <a:pPr indent="0" lvl="0" marL="0" marR="0" rtl="0" algn="l">
              <a:lnSpc>
                <a:spcPct val="751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</a:t>
            </a:r>
            <a:r>
              <a:rPr b="0" i="0" lang="en" sz="200" u="none" cap="none" strike="noStrike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b="0" i="0" lang="en" sz="200" u="none" cap="none" strike="noStrike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nsformer</a:t>
            </a:r>
            <a:endParaRPr sz="700"/>
          </a:p>
          <a:p>
            <a:pPr indent="0" lvl="0" marL="0" marR="0" rtl="0" algn="l">
              <a:lnSpc>
                <a:spcPct val="250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Station Transformer</a:t>
            </a:r>
            <a:endParaRPr sz="700"/>
          </a:p>
          <a:p>
            <a:pPr indent="0" lvl="0" marL="0" marR="0" rtl="0" algn="l">
              <a:lnSpc>
                <a:spcPct val="130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Unit Auxiliary </a:t>
            </a:r>
            <a:endParaRPr sz="700"/>
          </a:p>
          <a:p>
            <a:pPr indent="0" lvl="0" marL="0" marR="0" rtl="0" algn="l">
              <a:lnSpc>
                <a:spcPct val="130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</a:t>
            </a:r>
            <a:r>
              <a:rPr b="0" i="0" lang="en" sz="200" u="none" cap="none" strike="noStrike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b="0" i="0" lang="en" sz="200" u="none" cap="none" strike="noStrike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nsformer</a:t>
            </a:r>
            <a:endParaRPr sz="700"/>
          </a:p>
          <a:p>
            <a:pPr indent="0" lvl="0" marL="0" marR="0" rtl="0" algn="l">
              <a:lnSpc>
                <a:spcPct val="211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Panel Nos.</a:t>
            </a:r>
            <a:endParaRPr sz="700"/>
          </a:p>
        </p:txBody>
      </p:sp>
      <p:sp>
        <p:nvSpPr>
          <p:cNvPr id="734" name="Google Shape;734;p29"/>
          <p:cNvSpPr txBox="1"/>
          <p:nvPr/>
        </p:nvSpPr>
        <p:spPr>
          <a:xfrm>
            <a:off x="1839834" y="2922592"/>
            <a:ext cx="246422" cy="22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Gas Turbine Power Plant</a:t>
            </a:r>
            <a:endParaRPr sz="700"/>
          </a:p>
          <a:p>
            <a:pPr indent="0" lvl="0" marL="0" marR="0" rtl="0" algn="l">
              <a:lnSpc>
                <a:spcPct val="10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Integrated Offsite </a:t>
            </a:r>
            <a:endParaRPr sz="700"/>
          </a:p>
          <a:p>
            <a:pPr indent="0" lvl="0" marL="0" marR="0" rtl="0" algn="l">
              <a:lnSpc>
                <a:spcPct val="1585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Plant</a:t>
            </a:r>
            <a:endParaRPr sz="700"/>
          </a:p>
          <a:p>
            <a:pPr indent="0" lvl="0" marL="0" marR="0" rtl="0" algn="l">
              <a:lnSpc>
                <a:spcPct val="696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Distribution </a:t>
            </a:r>
            <a:endParaRPr sz="700"/>
          </a:p>
          <a:p>
            <a:pPr indent="0" lvl="0" marL="0" marR="0" rtl="0" algn="l">
              <a:lnSpc>
                <a:spcPct val="192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Substation</a:t>
            </a:r>
            <a:endParaRPr sz="700"/>
          </a:p>
        </p:txBody>
      </p:sp>
      <p:sp>
        <p:nvSpPr>
          <p:cNvPr id="735" name="Google Shape;735;p29"/>
          <p:cNvSpPr txBox="1"/>
          <p:nvPr/>
        </p:nvSpPr>
        <p:spPr>
          <a:xfrm>
            <a:off x="1050044" y="1564928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00 </a:t>
            </a:r>
            <a:endParaRPr sz="700"/>
          </a:p>
        </p:txBody>
      </p:sp>
      <p:sp>
        <p:nvSpPr>
          <p:cNvPr id="736" name="Google Shape;736;p29"/>
          <p:cNvSpPr txBox="1"/>
          <p:nvPr/>
        </p:nvSpPr>
        <p:spPr>
          <a:xfrm>
            <a:off x="1344136" y="2917997"/>
            <a:ext cx="63863" cy="4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69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GT TG UT URT SST UAT</a:t>
            </a:r>
            <a:endParaRPr sz="700"/>
          </a:p>
        </p:txBody>
      </p:sp>
      <p:sp>
        <p:nvSpPr>
          <p:cNvPr id="737" name="Google Shape;737;p29"/>
          <p:cNvSpPr txBox="1"/>
          <p:nvPr/>
        </p:nvSpPr>
        <p:spPr>
          <a:xfrm>
            <a:off x="1536578" y="1564928"/>
            <a:ext cx="26893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 </a:t>
            </a:r>
            <a:endParaRPr sz="700"/>
          </a:p>
        </p:txBody>
      </p:sp>
      <p:sp>
        <p:nvSpPr>
          <p:cNvPr id="738" name="Google Shape;738;p29"/>
          <p:cNvSpPr txBox="1"/>
          <p:nvPr/>
        </p:nvSpPr>
        <p:spPr>
          <a:xfrm>
            <a:off x="1524092" y="2136773"/>
            <a:ext cx="152588" cy="144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2. LDPE-2 3. PAD-1 4. PPCP-1 5. GAP-3 </a:t>
            </a:r>
            <a:endParaRPr sz="700"/>
          </a:p>
        </p:txBody>
      </p:sp>
      <p:sp>
        <p:nvSpPr>
          <p:cNvPr id="739" name="Google Shape;739;p29"/>
          <p:cNvSpPr txBox="1"/>
          <p:nvPr/>
        </p:nvSpPr>
        <p:spPr>
          <a:xfrm>
            <a:off x="1736529" y="2917997"/>
            <a:ext cx="79806" cy="212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53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GTPP IOP DS</a:t>
            </a:r>
            <a:endParaRPr sz="700"/>
          </a:p>
        </p:txBody>
      </p:sp>
      <p:sp>
        <p:nvSpPr>
          <p:cNvPr id="740" name="Google Shape;740;p29"/>
          <p:cNvSpPr txBox="1"/>
          <p:nvPr/>
        </p:nvSpPr>
        <p:spPr>
          <a:xfrm>
            <a:off x="1828175" y="1909813"/>
            <a:ext cx="26894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9 </a:t>
            </a:r>
            <a:endParaRPr sz="700"/>
          </a:p>
        </p:txBody>
      </p:sp>
      <p:sp>
        <p:nvSpPr>
          <p:cNvPr id="741" name="Google Shape;741;p29"/>
          <p:cNvSpPr txBox="1"/>
          <p:nvPr/>
        </p:nvSpPr>
        <p:spPr>
          <a:xfrm>
            <a:off x="1829836" y="1562423"/>
            <a:ext cx="26894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 </a:t>
            </a:r>
            <a:endParaRPr sz="700"/>
          </a:p>
        </p:txBody>
      </p:sp>
      <p:sp>
        <p:nvSpPr>
          <p:cNvPr id="742" name="Google Shape;742;p29"/>
          <p:cNvSpPr txBox="1"/>
          <p:nvPr/>
        </p:nvSpPr>
        <p:spPr>
          <a:xfrm>
            <a:off x="1749020" y="2163915"/>
            <a:ext cx="159535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7. 2MVAR </a:t>
            </a:r>
            <a:endParaRPr sz="700"/>
          </a:p>
        </p:txBody>
      </p:sp>
      <p:sp>
        <p:nvSpPr>
          <p:cNvPr id="743" name="Google Shape;743;p29"/>
          <p:cNvSpPr txBox="1"/>
          <p:nvPr/>
        </p:nvSpPr>
        <p:spPr>
          <a:xfrm>
            <a:off x="1904821" y="1754027"/>
            <a:ext cx="116051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TR-X01 </a:t>
            </a:r>
            <a:endParaRPr sz="700"/>
          </a:p>
        </p:txBody>
      </p:sp>
      <p:sp>
        <p:nvSpPr>
          <p:cNvPr id="744" name="Google Shape;744;p29"/>
          <p:cNvSpPr txBox="1"/>
          <p:nvPr/>
        </p:nvSpPr>
        <p:spPr>
          <a:xfrm>
            <a:off x="2171393" y="1376636"/>
            <a:ext cx="26894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 </a:t>
            </a:r>
            <a:endParaRPr sz="700"/>
          </a:p>
        </p:txBody>
      </p:sp>
      <p:sp>
        <p:nvSpPr>
          <p:cNvPr id="745" name="Google Shape;745;p29"/>
          <p:cNvSpPr txBox="1"/>
          <p:nvPr/>
        </p:nvSpPr>
        <p:spPr>
          <a:xfrm>
            <a:off x="2273876" y="991751"/>
            <a:ext cx="117145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URT - 1 </a:t>
            </a:r>
            <a:endParaRPr sz="700"/>
          </a:p>
        </p:txBody>
      </p:sp>
      <p:sp>
        <p:nvSpPr>
          <p:cNvPr id="746" name="Google Shape;746;p29"/>
          <p:cNvSpPr txBox="1"/>
          <p:nvPr/>
        </p:nvSpPr>
        <p:spPr>
          <a:xfrm>
            <a:off x="2273876" y="2130113"/>
            <a:ext cx="173103" cy="144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1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14. FPU-2 16. PBR-1 19. ACN-2 20. N202-1 </a:t>
            </a:r>
            <a:endParaRPr sz="700"/>
          </a:p>
        </p:txBody>
      </p:sp>
      <p:sp>
        <p:nvSpPr>
          <p:cNvPr id="747" name="Google Shape;747;p29"/>
          <p:cNvSpPr txBox="1"/>
          <p:nvPr/>
        </p:nvSpPr>
        <p:spPr>
          <a:xfrm>
            <a:off x="2421336" y="1910656"/>
            <a:ext cx="45529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13 </a:t>
            </a:r>
            <a:endParaRPr sz="700"/>
          </a:p>
        </p:txBody>
      </p:sp>
      <p:sp>
        <p:nvSpPr>
          <p:cNvPr id="748" name="Google Shape;748;p29"/>
          <p:cNvSpPr txBox="1"/>
          <p:nvPr/>
        </p:nvSpPr>
        <p:spPr>
          <a:xfrm>
            <a:off x="2232216" y="2783494"/>
            <a:ext cx="335289" cy="390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2. AIR COMP - 1 </a:t>
            </a:r>
            <a:endParaRPr sz="700"/>
          </a:p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3. PTD LH TR - 109 </a:t>
            </a:r>
            <a:endParaRPr sz="700"/>
          </a:p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4. BFW P/P - 4 </a:t>
            </a:r>
            <a:endParaRPr sz="700"/>
          </a:p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5. XEC TR - 136 (ICI) </a:t>
            </a:r>
            <a:endParaRPr sz="700"/>
          </a:p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 FD FAN - 4 </a:t>
            </a:r>
            <a:endParaRPr sz="700"/>
          </a:p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7. LT TR - 112 </a:t>
            </a:r>
            <a:endParaRPr sz="700"/>
          </a:p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8. CWR P/P - 6 </a:t>
            </a:r>
            <a:endParaRPr sz="700"/>
          </a:p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11. LT TR - 132 </a:t>
            </a:r>
            <a:endParaRPr sz="700"/>
          </a:p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13. W/S TR - 1</a:t>
            </a:r>
            <a:r>
              <a:rPr b="0" i="0" lang="en" sz="300" u="none" cap="none" strike="noStrike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endParaRPr sz="700"/>
          </a:p>
          <a:p>
            <a:pPr indent="0" lvl="0" marL="0" marR="0" rtl="0" algn="just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15. ACF REF COMP - 2 </a:t>
            </a:r>
            <a:endParaRPr sz="700"/>
          </a:p>
        </p:txBody>
      </p:sp>
      <p:sp>
        <p:nvSpPr>
          <p:cNvPr id="749" name="Google Shape;749;p29"/>
          <p:cNvSpPr txBox="1"/>
          <p:nvPr/>
        </p:nvSpPr>
        <p:spPr>
          <a:xfrm>
            <a:off x="2542959" y="2147242"/>
            <a:ext cx="178170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 2MVAR </a:t>
            </a:r>
            <a:endParaRPr sz="700"/>
          </a:p>
        </p:txBody>
      </p:sp>
      <p:sp>
        <p:nvSpPr>
          <p:cNvPr id="750" name="Google Shape;750;p29"/>
          <p:cNvSpPr txBox="1"/>
          <p:nvPr/>
        </p:nvSpPr>
        <p:spPr>
          <a:xfrm>
            <a:off x="2799560" y="1336636"/>
            <a:ext cx="26894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 </a:t>
            </a:r>
            <a:endParaRPr sz="700"/>
          </a:p>
        </p:txBody>
      </p:sp>
      <p:sp>
        <p:nvSpPr>
          <p:cNvPr id="751" name="Google Shape;751;p29"/>
          <p:cNvSpPr txBox="1"/>
          <p:nvPr/>
        </p:nvSpPr>
        <p:spPr>
          <a:xfrm>
            <a:off x="2909531" y="990908"/>
            <a:ext cx="11787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URT - 2 </a:t>
            </a:r>
            <a:endParaRPr sz="700"/>
          </a:p>
        </p:txBody>
      </p:sp>
      <p:sp>
        <p:nvSpPr>
          <p:cNvPr id="752" name="Google Shape;752;p29"/>
          <p:cNvSpPr txBox="1"/>
          <p:nvPr/>
        </p:nvSpPr>
        <p:spPr>
          <a:xfrm>
            <a:off x="3031997" y="2569637"/>
            <a:ext cx="26894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9 </a:t>
            </a:r>
            <a:endParaRPr sz="700"/>
          </a:p>
        </p:txBody>
      </p:sp>
      <p:sp>
        <p:nvSpPr>
          <p:cNvPr id="753" name="Google Shape;753;p29"/>
          <p:cNvSpPr txBox="1"/>
          <p:nvPr/>
        </p:nvSpPr>
        <p:spPr>
          <a:xfrm>
            <a:off x="3032841" y="1562423"/>
            <a:ext cx="26894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 </a:t>
            </a:r>
            <a:endParaRPr sz="700"/>
          </a:p>
        </p:txBody>
      </p:sp>
      <p:sp>
        <p:nvSpPr>
          <p:cNvPr id="754" name="Google Shape;754;p29"/>
          <p:cNvSpPr txBox="1"/>
          <p:nvPr/>
        </p:nvSpPr>
        <p:spPr>
          <a:xfrm>
            <a:off x="3129481" y="1739859"/>
            <a:ext cx="114588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TR-102 </a:t>
            </a:r>
            <a:endParaRPr sz="700"/>
          </a:p>
        </p:txBody>
      </p:sp>
      <p:sp>
        <p:nvSpPr>
          <p:cNvPr id="755" name="Google Shape;755;p29"/>
          <p:cNvSpPr txBox="1"/>
          <p:nvPr/>
        </p:nvSpPr>
        <p:spPr>
          <a:xfrm>
            <a:off x="3160300" y="2122846"/>
            <a:ext cx="331269" cy="244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5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2. TIE (SWBD 205) </a:t>
            </a:r>
            <a:endParaRPr sz="700"/>
          </a:p>
          <a:p>
            <a:pPr indent="0" lvl="0" marL="0" marR="0" rtl="0" algn="l">
              <a:lnSpc>
                <a:spcPct val="1115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3. LDPE - 1 </a:t>
            </a:r>
            <a:endParaRPr sz="700"/>
          </a:p>
          <a:p>
            <a:pPr indent="0" lvl="0" marL="0" marR="0" rtl="0" algn="l">
              <a:lnSpc>
                <a:spcPct val="1115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4. GAP-4 </a:t>
            </a:r>
            <a:endParaRPr sz="700"/>
          </a:p>
          <a:p>
            <a:pPr indent="0" lvl="0" marL="0" marR="0" rtl="0" algn="l">
              <a:lnSpc>
                <a:spcPct val="1303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5. N2O2/EG - 2 </a:t>
            </a:r>
            <a:endParaRPr sz="700"/>
          </a:p>
          <a:p>
            <a:pPr indent="0" lvl="0" marL="0" marR="0" rtl="0" algn="l">
              <a:lnSpc>
                <a:spcPct val="88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8. CRITICAL BUS 203E </a:t>
            </a:r>
            <a:endParaRPr sz="700"/>
          </a:p>
          <a:p>
            <a:pPr indent="0" lvl="0" marL="0" marR="0" rtl="0" algn="l">
              <a:lnSpc>
                <a:spcPct val="1443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10. PAD - 2 </a:t>
            </a:r>
            <a:endParaRPr sz="700"/>
          </a:p>
        </p:txBody>
      </p:sp>
      <p:sp>
        <p:nvSpPr>
          <p:cNvPr id="756" name="Google Shape;756;p29"/>
          <p:cNvSpPr txBox="1"/>
          <p:nvPr/>
        </p:nvSpPr>
        <p:spPr>
          <a:xfrm>
            <a:off x="3583518" y="1563246"/>
            <a:ext cx="26893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9 </a:t>
            </a:r>
            <a:endParaRPr sz="700"/>
          </a:p>
        </p:txBody>
      </p:sp>
      <p:sp>
        <p:nvSpPr>
          <p:cNvPr id="757" name="Google Shape;757;p29"/>
          <p:cNvSpPr txBox="1"/>
          <p:nvPr/>
        </p:nvSpPr>
        <p:spPr>
          <a:xfrm>
            <a:off x="3583518" y="1909813"/>
            <a:ext cx="26893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 </a:t>
            </a:r>
            <a:endParaRPr sz="700"/>
          </a:p>
        </p:txBody>
      </p:sp>
      <p:sp>
        <p:nvSpPr>
          <p:cNvPr id="758" name="Google Shape;758;p29"/>
          <p:cNvSpPr txBox="1"/>
          <p:nvPr/>
        </p:nvSpPr>
        <p:spPr>
          <a:xfrm>
            <a:off x="3599347" y="1099222"/>
            <a:ext cx="107647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SST - 1 </a:t>
            </a:r>
            <a:endParaRPr sz="700"/>
          </a:p>
        </p:txBody>
      </p:sp>
      <p:sp>
        <p:nvSpPr>
          <p:cNvPr id="759" name="Google Shape;759;p29"/>
          <p:cNvSpPr txBox="1"/>
          <p:nvPr/>
        </p:nvSpPr>
        <p:spPr>
          <a:xfrm>
            <a:off x="3665990" y="1740697"/>
            <a:ext cx="114589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TR-101 </a:t>
            </a:r>
            <a:endParaRPr sz="700"/>
          </a:p>
        </p:txBody>
      </p:sp>
      <p:sp>
        <p:nvSpPr>
          <p:cNvPr id="760" name="Google Shape;760;p29"/>
          <p:cNvSpPr txBox="1"/>
          <p:nvPr/>
        </p:nvSpPr>
        <p:spPr>
          <a:xfrm>
            <a:off x="3461869" y="2783037"/>
            <a:ext cx="357579" cy="34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9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18. LT TR - 111 </a:t>
            </a:r>
            <a:endParaRPr sz="700"/>
          </a:p>
          <a:p>
            <a:pPr indent="0" lvl="0" marL="0" marR="0" rtl="0" algn="l">
              <a:lnSpc>
                <a:spcPct val="819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19. ACF REF COMP - 4 20. AIR COMP - 3 </a:t>
            </a:r>
            <a:endParaRPr sz="700"/>
          </a:p>
          <a:p>
            <a:pPr indent="0" lvl="0" marL="0" marR="0" rtl="0" algn="l">
              <a:lnSpc>
                <a:spcPct val="819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21. CRITICAL BUS 203E </a:t>
            </a: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22. FD FAN - 2 </a:t>
            </a:r>
            <a:endParaRPr sz="700"/>
          </a:p>
          <a:p>
            <a:pPr indent="0" lvl="0" marL="0" marR="0" rtl="0" algn="l">
              <a:lnSpc>
                <a:spcPct val="976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23. FIRE WATER P/P - 3 </a:t>
            </a:r>
            <a:endParaRPr sz="700"/>
          </a:p>
          <a:p>
            <a:pPr indent="0" lvl="0" marL="0" marR="0" rtl="0" algn="l">
              <a:lnSpc>
                <a:spcPct val="74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25. ACF COMP - 3 </a:t>
            </a:r>
            <a:endParaRPr sz="700"/>
          </a:p>
          <a:p>
            <a:pPr indent="0" lvl="0" marL="0" marR="0" rtl="0" algn="l">
              <a:lnSpc>
                <a:spcPct val="1023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26. CWR P/P - 1 </a:t>
            </a:r>
            <a:endParaRPr sz="700"/>
          </a:p>
          <a:p>
            <a:pPr indent="0" lvl="0" marL="0" marR="0" rtl="0" algn="l">
              <a:lnSpc>
                <a:spcPct val="7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27. LDPE STAND BY </a:t>
            </a:r>
            <a:endParaRPr sz="700"/>
          </a:p>
          <a:p>
            <a:pPr indent="0" lvl="0" marL="0" marR="0" rtl="0" algn="l">
              <a:lnSpc>
                <a:spcPct val="1069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28. GTPP BFW P/P - 56 </a:t>
            </a:r>
            <a:endParaRPr sz="700"/>
          </a:p>
          <a:p>
            <a:pPr indent="0" lvl="0" marL="0" marR="0" rtl="0" algn="l">
              <a:lnSpc>
                <a:spcPct val="74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29. BFW P/P - 2 </a:t>
            </a:r>
            <a:endParaRPr sz="700"/>
          </a:p>
        </p:txBody>
      </p:sp>
      <p:sp>
        <p:nvSpPr>
          <p:cNvPr id="761" name="Google Shape;761;p29"/>
          <p:cNvSpPr txBox="1"/>
          <p:nvPr/>
        </p:nvSpPr>
        <p:spPr>
          <a:xfrm>
            <a:off x="3631828" y="2163915"/>
            <a:ext cx="188401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9. 1.5MVAR </a:t>
            </a:r>
            <a:endParaRPr sz="700"/>
          </a:p>
        </p:txBody>
      </p:sp>
      <p:sp>
        <p:nvSpPr>
          <p:cNvPr id="762" name="Google Shape;762;p29"/>
          <p:cNvSpPr txBox="1"/>
          <p:nvPr/>
        </p:nvSpPr>
        <p:spPr>
          <a:xfrm>
            <a:off x="3945075" y="1560741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 </a:t>
            </a:r>
            <a:endParaRPr sz="700"/>
          </a:p>
        </p:txBody>
      </p:sp>
      <p:sp>
        <p:nvSpPr>
          <p:cNvPr id="763" name="Google Shape;763;p29"/>
          <p:cNvSpPr txBox="1"/>
          <p:nvPr/>
        </p:nvSpPr>
        <p:spPr>
          <a:xfrm>
            <a:off x="3990058" y="2787083"/>
            <a:ext cx="45529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24 </a:t>
            </a:r>
            <a:endParaRPr sz="700"/>
          </a:p>
        </p:txBody>
      </p:sp>
      <p:sp>
        <p:nvSpPr>
          <p:cNvPr id="764" name="Google Shape;764;p29"/>
          <p:cNvSpPr txBox="1"/>
          <p:nvPr/>
        </p:nvSpPr>
        <p:spPr>
          <a:xfrm>
            <a:off x="3954234" y="1090053"/>
            <a:ext cx="118608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UAT - 1 </a:t>
            </a:r>
            <a:endParaRPr sz="700"/>
          </a:p>
        </p:txBody>
      </p:sp>
      <p:sp>
        <p:nvSpPr>
          <p:cNvPr id="765" name="Google Shape;765;p29"/>
          <p:cNvSpPr txBox="1"/>
          <p:nvPr/>
        </p:nvSpPr>
        <p:spPr>
          <a:xfrm>
            <a:off x="4059205" y="2478824"/>
            <a:ext cx="45529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30 </a:t>
            </a:r>
            <a:endParaRPr sz="700"/>
          </a:p>
        </p:txBody>
      </p:sp>
      <p:sp>
        <p:nvSpPr>
          <p:cNvPr id="766" name="Google Shape;766;p29"/>
          <p:cNvSpPr txBox="1"/>
          <p:nvPr/>
        </p:nvSpPr>
        <p:spPr>
          <a:xfrm>
            <a:off x="4160016" y="1367477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11 </a:t>
            </a:r>
            <a:endParaRPr sz="700"/>
          </a:p>
        </p:txBody>
      </p:sp>
      <p:sp>
        <p:nvSpPr>
          <p:cNvPr id="767" name="Google Shape;767;p29"/>
          <p:cNvSpPr txBox="1"/>
          <p:nvPr/>
        </p:nvSpPr>
        <p:spPr>
          <a:xfrm>
            <a:off x="4291642" y="1066720"/>
            <a:ext cx="96682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 - 1 </a:t>
            </a:r>
            <a:endParaRPr sz="700"/>
          </a:p>
        </p:txBody>
      </p:sp>
      <p:sp>
        <p:nvSpPr>
          <p:cNvPr id="768" name="Google Shape;768;p29"/>
          <p:cNvSpPr txBox="1"/>
          <p:nvPr/>
        </p:nvSpPr>
        <p:spPr>
          <a:xfrm>
            <a:off x="4289981" y="734322"/>
            <a:ext cx="148574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Gen. Bkr. </a:t>
            </a:r>
            <a:endParaRPr sz="700"/>
          </a:p>
        </p:txBody>
      </p:sp>
      <p:sp>
        <p:nvSpPr>
          <p:cNvPr id="769" name="Google Shape;769;p29"/>
          <p:cNvSpPr txBox="1"/>
          <p:nvPr/>
        </p:nvSpPr>
        <p:spPr>
          <a:xfrm>
            <a:off x="4491587" y="2784584"/>
            <a:ext cx="45529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39 </a:t>
            </a:r>
            <a:endParaRPr sz="700"/>
          </a:p>
        </p:txBody>
      </p:sp>
      <p:sp>
        <p:nvSpPr>
          <p:cNvPr id="770" name="Google Shape;770;p29"/>
          <p:cNvSpPr txBox="1"/>
          <p:nvPr/>
        </p:nvSpPr>
        <p:spPr>
          <a:xfrm>
            <a:off x="4865652" y="1065882"/>
            <a:ext cx="96682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 - 2 </a:t>
            </a:r>
            <a:endParaRPr sz="700"/>
          </a:p>
        </p:txBody>
      </p:sp>
      <p:sp>
        <p:nvSpPr>
          <p:cNvPr id="771" name="Google Shape;771;p29"/>
          <p:cNvSpPr txBox="1"/>
          <p:nvPr/>
        </p:nvSpPr>
        <p:spPr>
          <a:xfrm>
            <a:off x="4814837" y="732640"/>
            <a:ext cx="148574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Gen. Bkr. </a:t>
            </a:r>
            <a:endParaRPr sz="700"/>
          </a:p>
        </p:txBody>
      </p:sp>
      <p:sp>
        <p:nvSpPr>
          <p:cNvPr id="772" name="Google Shape;772;p29"/>
          <p:cNvSpPr txBox="1"/>
          <p:nvPr/>
        </p:nvSpPr>
        <p:spPr>
          <a:xfrm>
            <a:off x="5058094" y="1359968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15 </a:t>
            </a:r>
            <a:endParaRPr sz="700"/>
          </a:p>
        </p:txBody>
      </p:sp>
      <p:sp>
        <p:nvSpPr>
          <p:cNvPr id="773" name="Google Shape;773;p29"/>
          <p:cNvSpPr txBox="1"/>
          <p:nvPr/>
        </p:nvSpPr>
        <p:spPr>
          <a:xfrm>
            <a:off x="5184736" y="1110052"/>
            <a:ext cx="118608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UAT - 2 </a:t>
            </a:r>
            <a:endParaRPr sz="700"/>
          </a:p>
        </p:txBody>
      </p:sp>
      <p:sp>
        <p:nvSpPr>
          <p:cNvPr id="774" name="Google Shape;774;p29"/>
          <p:cNvSpPr txBox="1"/>
          <p:nvPr/>
        </p:nvSpPr>
        <p:spPr>
          <a:xfrm>
            <a:off x="5141410" y="2795173"/>
            <a:ext cx="357511" cy="478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33. XEC TR - 137 </a:t>
            </a:r>
            <a:endParaRPr sz="700"/>
          </a:p>
          <a:p>
            <a:pPr indent="0" lvl="0" marL="0" marR="0" rtl="0" algn="just">
              <a:lnSpc>
                <a:spcPct val="12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34. LT TR - 133 </a:t>
            </a:r>
            <a:endParaRPr sz="700"/>
          </a:p>
          <a:p>
            <a:pPr indent="0" lvl="0" marL="0" marR="0" rtl="0" algn="just">
              <a:lnSpc>
                <a:spcPct val="12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35. ACF REF COMP - 5 36. BFW P/P - 3 </a:t>
            </a:r>
            <a:endParaRPr sz="700"/>
          </a:p>
          <a:p>
            <a:pPr indent="0" lvl="0" marL="0" marR="0" rtl="0" algn="just">
              <a:lnSpc>
                <a:spcPct val="12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37. W/S TR - 02 </a:t>
            </a:r>
            <a:endParaRPr sz="700"/>
          </a:p>
          <a:p>
            <a:pPr indent="0" lvl="0" marL="0" marR="0" rtl="0" algn="just">
              <a:lnSpc>
                <a:spcPct val="12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38. BFW P/P - 2 </a:t>
            </a:r>
            <a:endParaRPr sz="700"/>
          </a:p>
          <a:p>
            <a:pPr indent="0" lvl="0" marL="0" marR="0" rtl="0" algn="just">
              <a:lnSpc>
                <a:spcPct val="12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40. FIRE WATER P/P - 1 41. BFW P/P - 5 </a:t>
            </a:r>
            <a:endParaRPr sz="700"/>
          </a:p>
          <a:p>
            <a:pPr indent="0" lvl="0" marL="0" marR="0" rtl="0" algn="just">
              <a:lnSpc>
                <a:spcPct val="12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42. FD FAN - 5 </a:t>
            </a:r>
            <a:endParaRPr sz="700"/>
          </a:p>
          <a:p>
            <a:pPr indent="0" lvl="0" marL="0" marR="0" rtl="0" algn="just">
              <a:lnSpc>
                <a:spcPct val="12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43. CWR P/P - 2 </a:t>
            </a:r>
            <a:endParaRPr sz="700"/>
          </a:p>
          <a:p>
            <a:pPr indent="0" lvl="0" marL="0" marR="0" rtl="0" algn="just">
              <a:lnSpc>
                <a:spcPct val="1221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44. AIR COMP - 2 </a:t>
            </a:r>
            <a:endParaRPr sz="700"/>
          </a:p>
        </p:txBody>
      </p:sp>
      <p:sp>
        <p:nvSpPr>
          <p:cNvPr id="775" name="Google Shape;775;p29"/>
          <p:cNvSpPr txBox="1"/>
          <p:nvPr/>
        </p:nvSpPr>
        <p:spPr>
          <a:xfrm>
            <a:off x="5548793" y="1128375"/>
            <a:ext cx="107647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SST - 2 </a:t>
            </a:r>
            <a:endParaRPr sz="700"/>
          </a:p>
        </p:txBody>
      </p:sp>
      <p:sp>
        <p:nvSpPr>
          <p:cNvPr id="776" name="Google Shape;776;p29"/>
          <p:cNvSpPr txBox="1"/>
          <p:nvPr/>
        </p:nvSpPr>
        <p:spPr>
          <a:xfrm>
            <a:off x="5630447" y="2567138"/>
            <a:ext cx="45529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56 </a:t>
            </a:r>
            <a:endParaRPr sz="700"/>
          </a:p>
        </p:txBody>
      </p:sp>
      <p:sp>
        <p:nvSpPr>
          <p:cNvPr id="777" name="Google Shape;777;p29"/>
          <p:cNvSpPr txBox="1"/>
          <p:nvPr/>
        </p:nvSpPr>
        <p:spPr>
          <a:xfrm>
            <a:off x="5632931" y="1562423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17 </a:t>
            </a:r>
            <a:endParaRPr sz="700"/>
          </a:p>
        </p:txBody>
      </p:sp>
      <p:sp>
        <p:nvSpPr>
          <p:cNvPr id="778" name="Google Shape;778;p29"/>
          <p:cNvSpPr txBox="1"/>
          <p:nvPr/>
        </p:nvSpPr>
        <p:spPr>
          <a:xfrm>
            <a:off x="5724578" y="1742358"/>
            <a:ext cx="114589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TR-104 </a:t>
            </a:r>
            <a:endParaRPr sz="700"/>
          </a:p>
        </p:txBody>
      </p:sp>
      <p:sp>
        <p:nvSpPr>
          <p:cNvPr id="779" name="Google Shape;779;p29"/>
          <p:cNvSpPr txBox="1"/>
          <p:nvPr/>
        </p:nvSpPr>
        <p:spPr>
          <a:xfrm>
            <a:off x="5739574" y="2123690"/>
            <a:ext cx="265865" cy="42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6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3. LDPE - 2 </a:t>
            </a:r>
            <a:endParaRPr sz="700"/>
          </a:p>
          <a:p>
            <a:pPr indent="0" lvl="0" marL="0" marR="0" rtl="0" algn="just">
              <a:lnSpc>
                <a:spcPct val="116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4. FPU - 1 </a:t>
            </a:r>
            <a:endParaRPr sz="700"/>
          </a:p>
          <a:p>
            <a:pPr indent="0" lvl="0" marL="0" marR="0" rtl="0" algn="just">
              <a:lnSpc>
                <a:spcPct val="116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5. PPCP - 2 </a:t>
            </a:r>
            <a:endParaRPr sz="700"/>
          </a:p>
          <a:p>
            <a:pPr indent="0" lvl="0" marL="0" marR="0" rtl="0" algn="just">
              <a:lnSpc>
                <a:spcPct val="116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 DSAF - 2 </a:t>
            </a:r>
            <a:endParaRPr sz="700"/>
          </a:p>
          <a:p>
            <a:pPr indent="0" lvl="0" marL="0" marR="0" rtl="0" algn="just">
              <a:lnSpc>
                <a:spcPct val="116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8. TIE </a:t>
            </a:r>
            <a:endParaRPr sz="700"/>
          </a:p>
          <a:p>
            <a:pPr indent="0" lvl="0" marL="0" marR="0" rtl="0" algn="just">
              <a:lnSpc>
                <a:spcPct val="116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11. CWR P/P - 4 </a:t>
            </a:r>
            <a:endParaRPr sz="700"/>
          </a:p>
          <a:p>
            <a:pPr indent="0" lvl="0" marL="0" marR="0" rtl="0" algn="just">
              <a:lnSpc>
                <a:spcPct val="134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 CWR P/P - 5 </a:t>
            </a:r>
            <a:endParaRPr sz="700"/>
          </a:p>
          <a:p>
            <a:pPr indent="0" lvl="0" marL="0" marR="0" rtl="0" algn="just">
              <a:lnSpc>
                <a:spcPct val="117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13. AIR COMP - 4 15. AIR COMP - 5 17. PBR - 2 </a:t>
            </a:r>
            <a:endParaRPr sz="700"/>
          </a:p>
        </p:txBody>
      </p:sp>
      <p:sp>
        <p:nvSpPr>
          <p:cNvPr id="780" name="Google Shape;780;p29"/>
          <p:cNvSpPr txBox="1"/>
          <p:nvPr/>
        </p:nvSpPr>
        <p:spPr>
          <a:xfrm>
            <a:off x="6036149" y="1907329"/>
            <a:ext cx="26893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 </a:t>
            </a:r>
            <a:endParaRPr sz="700"/>
          </a:p>
        </p:txBody>
      </p:sp>
      <p:sp>
        <p:nvSpPr>
          <p:cNvPr id="781" name="Google Shape;781;p29"/>
          <p:cNvSpPr txBox="1"/>
          <p:nvPr/>
        </p:nvSpPr>
        <p:spPr>
          <a:xfrm>
            <a:off x="6027833" y="1562423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 </a:t>
            </a:r>
            <a:endParaRPr sz="700"/>
          </a:p>
        </p:txBody>
      </p:sp>
      <p:sp>
        <p:nvSpPr>
          <p:cNvPr id="782" name="Google Shape;782;p29"/>
          <p:cNvSpPr txBox="1"/>
          <p:nvPr/>
        </p:nvSpPr>
        <p:spPr>
          <a:xfrm>
            <a:off x="6136960" y="1740697"/>
            <a:ext cx="113495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TR-103 </a:t>
            </a:r>
            <a:endParaRPr sz="700"/>
          </a:p>
        </p:txBody>
      </p:sp>
      <p:sp>
        <p:nvSpPr>
          <p:cNvPr id="783" name="Google Shape;783;p29"/>
          <p:cNvSpPr txBox="1"/>
          <p:nvPr/>
        </p:nvSpPr>
        <p:spPr>
          <a:xfrm>
            <a:off x="6132795" y="2153913"/>
            <a:ext cx="207105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14. 1.5MVAR </a:t>
            </a:r>
            <a:endParaRPr sz="700"/>
          </a:p>
        </p:txBody>
      </p:sp>
      <p:sp>
        <p:nvSpPr>
          <p:cNvPr id="784" name="Google Shape;784;p29"/>
          <p:cNvSpPr txBox="1"/>
          <p:nvPr/>
        </p:nvSpPr>
        <p:spPr>
          <a:xfrm>
            <a:off x="5967012" y="2780779"/>
            <a:ext cx="449294" cy="41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49. PTD LH TR - 110 </a:t>
            </a:r>
            <a:endParaRPr sz="700"/>
          </a:p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50. LT TR - 131 </a:t>
            </a:r>
            <a:endParaRPr sz="700"/>
          </a:p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51. FIRE WATER P/P - 2 </a:t>
            </a:r>
            <a:endParaRPr sz="700"/>
          </a:p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52. ACF REF COMP - 7</a:t>
            </a:r>
            <a:r>
              <a:rPr b="0" i="0" lang="en" sz="300" u="none" cap="none" strike="noStrike">
                <a:solidFill>
                  <a:srgbClr val="FF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endParaRPr sz="700"/>
          </a:p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54. BFW P/P - 3 </a:t>
            </a:r>
            <a:endParaRPr sz="700"/>
          </a:p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55. CWR P/P - 3 </a:t>
            </a:r>
            <a:endParaRPr sz="700"/>
          </a:p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57. LT TR - 134 </a:t>
            </a:r>
            <a:endParaRPr sz="700"/>
          </a:p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58. FD FAN - 3 </a:t>
            </a:r>
            <a:endParaRPr sz="700"/>
          </a:p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59. TR ESD BHAVAN - 135 60. AIR COMP - 6 </a:t>
            </a:r>
            <a:endParaRPr sz="700"/>
          </a:p>
          <a:p>
            <a:pPr indent="0" lvl="0" marL="0" marR="0" rtl="0" algn="just">
              <a:lnSpc>
                <a:spcPct val="95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61. ACF REF COMP - 6 </a:t>
            </a:r>
            <a:endParaRPr sz="700"/>
          </a:p>
          <a:p>
            <a:pPr indent="0" lvl="0" marL="0" marR="0" rtl="0" algn="just">
              <a:lnSpc>
                <a:spcPct val="81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62. BFW P/P - 5 </a:t>
            </a:r>
            <a:endParaRPr sz="700"/>
          </a:p>
        </p:txBody>
      </p:sp>
      <p:sp>
        <p:nvSpPr>
          <p:cNvPr id="785" name="Google Shape;785;p29"/>
          <p:cNvSpPr txBox="1"/>
          <p:nvPr/>
        </p:nvSpPr>
        <p:spPr>
          <a:xfrm>
            <a:off x="6620161" y="1358302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22 </a:t>
            </a:r>
            <a:endParaRPr sz="700"/>
          </a:p>
        </p:txBody>
      </p:sp>
      <p:sp>
        <p:nvSpPr>
          <p:cNvPr id="786" name="Google Shape;786;p29"/>
          <p:cNvSpPr txBox="1"/>
          <p:nvPr/>
        </p:nvSpPr>
        <p:spPr>
          <a:xfrm>
            <a:off x="6807620" y="1559919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24 </a:t>
            </a:r>
            <a:endParaRPr sz="700"/>
          </a:p>
        </p:txBody>
      </p:sp>
      <p:sp>
        <p:nvSpPr>
          <p:cNvPr id="787" name="Google Shape;787;p29"/>
          <p:cNvSpPr txBox="1"/>
          <p:nvPr/>
        </p:nvSpPr>
        <p:spPr>
          <a:xfrm>
            <a:off x="6743455" y="990908"/>
            <a:ext cx="133224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URT - 3 </a:t>
            </a:r>
            <a:endParaRPr sz="700"/>
          </a:p>
        </p:txBody>
      </p:sp>
      <p:sp>
        <p:nvSpPr>
          <p:cNvPr id="788" name="Google Shape;788;p29"/>
          <p:cNvSpPr txBox="1"/>
          <p:nvPr/>
        </p:nvSpPr>
        <p:spPr>
          <a:xfrm>
            <a:off x="6926749" y="1742358"/>
            <a:ext cx="116051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TR-X02 </a:t>
            </a:r>
            <a:endParaRPr sz="700"/>
          </a:p>
        </p:txBody>
      </p:sp>
      <p:sp>
        <p:nvSpPr>
          <p:cNvPr id="789" name="Google Shape;789;p29"/>
          <p:cNvSpPr txBox="1"/>
          <p:nvPr/>
        </p:nvSpPr>
        <p:spPr>
          <a:xfrm>
            <a:off x="7099207" y="2567138"/>
            <a:ext cx="26893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 </a:t>
            </a:r>
            <a:endParaRPr sz="700"/>
          </a:p>
        </p:txBody>
      </p:sp>
      <p:sp>
        <p:nvSpPr>
          <p:cNvPr id="790" name="Google Shape;790;p29"/>
          <p:cNvSpPr txBox="1"/>
          <p:nvPr/>
        </p:nvSpPr>
        <p:spPr>
          <a:xfrm>
            <a:off x="7302474" y="1558258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25 </a:t>
            </a:r>
            <a:endParaRPr sz="700"/>
          </a:p>
        </p:txBody>
      </p:sp>
      <p:sp>
        <p:nvSpPr>
          <p:cNvPr id="791" name="Google Shape;791;p29"/>
          <p:cNvSpPr txBox="1"/>
          <p:nvPr/>
        </p:nvSpPr>
        <p:spPr>
          <a:xfrm>
            <a:off x="7532407" y="1560741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26 </a:t>
            </a:r>
            <a:endParaRPr sz="700"/>
          </a:p>
        </p:txBody>
      </p:sp>
      <p:sp>
        <p:nvSpPr>
          <p:cNvPr id="792" name="Google Shape;792;p29"/>
          <p:cNvSpPr txBox="1"/>
          <p:nvPr/>
        </p:nvSpPr>
        <p:spPr>
          <a:xfrm>
            <a:off x="7263313" y="2783273"/>
            <a:ext cx="342235" cy="325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1. VCPVC TR-114 </a:t>
            </a:r>
            <a:endParaRPr sz="700"/>
          </a:p>
          <a:p>
            <a:pPr indent="0" lvl="0" marL="0" marR="0" rtl="0" algn="just">
              <a:lnSpc>
                <a:spcPct val="100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2. LT EMG TR - 129 </a:t>
            </a:r>
            <a:endParaRPr sz="700"/>
          </a:p>
          <a:p>
            <a:pPr indent="0" lvl="0" marL="0" marR="0" rtl="0" algn="just">
              <a:lnSpc>
                <a:spcPct val="100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3. N2O2 EMG TR - 130 4.MAHISAGAR TRFDR 5. SST3 </a:t>
            </a:r>
            <a:endParaRPr sz="700"/>
          </a:p>
          <a:p>
            <a:pPr indent="0" lvl="0" marL="0" marR="0" rtl="0" algn="just">
              <a:lnSpc>
                <a:spcPct val="100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9. PBR - 1 EMG TR </a:t>
            </a:r>
            <a:endParaRPr sz="700"/>
          </a:p>
          <a:p>
            <a:pPr indent="0" lvl="0" marL="0" marR="0" rtl="0" algn="just">
              <a:lnSpc>
                <a:spcPct val="100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11. SUMP TR2 </a:t>
            </a:r>
            <a:endParaRPr sz="700"/>
          </a:p>
          <a:p>
            <a:pPr indent="0" lvl="0" marL="0" marR="0" rtl="0" algn="just">
              <a:lnSpc>
                <a:spcPct val="100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12. PPCP EMG TR </a:t>
            </a:r>
            <a:endParaRPr sz="700"/>
          </a:p>
          <a:p>
            <a:pPr indent="0" lvl="0" marL="0" marR="0" rtl="0" algn="just">
              <a:lnSpc>
                <a:spcPct val="1008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13. LDPE EMG TR </a:t>
            </a:r>
            <a:endParaRPr sz="700"/>
          </a:p>
        </p:txBody>
      </p:sp>
      <p:sp>
        <p:nvSpPr>
          <p:cNvPr id="793" name="Google Shape;793;p29"/>
          <p:cNvSpPr txBox="1"/>
          <p:nvPr/>
        </p:nvSpPr>
        <p:spPr>
          <a:xfrm>
            <a:off x="7617383" y="1744046"/>
            <a:ext cx="114588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TR-105 </a:t>
            </a:r>
            <a:endParaRPr sz="700"/>
          </a:p>
        </p:txBody>
      </p:sp>
      <p:sp>
        <p:nvSpPr>
          <p:cNvPr id="794" name="Google Shape;794;p29"/>
          <p:cNvSpPr txBox="1"/>
          <p:nvPr/>
        </p:nvSpPr>
        <p:spPr>
          <a:xfrm>
            <a:off x="7779011" y="2567138"/>
            <a:ext cx="26893" cy="4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8 </a:t>
            </a:r>
            <a:endParaRPr sz="700"/>
          </a:p>
        </p:txBody>
      </p:sp>
      <p:sp>
        <p:nvSpPr>
          <p:cNvPr id="795" name="Google Shape;795;p29"/>
          <p:cNvSpPr txBox="1"/>
          <p:nvPr/>
        </p:nvSpPr>
        <p:spPr>
          <a:xfrm>
            <a:off x="7628219" y="990908"/>
            <a:ext cx="308978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UT - 3 (Future Use) </a:t>
            </a:r>
            <a:endParaRPr sz="700"/>
          </a:p>
        </p:txBody>
      </p:sp>
      <p:sp>
        <p:nvSpPr>
          <p:cNvPr id="796" name="Google Shape;796;p29"/>
          <p:cNvSpPr txBox="1"/>
          <p:nvPr/>
        </p:nvSpPr>
        <p:spPr>
          <a:xfrm>
            <a:off x="7929813" y="1554082"/>
            <a:ext cx="45529" cy="4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27 </a:t>
            </a:r>
            <a:endParaRPr sz="700"/>
          </a:p>
        </p:txBody>
      </p:sp>
      <p:sp>
        <p:nvSpPr>
          <p:cNvPr id="797" name="Google Shape;797;p29"/>
          <p:cNvSpPr txBox="1"/>
          <p:nvPr/>
        </p:nvSpPr>
        <p:spPr>
          <a:xfrm>
            <a:off x="7316669" y="541246"/>
            <a:ext cx="973702" cy="2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CAPTIVE POWER PLANT </a:t>
            </a:r>
            <a:endParaRPr sz="700"/>
          </a:p>
          <a:p>
            <a:pPr indent="0" lvl="0" marL="0" marR="0" rtl="0" algn="l">
              <a:lnSpc>
                <a:spcPct val="1603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RELIANCE - VMD</a:t>
            </a:r>
            <a:endParaRPr sz="700"/>
          </a:p>
          <a:p>
            <a:pPr indent="0" lvl="0" marL="0" marR="0" rtl="0" algn="l">
              <a:lnSpc>
                <a:spcPct val="1831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700"/>
          </a:p>
        </p:txBody>
      </p:sp>
      <p:sp>
        <p:nvSpPr>
          <p:cNvPr id="798" name="Google Shape;798;p29"/>
          <p:cNvSpPr txBox="1"/>
          <p:nvPr/>
        </p:nvSpPr>
        <p:spPr>
          <a:xfrm>
            <a:off x="902590" y="2855098"/>
            <a:ext cx="148605" cy="57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Symbols</a:t>
            </a:r>
            <a:endParaRPr sz="700"/>
          </a:p>
        </p:txBody>
      </p:sp>
      <p:sp>
        <p:nvSpPr>
          <p:cNvPr id="799" name="Google Shape;799;p29"/>
          <p:cNvSpPr txBox="1"/>
          <p:nvPr/>
        </p:nvSpPr>
        <p:spPr>
          <a:xfrm>
            <a:off x="1644887" y="2855098"/>
            <a:ext cx="143393" cy="57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Legends</a:t>
            </a:r>
            <a:endParaRPr sz="700"/>
          </a:p>
        </p:txBody>
      </p:sp>
      <p:sp>
        <p:nvSpPr>
          <p:cNvPr id="800" name="Google Shape;800;p29"/>
          <p:cNvSpPr txBox="1"/>
          <p:nvPr/>
        </p:nvSpPr>
        <p:spPr>
          <a:xfrm>
            <a:off x="1323308" y="3384966"/>
            <a:ext cx="101316" cy="39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3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00 to 62</a:t>
            </a:r>
            <a:endParaRPr sz="700"/>
          </a:p>
        </p:txBody>
      </p:sp>
      <p:sp>
        <p:nvSpPr>
          <p:cNvPr id="801" name="Google Shape;801;p29"/>
          <p:cNvSpPr txBox="1"/>
          <p:nvPr/>
        </p:nvSpPr>
        <p:spPr>
          <a:xfrm>
            <a:off x="7321667" y="761571"/>
            <a:ext cx="910782" cy="5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SLD - POWERGENERATION&amp;DISTRIBUTION</a:t>
            </a:r>
            <a:endParaRPr sz="700"/>
          </a:p>
        </p:txBody>
      </p:sp>
      <p:sp>
        <p:nvSpPr>
          <p:cNvPr id="802" name="Google Shape;802;p29"/>
          <p:cNvSpPr txBox="1"/>
          <p:nvPr/>
        </p:nvSpPr>
        <p:spPr>
          <a:xfrm>
            <a:off x="650987" y="610939"/>
            <a:ext cx="193676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GTG - (I &amp; II) :- </a:t>
            </a:r>
            <a:endParaRPr sz="700"/>
          </a:p>
        </p:txBody>
      </p:sp>
      <p:sp>
        <p:nvSpPr>
          <p:cNvPr id="803" name="Google Shape;803;p29"/>
          <p:cNvSpPr txBox="1"/>
          <p:nvPr/>
        </p:nvSpPr>
        <p:spPr>
          <a:xfrm>
            <a:off x="650987" y="675926"/>
            <a:ext cx="163955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STG - (I &amp; II) </a:t>
            </a:r>
            <a:endParaRPr sz="700"/>
          </a:p>
        </p:txBody>
      </p:sp>
      <p:sp>
        <p:nvSpPr>
          <p:cNvPr id="804" name="Google Shape;804;p29"/>
          <p:cNvSpPr txBox="1"/>
          <p:nvPr/>
        </p:nvSpPr>
        <p:spPr>
          <a:xfrm>
            <a:off x="650987" y="744236"/>
            <a:ext cx="127564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STG - III :- </a:t>
            </a:r>
            <a:endParaRPr sz="700"/>
          </a:p>
        </p:txBody>
      </p:sp>
      <p:sp>
        <p:nvSpPr>
          <p:cNvPr id="805" name="Google Shape;805;p29"/>
          <p:cNvSpPr txBox="1"/>
          <p:nvPr/>
        </p:nvSpPr>
        <p:spPr>
          <a:xfrm>
            <a:off x="650986" y="810889"/>
            <a:ext cx="230375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URT - (I, II &amp; III) :- </a:t>
            </a:r>
            <a:endParaRPr sz="700"/>
          </a:p>
        </p:txBody>
      </p:sp>
      <p:sp>
        <p:nvSpPr>
          <p:cNvPr id="806" name="Google Shape;806;p29"/>
          <p:cNvSpPr txBox="1"/>
          <p:nvPr/>
        </p:nvSpPr>
        <p:spPr>
          <a:xfrm>
            <a:off x="650987" y="875876"/>
            <a:ext cx="142727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 - (I &amp; II) </a:t>
            </a:r>
            <a:endParaRPr sz="700"/>
          </a:p>
        </p:txBody>
      </p:sp>
      <p:sp>
        <p:nvSpPr>
          <p:cNvPr id="807" name="Google Shape;807;p29"/>
          <p:cNvSpPr txBox="1"/>
          <p:nvPr/>
        </p:nvSpPr>
        <p:spPr>
          <a:xfrm>
            <a:off x="650987" y="942515"/>
            <a:ext cx="265256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SST &amp; UAT - (I &amp; II) :- </a:t>
            </a:r>
            <a:endParaRPr sz="700"/>
          </a:p>
        </p:txBody>
      </p:sp>
      <p:sp>
        <p:nvSpPr>
          <p:cNvPr id="808" name="Google Shape;808;p29"/>
          <p:cNvSpPr txBox="1"/>
          <p:nvPr/>
        </p:nvSpPr>
        <p:spPr>
          <a:xfrm>
            <a:off x="650987" y="1007502"/>
            <a:ext cx="107851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 - 101 </a:t>
            </a:r>
            <a:endParaRPr sz="700"/>
          </a:p>
        </p:txBody>
      </p:sp>
      <p:sp>
        <p:nvSpPr>
          <p:cNvPr id="809" name="Google Shape;809;p29"/>
          <p:cNvSpPr txBox="1"/>
          <p:nvPr/>
        </p:nvSpPr>
        <p:spPr>
          <a:xfrm>
            <a:off x="650987" y="1073327"/>
            <a:ext cx="107851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 - 103 </a:t>
            </a:r>
            <a:endParaRPr sz="700"/>
          </a:p>
        </p:txBody>
      </p:sp>
      <p:sp>
        <p:nvSpPr>
          <p:cNvPr id="810" name="Google Shape;810;p29"/>
          <p:cNvSpPr txBox="1"/>
          <p:nvPr/>
        </p:nvSpPr>
        <p:spPr>
          <a:xfrm>
            <a:off x="650987" y="1139143"/>
            <a:ext cx="333190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 - (X01, X02, 102 &amp; 104) </a:t>
            </a:r>
            <a:endParaRPr sz="700"/>
          </a:p>
        </p:txBody>
      </p:sp>
      <p:sp>
        <p:nvSpPr>
          <p:cNvPr id="811" name="Google Shape;811;p29"/>
          <p:cNvSpPr txBox="1"/>
          <p:nvPr/>
        </p:nvSpPr>
        <p:spPr>
          <a:xfrm>
            <a:off x="650987" y="1209947"/>
            <a:ext cx="419599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TR-(111, 112, 131, 132, 133, 134):</a:t>
            </a:r>
            <a:endParaRPr sz="700"/>
          </a:p>
        </p:txBody>
      </p:sp>
      <p:sp>
        <p:nvSpPr>
          <p:cNvPr id="812" name="Google Shape;812;p29"/>
          <p:cNvSpPr txBox="1"/>
          <p:nvPr/>
        </p:nvSpPr>
        <p:spPr>
          <a:xfrm>
            <a:off x="1237509" y="545129"/>
            <a:ext cx="87528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Rating </a:t>
            </a:r>
            <a:endParaRPr sz="700"/>
          </a:p>
        </p:txBody>
      </p:sp>
      <p:sp>
        <p:nvSpPr>
          <p:cNvPr id="813" name="Google Shape;813;p29"/>
          <p:cNvSpPr txBox="1"/>
          <p:nvPr/>
        </p:nvSpPr>
        <p:spPr>
          <a:xfrm>
            <a:off x="2333063" y="432654"/>
            <a:ext cx="143638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ABT Meter </a:t>
            </a:r>
            <a:endParaRPr sz="700"/>
          </a:p>
        </p:txBody>
      </p:sp>
      <p:sp>
        <p:nvSpPr>
          <p:cNvPr id="814" name="Google Shape;814;p29"/>
          <p:cNvSpPr txBox="1"/>
          <p:nvPr/>
        </p:nvSpPr>
        <p:spPr>
          <a:xfrm>
            <a:off x="2458024" y="1474879"/>
            <a:ext cx="144544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TIE - AB (5) </a:t>
            </a:r>
            <a:endParaRPr sz="700"/>
          </a:p>
        </p:txBody>
      </p:sp>
      <p:sp>
        <p:nvSpPr>
          <p:cNvPr id="815" name="Google Shape;815;p29"/>
          <p:cNvSpPr txBox="1"/>
          <p:nvPr/>
        </p:nvSpPr>
        <p:spPr>
          <a:xfrm>
            <a:off x="2307232" y="890872"/>
            <a:ext cx="377469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Additional 33KV Switchboard </a:t>
            </a:r>
            <a:endParaRPr sz="700"/>
          </a:p>
        </p:txBody>
      </p:sp>
      <p:sp>
        <p:nvSpPr>
          <p:cNvPr id="816" name="Google Shape;816;p29"/>
          <p:cNvSpPr txBox="1"/>
          <p:nvPr/>
        </p:nvSpPr>
        <p:spPr>
          <a:xfrm>
            <a:off x="2960392" y="414331"/>
            <a:ext cx="143638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ABT Meter </a:t>
            </a:r>
            <a:endParaRPr sz="700"/>
          </a:p>
        </p:txBody>
      </p:sp>
      <p:sp>
        <p:nvSpPr>
          <p:cNvPr id="817" name="Google Shape;817;p29"/>
          <p:cNvSpPr txBox="1"/>
          <p:nvPr/>
        </p:nvSpPr>
        <p:spPr>
          <a:xfrm>
            <a:off x="4141746" y="3214430"/>
            <a:ext cx="221887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STG Switchboard </a:t>
            </a:r>
            <a:endParaRPr sz="700"/>
          </a:p>
        </p:txBody>
      </p:sp>
      <p:sp>
        <p:nvSpPr>
          <p:cNvPr id="818" name="Google Shape;818;p29"/>
          <p:cNvSpPr txBox="1"/>
          <p:nvPr/>
        </p:nvSpPr>
        <p:spPr>
          <a:xfrm>
            <a:off x="4510827" y="1103309"/>
            <a:ext cx="238867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11KV Switchboard </a:t>
            </a:r>
            <a:endParaRPr sz="700"/>
          </a:p>
        </p:txBody>
      </p:sp>
      <p:sp>
        <p:nvSpPr>
          <p:cNvPr id="819" name="Google Shape;819;p29"/>
          <p:cNvSpPr txBox="1"/>
          <p:nvPr/>
        </p:nvSpPr>
        <p:spPr>
          <a:xfrm>
            <a:off x="4604135" y="1466543"/>
            <a:ext cx="150615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TIE - BC(13) </a:t>
            </a:r>
            <a:endParaRPr sz="700"/>
          </a:p>
        </p:txBody>
      </p:sp>
      <p:sp>
        <p:nvSpPr>
          <p:cNvPr id="820" name="Google Shape;820;p29"/>
          <p:cNvSpPr txBox="1"/>
          <p:nvPr/>
        </p:nvSpPr>
        <p:spPr>
          <a:xfrm>
            <a:off x="4838237" y="2912840"/>
            <a:ext cx="107850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TR-106 </a:t>
            </a:r>
            <a:endParaRPr sz="700"/>
          </a:p>
        </p:txBody>
      </p:sp>
      <p:sp>
        <p:nvSpPr>
          <p:cNvPr id="821" name="Google Shape;821;p29"/>
          <p:cNvSpPr txBox="1"/>
          <p:nvPr/>
        </p:nvSpPr>
        <p:spPr>
          <a:xfrm>
            <a:off x="4802414" y="3001521"/>
            <a:ext cx="90257" cy="86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3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STG Switch Board </a:t>
            </a:r>
            <a:endParaRPr sz="700"/>
          </a:p>
        </p:txBody>
      </p:sp>
      <p:sp>
        <p:nvSpPr>
          <p:cNvPr id="822" name="Google Shape;822;p29"/>
          <p:cNvSpPr txBox="1"/>
          <p:nvPr/>
        </p:nvSpPr>
        <p:spPr>
          <a:xfrm>
            <a:off x="6098747" y="841714"/>
            <a:ext cx="377469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Additional 33KV Switchboard </a:t>
            </a:r>
            <a:endParaRPr sz="700"/>
          </a:p>
        </p:txBody>
      </p:sp>
      <p:sp>
        <p:nvSpPr>
          <p:cNvPr id="823" name="Google Shape;823;p29"/>
          <p:cNvSpPr txBox="1"/>
          <p:nvPr/>
        </p:nvSpPr>
        <p:spPr>
          <a:xfrm>
            <a:off x="6338681" y="1466543"/>
            <a:ext cx="153036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TIE - CD(20) </a:t>
            </a:r>
            <a:endParaRPr sz="700"/>
          </a:p>
        </p:txBody>
      </p:sp>
      <p:sp>
        <p:nvSpPr>
          <p:cNvPr id="824" name="Google Shape;824;p29"/>
          <p:cNvSpPr txBox="1"/>
          <p:nvPr/>
        </p:nvSpPr>
        <p:spPr>
          <a:xfrm>
            <a:off x="6794400" y="430155"/>
            <a:ext cx="142726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ABT Meter </a:t>
            </a:r>
            <a:endParaRPr sz="700"/>
          </a:p>
        </p:txBody>
      </p:sp>
      <p:sp>
        <p:nvSpPr>
          <p:cNvPr id="825" name="Google Shape;825;p29"/>
          <p:cNvSpPr txBox="1"/>
          <p:nvPr/>
        </p:nvSpPr>
        <p:spPr>
          <a:xfrm>
            <a:off x="877607" y="810889"/>
            <a:ext cx="696830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22.5/30MVA,ONAN/ONAF, 33/33 KV, DY1, BHEL make </a:t>
            </a:r>
            <a:endParaRPr sz="700"/>
          </a:p>
        </p:txBody>
      </p:sp>
      <p:sp>
        <p:nvSpPr>
          <p:cNvPr id="826" name="Google Shape;826;p29"/>
          <p:cNvSpPr txBox="1"/>
          <p:nvPr/>
        </p:nvSpPr>
        <p:spPr>
          <a:xfrm>
            <a:off x="791787" y="875876"/>
            <a:ext cx="670447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:-40MVA,ONAN/ONAF, 11/33 KV, YD11, BHEL make </a:t>
            </a:r>
            <a:endParaRPr sz="700"/>
          </a:p>
        </p:txBody>
      </p:sp>
      <p:sp>
        <p:nvSpPr>
          <p:cNvPr id="827" name="Google Shape;827;p29"/>
          <p:cNvSpPr txBox="1"/>
          <p:nvPr/>
        </p:nvSpPr>
        <p:spPr>
          <a:xfrm>
            <a:off x="918419" y="942515"/>
            <a:ext cx="641632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1600KVA,ONAN, 11/0.433 KV, DY1, Voltamp make </a:t>
            </a:r>
            <a:endParaRPr sz="700"/>
          </a:p>
        </p:txBody>
      </p:sp>
      <p:sp>
        <p:nvSpPr>
          <p:cNvPr id="828" name="Google Shape;828;p29"/>
          <p:cNvSpPr txBox="1"/>
          <p:nvPr/>
        </p:nvSpPr>
        <p:spPr>
          <a:xfrm>
            <a:off x="757624" y="1007502"/>
            <a:ext cx="728373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:-20/26.5MVA,ONAN/ONAF, 33/6.9 KV, DY1, BHEL make </a:t>
            </a:r>
            <a:endParaRPr sz="700"/>
          </a:p>
        </p:txBody>
      </p:sp>
      <p:sp>
        <p:nvSpPr>
          <p:cNvPr id="829" name="Google Shape;829;p29"/>
          <p:cNvSpPr txBox="1"/>
          <p:nvPr/>
        </p:nvSpPr>
        <p:spPr>
          <a:xfrm>
            <a:off x="757624" y="1073327"/>
            <a:ext cx="770831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:-20/26.5MVA,ONAN/ONAF, 33/6.9 KV, DY1, Voltamp make </a:t>
            </a:r>
            <a:endParaRPr sz="700"/>
          </a:p>
        </p:txBody>
      </p:sp>
      <p:sp>
        <p:nvSpPr>
          <p:cNvPr id="830" name="Google Shape;830;p29"/>
          <p:cNvSpPr txBox="1"/>
          <p:nvPr/>
        </p:nvSpPr>
        <p:spPr>
          <a:xfrm>
            <a:off x="977585" y="1139143"/>
            <a:ext cx="722359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:-16/21.5 MVA, ONAN/ONAF, DY1, 33/6.9 KV, BHEL make </a:t>
            </a:r>
            <a:endParaRPr sz="700"/>
          </a:p>
        </p:txBody>
      </p:sp>
      <p:sp>
        <p:nvSpPr>
          <p:cNvPr id="831" name="Google Shape;831;p29"/>
          <p:cNvSpPr txBox="1"/>
          <p:nvPr/>
        </p:nvSpPr>
        <p:spPr>
          <a:xfrm>
            <a:off x="1076714" y="1209947"/>
            <a:ext cx="456396" cy="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1.6 MVA ONAN, 6.6/0.433 KV, Dy11 </a:t>
            </a:r>
            <a:endParaRPr sz="700"/>
          </a:p>
        </p:txBody>
      </p:sp>
      <p:sp>
        <p:nvSpPr>
          <p:cNvPr id="832" name="Google Shape;832;p29"/>
          <p:cNvSpPr txBox="1"/>
          <p:nvPr/>
        </p:nvSpPr>
        <p:spPr>
          <a:xfrm>
            <a:off x="840950" y="610939"/>
            <a:ext cx="969787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38.75MVA,11KV, 2P, 2034 A, Fld Cur - 538 A DC, Fld Vol - 250 V DC, GE make </a:t>
            </a:r>
            <a:endParaRPr sz="700"/>
          </a:p>
        </p:txBody>
      </p:sp>
      <p:sp>
        <p:nvSpPr>
          <p:cNvPr id="833" name="Google Shape;833;p29"/>
          <p:cNvSpPr txBox="1"/>
          <p:nvPr/>
        </p:nvSpPr>
        <p:spPr>
          <a:xfrm>
            <a:off x="811781" y="675926"/>
            <a:ext cx="992536" cy="3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:-15MVA,6.6KV,2P, 1367 A, Fld Cur - 404 A DC, Fld Vol - 170 V DC, BHEL make </a:t>
            </a:r>
            <a:endParaRPr sz="700"/>
          </a:p>
        </p:txBody>
      </p:sp>
      <p:sp>
        <p:nvSpPr>
          <p:cNvPr id="834" name="Google Shape;834;p29"/>
          <p:cNvSpPr txBox="1"/>
          <p:nvPr/>
        </p:nvSpPr>
        <p:spPr>
          <a:xfrm>
            <a:off x="786762" y="1258007"/>
            <a:ext cx="756788" cy="12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96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16/21.5 MVA, ONAN/ONAF, DY1, 33/6.9 KV, BBL make  8.5 MVA, ONAN, Dyn1, 11/6.9 KV, Schneider make </a:t>
            </a:r>
            <a:endParaRPr sz="700"/>
          </a:p>
        </p:txBody>
      </p:sp>
      <p:sp>
        <p:nvSpPr>
          <p:cNvPr id="835" name="Google Shape;835;p29"/>
          <p:cNvSpPr txBox="1"/>
          <p:nvPr/>
        </p:nvSpPr>
        <p:spPr>
          <a:xfrm>
            <a:off x="653491" y="2454204"/>
            <a:ext cx="1046052" cy="341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1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Bus - 33KV/A-B-C-D :- 1500 MVA, 26.2 KA, 3 Phase, 50 Hz </a:t>
            </a:r>
            <a:endParaRPr sz="700"/>
          </a:p>
          <a:p>
            <a:pPr indent="0" lvl="0" marL="0" marR="0" rtl="0" algn="just">
              <a:lnSpc>
                <a:spcPct val="121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Bus - 11KV :- 750 MVA, 40 KA, 3 Phase, 50 Hz </a:t>
            </a:r>
            <a:endParaRPr sz="700"/>
          </a:p>
          <a:p>
            <a:pPr indent="0" lvl="0" marL="0" marR="0" rtl="0" algn="just">
              <a:lnSpc>
                <a:spcPct val="121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Bus - 6.6KV/3A-203-204 :- 455 MVA, 40 KA, 3 Phase, 50 Hz </a:t>
            </a:r>
            <a:endParaRPr sz="700"/>
          </a:p>
          <a:p>
            <a:pPr indent="0" lvl="0" marL="0" marR="0" rtl="0" algn="just">
              <a:lnSpc>
                <a:spcPct val="121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Bus - 6.6KV/1A-4A :- 250 MVA, 40 KA, 3 Phase, 50 Hz </a:t>
            </a:r>
            <a:endParaRPr sz="700"/>
          </a:p>
          <a:p>
            <a:pPr indent="0" lvl="0" marL="0" marR="0" rtl="1" algn="just">
              <a:lnSpc>
                <a:spcPct val="121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indent="0" lvl="0" marL="0" marR="0" rtl="0" algn="just">
              <a:lnSpc>
                <a:spcPct val="121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Breaker - 33KV :- VCB, 1250A, 25KA/3S, Siemens make </a:t>
            </a:r>
            <a:endParaRPr sz="700"/>
          </a:p>
          <a:p>
            <a:pPr indent="0" lvl="0" marL="0" marR="0" rtl="0" algn="just">
              <a:lnSpc>
                <a:spcPct val="121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Breaker - 11KV :- VCB, 1250A, 40KA/3S, Siemens make </a:t>
            </a:r>
            <a:endParaRPr sz="700"/>
          </a:p>
          <a:p>
            <a:pPr indent="0" lvl="0" marL="0" marR="0" rtl="0" algn="just">
              <a:lnSpc>
                <a:spcPct val="959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Breaker - 6.6KV :- VCB &amp; MOCB, 630-3150A, 26.2/40KA, jyoti/Siemens make </a:t>
            </a:r>
            <a:endParaRPr sz="700"/>
          </a:p>
          <a:p>
            <a:pPr indent="0" lvl="0" marL="0" marR="0" rtl="0" algn="just">
              <a:lnSpc>
                <a:spcPct val="121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Breaker- 415 V:- ACB 800-2500 A, L&amp;T make. </a:t>
            </a:r>
            <a:endParaRPr sz="700"/>
          </a:p>
        </p:txBody>
      </p:sp>
      <p:sp>
        <p:nvSpPr>
          <p:cNvPr id="836" name="Google Shape;836;p29"/>
          <p:cNvSpPr txBox="1"/>
          <p:nvPr/>
        </p:nvSpPr>
        <p:spPr>
          <a:xfrm>
            <a:off x="775953" y="741606"/>
            <a:ext cx="1008599" cy="4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6.5MVA,11KV,4P,341 A, Fld Cur - 7.8A DC, Fld Vol - 84V DC, TDPS make </a:t>
            </a:r>
            <a:endParaRPr sz="700"/>
          </a:p>
        </p:txBody>
      </p:sp>
      <p:sp>
        <p:nvSpPr>
          <p:cNvPr id="837" name="Google Shape;837;p29"/>
          <p:cNvSpPr txBox="1"/>
          <p:nvPr/>
        </p:nvSpPr>
        <p:spPr>
          <a:xfrm>
            <a:off x="650981" y="1272294"/>
            <a:ext cx="138702" cy="4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 - 105 :-</a:t>
            </a:r>
            <a:endParaRPr sz="700"/>
          </a:p>
        </p:txBody>
      </p:sp>
      <p:sp>
        <p:nvSpPr>
          <p:cNvPr id="838" name="Google Shape;838;p29"/>
          <p:cNvSpPr txBox="1"/>
          <p:nvPr/>
        </p:nvSpPr>
        <p:spPr>
          <a:xfrm>
            <a:off x="650981" y="1338099"/>
            <a:ext cx="138702" cy="4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 - 106 :-</a:t>
            </a:r>
            <a:endParaRPr sz="700"/>
          </a:p>
        </p:txBody>
      </p:sp>
      <p:sp>
        <p:nvSpPr>
          <p:cNvPr id="839" name="Google Shape;839;p29"/>
          <p:cNvSpPr txBox="1"/>
          <p:nvPr/>
        </p:nvSpPr>
        <p:spPr>
          <a:xfrm>
            <a:off x="2235522" y="583321"/>
            <a:ext cx="242236" cy="4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 KV GEB I/C - 1 </a:t>
            </a:r>
            <a:endParaRPr sz="700"/>
          </a:p>
        </p:txBody>
      </p:sp>
      <p:sp>
        <p:nvSpPr>
          <p:cNvPr id="840" name="Google Shape;840;p29"/>
          <p:cNvSpPr txBox="1"/>
          <p:nvPr/>
        </p:nvSpPr>
        <p:spPr>
          <a:xfrm>
            <a:off x="2927812" y="583321"/>
            <a:ext cx="242913" cy="4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 KV GEB I/C - 2 </a:t>
            </a:r>
            <a:endParaRPr sz="700"/>
          </a:p>
        </p:txBody>
      </p:sp>
      <p:sp>
        <p:nvSpPr>
          <p:cNvPr id="841" name="Google Shape;841;p29"/>
          <p:cNvSpPr txBox="1"/>
          <p:nvPr/>
        </p:nvSpPr>
        <p:spPr>
          <a:xfrm>
            <a:off x="6738369" y="624149"/>
            <a:ext cx="242913" cy="4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 KV GEB I/C - 3 </a:t>
            </a:r>
            <a:endParaRPr sz="700"/>
          </a:p>
        </p:txBody>
      </p:sp>
      <p:sp>
        <p:nvSpPr>
          <p:cNvPr id="842" name="Google Shape;842;p29"/>
          <p:cNvSpPr txBox="1"/>
          <p:nvPr/>
        </p:nvSpPr>
        <p:spPr>
          <a:xfrm>
            <a:off x="947562" y="1749081"/>
            <a:ext cx="255055" cy="103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To BBP Plant - Feeder 1 </a:t>
            </a:r>
            <a:endParaRPr sz="700"/>
          </a:p>
        </p:txBody>
      </p:sp>
      <p:sp>
        <p:nvSpPr>
          <p:cNvPr id="843" name="Google Shape;843;p29"/>
          <p:cNvSpPr txBox="1"/>
          <p:nvPr/>
        </p:nvSpPr>
        <p:spPr>
          <a:xfrm>
            <a:off x="1252473" y="2394973"/>
            <a:ext cx="250348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Switchboards </a:t>
            </a:r>
            <a:endParaRPr sz="700"/>
          </a:p>
        </p:txBody>
      </p:sp>
      <p:sp>
        <p:nvSpPr>
          <p:cNvPr id="844" name="Google Shape;844;p29"/>
          <p:cNvSpPr txBox="1"/>
          <p:nvPr/>
        </p:nvSpPr>
        <p:spPr>
          <a:xfrm>
            <a:off x="1407436" y="1430263"/>
            <a:ext cx="220424" cy="5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33KV Bus A </a:t>
            </a:r>
            <a:endParaRPr sz="700"/>
          </a:p>
        </p:txBody>
      </p:sp>
      <p:sp>
        <p:nvSpPr>
          <p:cNvPr id="845" name="Google Shape;845;p29"/>
          <p:cNvSpPr txBox="1"/>
          <p:nvPr/>
        </p:nvSpPr>
        <p:spPr>
          <a:xfrm>
            <a:off x="1402442" y="1749081"/>
            <a:ext cx="303787" cy="103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2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To VCPVC Plant - Feeder 1 </a:t>
            </a:r>
            <a:endParaRPr sz="700"/>
          </a:p>
        </p:txBody>
      </p:sp>
      <p:sp>
        <p:nvSpPr>
          <p:cNvPr id="846" name="Google Shape;846;p29"/>
          <p:cNvSpPr txBox="1"/>
          <p:nvPr/>
        </p:nvSpPr>
        <p:spPr>
          <a:xfrm>
            <a:off x="1923118" y="1940103"/>
            <a:ext cx="350389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6.6KV, Bus 205 DS1 </a:t>
            </a:r>
            <a:endParaRPr sz="700"/>
          </a:p>
        </p:txBody>
      </p:sp>
      <p:sp>
        <p:nvSpPr>
          <p:cNvPr id="847" name="Google Shape;847;p29"/>
          <p:cNvSpPr txBox="1"/>
          <p:nvPr/>
        </p:nvSpPr>
        <p:spPr>
          <a:xfrm>
            <a:off x="2463782" y="2649903"/>
            <a:ext cx="387155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6.6KV, Bus 203A, DS2 </a:t>
            </a:r>
            <a:endParaRPr sz="700"/>
          </a:p>
        </p:txBody>
      </p:sp>
      <p:sp>
        <p:nvSpPr>
          <p:cNvPr id="848" name="Google Shape;848;p29"/>
          <p:cNvSpPr txBox="1"/>
          <p:nvPr/>
        </p:nvSpPr>
        <p:spPr>
          <a:xfrm>
            <a:off x="3245235" y="1432757"/>
            <a:ext cx="218716" cy="5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33KV Bus B </a:t>
            </a:r>
            <a:endParaRPr sz="700"/>
          </a:p>
        </p:txBody>
      </p:sp>
      <p:sp>
        <p:nvSpPr>
          <p:cNvPr id="849" name="Google Shape;849;p29"/>
          <p:cNvSpPr txBox="1"/>
          <p:nvPr/>
        </p:nvSpPr>
        <p:spPr>
          <a:xfrm>
            <a:off x="3211073" y="1988428"/>
            <a:ext cx="360646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6.6KV, Bus 204, DS1 </a:t>
            </a:r>
            <a:endParaRPr sz="700"/>
          </a:p>
        </p:txBody>
      </p:sp>
      <p:sp>
        <p:nvSpPr>
          <p:cNvPr id="850" name="Google Shape;850;p29"/>
          <p:cNvSpPr txBox="1"/>
          <p:nvPr/>
        </p:nvSpPr>
        <p:spPr>
          <a:xfrm>
            <a:off x="3578473" y="2649071"/>
            <a:ext cx="384588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6.6KV, Bus 203B, DS2 </a:t>
            </a:r>
            <a:endParaRPr sz="700"/>
          </a:p>
        </p:txBody>
      </p:sp>
      <p:sp>
        <p:nvSpPr>
          <p:cNvPr id="851" name="Google Shape;851;p29"/>
          <p:cNvSpPr txBox="1"/>
          <p:nvPr/>
        </p:nvSpPr>
        <p:spPr>
          <a:xfrm>
            <a:off x="3899218" y="1737663"/>
            <a:ext cx="119957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Spare </a:t>
            </a:r>
            <a:endParaRPr sz="700"/>
          </a:p>
        </p:txBody>
      </p:sp>
      <p:sp>
        <p:nvSpPr>
          <p:cNvPr id="852" name="Google Shape;852;p29"/>
          <p:cNvSpPr txBox="1"/>
          <p:nvPr/>
        </p:nvSpPr>
        <p:spPr>
          <a:xfrm>
            <a:off x="4124974" y="598840"/>
            <a:ext cx="102431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GT - I </a:t>
            </a:r>
            <a:endParaRPr sz="700"/>
          </a:p>
        </p:txBody>
      </p:sp>
      <p:sp>
        <p:nvSpPr>
          <p:cNvPr id="853" name="Google Shape;853;p29"/>
          <p:cNvSpPr txBox="1"/>
          <p:nvPr/>
        </p:nvSpPr>
        <p:spPr>
          <a:xfrm>
            <a:off x="4591518" y="2647410"/>
            <a:ext cx="383733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6.6KV, Bus 203C, DS2 </a:t>
            </a:r>
            <a:endParaRPr sz="700"/>
          </a:p>
        </p:txBody>
      </p:sp>
      <p:sp>
        <p:nvSpPr>
          <p:cNvPr id="854" name="Google Shape;854;p29"/>
          <p:cNvSpPr txBox="1"/>
          <p:nvPr/>
        </p:nvSpPr>
        <p:spPr>
          <a:xfrm>
            <a:off x="5023884" y="605489"/>
            <a:ext cx="103289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GT -II </a:t>
            </a:r>
            <a:endParaRPr sz="700"/>
          </a:p>
        </p:txBody>
      </p:sp>
      <p:sp>
        <p:nvSpPr>
          <p:cNvPr id="855" name="Google Shape;855;p29"/>
          <p:cNvSpPr txBox="1"/>
          <p:nvPr/>
        </p:nvSpPr>
        <p:spPr>
          <a:xfrm>
            <a:off x="5394528" y="1432757"/>
            <a:ext cx="217003" cy="5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33KV Bus C </a:t>
            </a:r>
            <a:endParaRPr sz="700"/>
          </a:p>
        </p:txBody>
      </p:sp>
      <p:sp>
        <p:nvSpPr>
          <p:cNvPr id="856" name="Google Shape;856;p29"/>
          <p:cNvSpPr txBox="1"/>
          <p:nvPr/>
        </p:nvSpPr>
        <p:spPr>
          <a:xfrm>
            <a:off x="5684527" y="1987585"/>
            <a:ext cx="343546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6.6KV, Bus 3A, DS1 </a:t>
            </a:r>
            <a:endParaRPr sz="700"/>
          </a:p>
        </p:txBody>
      </p:sp>
      <p:sp>
        <p:nvSpPr>
          <p:cNvPr id="857" name="Google Shape;857;p29"/>
          <p:cNvSpPr txBox="1"/>
          <p:nvPr/>
        </p:nvSpPr>
        <p:spPr>
          <a:xfrm>
            <a:off x="5766999" y="2649071"/>
            <a:ext cx="367488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6.6KVBus 203D, DS2 </a:t>
            </a:r>
            <a:endParaRPr sz="700"/>
          </a:p>
        </p:txBody>
      </p:sp>
      <p:sp>
        <p:nvSpPr>
          <p:cNvPr id="858" name="Google Shape;858;p29"/>
          <p:cNvSpPr txBox="1"/>
          <p:nvPr/>
        </p:nvSpPr>
        <p:spPr>
          <a:xfrm>
            <a:off x="7004150" y="3985351"/>
            <a:ext cx="128809" cy="5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Apr. By</a:t>
            </a:r>
            <a:endParaRPr sz="700"/>
          </a:p>
        </p:txBody>
      </p:sp>
      <p:sp>
        <p:nvSpPr>
          <p:cNvPr id="859" name="Google Shape;859;p29"/>
          <p:cNvSpPr txBox="1"/>
          <p:nvPr/>
        </p:nvSpPr>
        <p:spPr>
          <a:xfrm>
            <a:off x="7004150" y="4096143"/>
            <a:ext cx="131376" cy="5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Chk. By</a:t>
            </a:r>
            <a:endParaRPr sz="700"/>
          </a:p>
        </p:txBody>
      </p:sp>
      <p:sp>
        <p:nvSpPr>
          <p:cNvPr id="860" name="Google Shape;860;p29"/>
          <p:cNvSpPr txBox="1"/>
          <p:nvPr/>
        </p:nvSpPr>
        <p:spPr>
          <a:xfrm>
            <a:off x="7009138" y="4205285"/>
            <a:ext cx="147621" cy="5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Prep. By</a:t>
            </a:r>
            <a:endParaRPr sz="700"/>
          </a:p>
        </p:txBody>
      </p:sp>
      <p:sp>
        <p:nvSpPr>
          <p:cNvPr id="861" name="Google Shape;861;p29"/>
          <p:cNvSpPr txBox="1"/>
          <p:nvPr/>
        </p:nvSpPr>
        <p:spPr>
          <a:xfrm>
            <a:off x="6975897" y="1432757"/>
            <a:ext cx="221278" cy="5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33KV Bus D </a:t>
            </a:r>
            <a:endParaRPr sz="700"/>
          </a:p>
        </p:txBody>
      </p:sp>
      <p:sp>
        <p:nvSpPr>
          <p:cNvPr id="862" name="Google Shape;862;p29"/>
          <p:cNvSpPr txBox="1"/>
          <p:nvPr/>
        </p:nvSpPr>
        <p:spPr>
          <a:xfrm>
            <a:off x="6931654" y="2427470"/>
            <a:ext cx="338418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 DS2-203B-21 </a:t>
            </a:r>
            <a:endParaRPr sz="700"/>
          </a:p>
        </p:txBody>
      </p:sp>
      <p:sp>
        <p:nvSpPr>
          <p:cNvPr id="863" name="Google Shape;863;p29"/>
          <p:cNvSpPr txBox="1"/>
          <p:nvPr/>
        </p:nvSpPr>
        <p:spPr>
          <a:xfrm>
            <a:off x="7175764" y="1744092"/>
            <a:ext cx="302933" cy="104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To VCPVC Plant - Feeder 2 </a:t>
            </a:r>
            <a:endParaRPr sz="700"/>
          </a:p>
        </p:txBody>
      </p:sp>
      <p:sp>
        <p:nvSpPr>
          <p:cNvPr id="864" name="Google Shape;864;p29"/>
          <p:cNvSpPr txBox="1"/>
          <p:nvPr/>
        </p:nvSpPr>
        <p:spPr>
          <a:xfrm>
            <a:off x="7178259" y="2647410"/>
            <a:ext cx="525241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6.6KV, Critical Bus, 203E, DS2 </a:t>
            </a:r>
            <a:endParaRPr sz="700"/>
          </a:p>
        </p:txBody>
      </p:sp>
      <p:sp>
        <p:nvSpPr>
          <p:cNvPr id="865" name="Google Shape;865;p29"/>
          <p:cNvSpPr txBox="1"/>
          <p:nvPr/>
        </p:nvSpPr>
        <p:spPr>
          <a:xfrm>
            <a:off x="7603960" y="2428292"/>
            <a:ext cx="293529" cy="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 DS3-204-8 </a:t>
            </a:r>
            <a:endParaRPr sz="700"/>
          </a:p>
        </p:txBody>
      </p:sp>
      <p:sp>
        <p:nvSpPr>
          <p:cNvPr id="866" name="Google Shape;866;p29"/>
          <p:cNvSpPr txBox="1"/>
          <p:nvPr/>
        </p:nvSpPr>
        <p:spPr>
          <a:xfrm>
            <a:off x="7809736" y="1755294"/>
            <a:ext cx="255055" cy="82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To BBP Plant - Feeder 2 </a:t>
            </a:r>
            <a:endParaRPr sz="700"/>
          </a:p>
        </p:txBody>
      </p:sp>
      <p:sp>
        <p:nvSpPr>
          <p:cNvPr id="867" name="Google Shape;867;p29"/>
          <p:cNvSpPr txBox="1"/>
          <p:nvPr/>
        </p:nvSpPr>
        <p:spPr>
          <a:xfrm>
            <a:off x="2053109" y="2038453"/>
            <a:ext cx="93667" cy="3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TIE - AB </a:t>
            </a:r>
            <a:endParaRPr sz="700"/>
          </a:p>
        </p:txBody>
      </p:sp>
      <p:sp>
        <p:nvSpPr>
          <p:cNvPr id="868" name="Google Shape;868;p29"/>
          <p:cNvSpPr txBox="1"/>
          <p:nvPr/>
        </p:nvSpPr>
        <p:spPr>
          <a:xfrm>
            <a:off x="3237784" y="2685776"/>
            <a:ext cx="143898" cy="3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TIE - AB (16) </a:t>
            </a:r>
            <a:endParaRPr sz="700"/>
          </a:p>
        </p:txBody>
      </p:sp>
      <p:sp>
        <p:nvSpPr>
          <p:cNvPr id="869" name="Google Shape;869;p29"/>
          <p:cNvSpPr txBox="1"/>
          <p:nvPr/>
        </p:nvSpPr>
        <p:spPr>
          <a:xfrm>
            <a:off x="4255006" y="2691607"/>
            <a:ext cx="142237" cy="30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TIE - BC (31) </a:t>
            </a:r>
            <a:endParaRPr sz="700"/>
          </a:p>
        </p:txBody>
      </p:sp>
      <p:sp>
        <p:nvSpPr>
          <p:cNvPr id="870" name="Google Shape;870;p29"/>
          <p:cNvSpPr txBox="1"/>
          <p:nvPr/>
        </p:nvSpPr>
        <p:spPr>
          <a:xfrm>
            <a:off x="5488002" y="2669710"/>
            <a:ext cx="144715" cy="57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7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TIE - CD (47) TIE - CD (47) </a:t>
            </a:r>
            <a:endParaRPr sz="700"/>
          </a:p>
        </p:txBody>
      </p:sp>
      <p:sp>
        <p:nvSpPr>
          <p:cNvPr id="871" name="Google Shape;871;p29"/>
          <p:cNvSpPr txBox="1"/>
          <p:nvPr/>
        </p:nvSpPr>
        <p:spPr>
          <a:xfrm>
            <a:off x="775948" y="1805728"/>
            <a:ext cx="104107" cy="7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IOP </a:t>
            </a:r>
            <a:endParaRPr sz="700"/>
          </a:p>
        </p:txBody>
      </p:sp>
      <p:sp>
        <p:nvSpPr>
          <p:cNvPr id="872" name="Google Shape;872;p29"/>
          <p:cNvSpPr txBox="1"/>
          <p:nvPr/>
        </p:nvSpPr>
        <p:spPr>
          <a:xfrm>
            <a:off x="754302" y="1475839"/>
            <a:ext cx="148043" cy="7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GTPP </a:t>
            </a:r>
            <a:endParaRPr sz="700"/>
          </a:p>
        </p:txBody>
      </p:sp>
      <p:sp>
        <p:nvSpPr>
          <p:cNvPr id="873" name="Google Shape;873;p29"/>
          <p:cNvSpPr txBox="1"/>
          <p:nvPr/>
        </p:nvSpPr>
        <p:spPr>
          <a:xfrm>
            <a:off x="8094904" y="1789925"/>
            <a:ext cx="104101" cy="7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IOP </a:t>
            </a:r>
            <a:endParaRPr sz="700"/>
          </a:p>
        </p:txBody>
      </p:sp>
      <p:sp>
        <p:nvSpPr>
          <p:cNvPr id="874" name="Google Shape;874;p29"/>
          <p:cNvSpPr txBox="1"/>
          <p:nvPr/>
        </p:nvSpPr>
        <p:spPr>
          <a:xfrm>
            <a:off x="8073253" y="1458344"/>
            <a:ext cx="148038" cy="7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GTPP </a:t>
            </a:r>
            <a:endParaRPr sz="700"/>
          </a:p>
        </p:txBody>
      </p:sp>
      <p:sp>
        <p:nvSpPr>
          <p:cNvPr id="875" name="Google Shape;875;p29"/>
          <p:cNvSpPr txBox="1"/>
          <p:nvPr/>
        </p:nvSpPr>
        <p:spPr>
          <a:xfrm>
            <a:off x="3399407" y="1286926"/>
            <a:ext cx="486253" cy="56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Auxiliaries - GT1/HRSG1 </a:t>
            </a:r>
            <a:endParaRPr sz="700"/>
          </a:p>
        </p:txBody>
      </p:sp>
      <p:sp>
        <p:nvSpPr>
          <p:cNvPr id="876" name="Google Shape;876;p29"/>
          <p:cNvSpPr txBox="1"/>
          <p:nvPr/>
        </p:nvSpPr>
        <p:spPr>
          <a:xfrm>
            <a:off x="5333029" y="1287759"/>
            <a:ext cx="486253" cy="56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Auxiliaries - GT2/HRSG2 </a:t>
            </a:r>
            <a:endParaRPr sz="700"/>
          </a:p>
        </p:txBody>
      </p:sp>
      <p:sp>
        <p:nvSpPr>
          <p:cNvPr id="877" name="Google Shape;877;p29"/>
          <p:cNvSpPr txBox="1"/>
          <p:nvPr/>
        </p:nvSpPr>
        <p:spPr>
          <a:xfrm>
            <a:off x="4247560" y="2931476"/>
            <a:ext cx="29632" cy="39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 </a:t>
            </a:r>
            <a:endParaRPr sz="700"/>
          </a:p>
        </p:txBody>
      </p:sp>
      <p:sp>
        <p:nvSpPr>
          <p:cNvPr id="878" name="Google Shape;878;p29"/>
          <p:cNvSpPr txBox="1"/>
          <p:nvPr/>
        </p:nvSpPr>
        <p:spPr>
          <a:xfrm>
            <a:off x="4955699" y="3244718"/>
            <a:ext cx="86648" cy="78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9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NCP- TG-III </a:t>
            </a:r>
            <a:endParaRPr sz="700"/>
          </a:p>
        </p:txBody>
      </p:sp>
      <p:sp>
        <p:nvSpPr>
          <p:cNvPr id="879" name="Google Shape;879;p29"/>
          <p:cNvSpPr txBox="1"/>
          <p:nvPr/>
        </p:nvSpPr>
        <p:spPr>
          <a:xfrm>
            <a:off x="3963497" y="3206123"/>
            <a:ext cx="91517" cy="36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TG - II </a:t>
            </a:r>
            <a:endParaRPr sz="700"/>
          </a:p>
        </p:txBody>
      </p:sp>
      <p:sp>
        <p:nvSpPr>
          <p:cNvPr id="880" name="Google Shape;880;p29"/>
          <p:cNvSpPr txBox="1"/>
          <p:nvPr/>
        </p:nvSpPr>
        <p:spPr>
          <a:xfrm>
            <a:off x="4473374" y="3203613"/>
            <a:ext cx="76083" cy="36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TG - I </a:t>
            </a:r>
            <a:endParaRPr sz="700"/>
          </a:p>
        </p:txBody>
      </p:sp>
      <p:sp>
        <p:nvSpPr>
          <p:cNvPr id="881" name="Google Shape;881;p29"/>
          <p:cNvSpPr txBox="1"/>
          <p:nvPr/>
        </p:nvSpPr>
        <p:spPr>
          <a:xfrm>
            <a:off x="4969868" y="2800621"/>
            <a:ext cx="48779" cy="49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46 </a:t>
            </a:r>
            <a:endParaRPr sz="700"/>
          </a:p>
        </p:txBody>
      </p:sp>
      <p:sp>
        <p:nvSpPr>
          <p:cNvPr id="882" name="Google Shape;882;p29"/>
          <p:cNvSpPr txBox="1"/>
          <p:nvPr/>
        </p:nvSpPr>
        <p:spPr>
          <a:xfrm>
            <a:off x="7375835" y="3766828"/>
            <a:ext cx="1013457" cy="532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Reliance Industries Limited </a:t>
            </a:r>
            <a:endParaRPr sz="700"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VadodaraManufacturing Division</a:t>
            </a:r>
            <a:endParaRPr sz="700"/>
          </a:p>
          <a:p>
            <a:pPr indent="0" lvl="0" marL="0" marR="0" rtl="1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P.O. - PETROCHEMICALS, Dist. Vadodara - 391346 </a:t>
            </a:r>
            <a:endParaRPr sz="700"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CAPTIVE </a:t>
            </a:r>
            <a:endParaRPr sz="700"/>
          </a:p>
          <a:p>
            <a:pPr indent="0" lvl="0" marL="0" marR="0" rtl="1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POWER PLANT </a:t>
            </a:r>
            <a:endParaRPr sz="700"/>
          </a:p>
        </p:txBody>
      </p:sp>
      <p:sp>
        <p:nvSpPr>
          <p:cNvPr id="883" name="Google Shape;883;p29"/>
          <p:cNvSpPr txBox="1"/>
          <p:nvPr/>
        </p:nvSpPr>
        <p:spPr>
          <a:xfrm>
            <a:off x="7389123" y="4298029"/>
            <a:ext cx="204220" cy="66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MOC No </a:t>
            </a:r>
            <a:endParaRPr sz="700"/>
          </a:p>
        </p:txBody>
      </p:sp>
      <p:sp>
        <p:nvSpPr>
          <p:cNvPr id="884" name="Google Shape;884;p29"/>
          <p:cNvSpPr txBox="1"/>
          <p:nvPr/>
        </p:nvSpPr>
        <p:spPr>
          <a:xfrm>
            <a:off x="7389955" y="4374659"/>
            <a:ext cx="185038" cy="66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Drg. No </a:t>
            </a:r>
            <a:endParaRPr sz="700"/>
          </a:p>
        </p:txBody>
      </p:sp>
      <p:sp>
        <p:nvSpPr>
          <p:cNvPr id="885" name="Google Shape;885;p29"/>
          <p:cNvSpPr txBox="1"/>
          <p:nvPr/>
        </p:nvSpPr>
        <p:spPr>
          <a:xfrm>
            <a:off x="7589891" y="4298029"/>
            <a:ext cx="539107" cy="66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BD012012BCESCPX006</a:t>
            </a:r>
            <a:endParaRPr sz="700"/>
          </a:p>
        </p:txBody>
      </p:sp>
      <p:sp>
        <p:nvSpPr>
          <p:cNvPr id="886" name="Google Shape;886;p29"/>
          <p:cNvSpPr txBox="1"/>
          <p:nvPr/>
        </p:nvSpPr>
        <p:spPr>
          <a:xfrm>
            <a:off x="7570735" y="4374659"/>
            <a:ext cx="379615" cy="66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 CPP-ELE-SLD-01</a:t>
            </a:r>
            <a:endParaRPr sz="700"/>
          </a:p>
        </p:txBody>
      </p:sp>
      <p:sp>
        <p:nvSpPr>
          <p:cNvPr id="887" name="Google Shape;887;p29"/>
          <p:cNvSpPr txBox="1"/>
          <p:nvPr/>
        </p:nvSpPr>
        <p:spPr>
          <a:xfrm>
            <a:off x="2112186" y="4678575"/>
            <a:ext cx="513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SLD of Captive Power Plant (CPP)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" name="Google Shape;892;p30"/>
          <p:cNvGrpSpPr/>
          <p:nvPr/>
        </p:nvGrpSpPr>
        <p:grpSpPr>
          <a:xfrm>
            <a:off x="246625" y="324966"/>
            <a:ext cx="1543050" cy="1741959"/>
            <a:chOff x="0" y="-104775"/>
            <a:chExt cx="812800" cy="917575"/>
          </a:xfrm>
        </p:grpSpPr>
        <p:sp>
          <p:nvSpPr>
            <p:cNvPr id="893" name="Google Shape;893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35598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0"/>
            <p:cNvSpPr txBox="1"/>
            <p:nvPr/>
          </p:nvSpPr>
          <p:spPr>
            <a:xfrm>
              <a:off x="0" y="-104775"/>
              <a:ext cx="812800" cy="917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GTPP</a:t>
              </a:r>
              <a:endParaRPr sz="700"/>
            </a:p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(GTG-I &amp; II</a:t>
              </a:r>
              <a:endParaRPr sz="700"/>
            </a:p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 STG-III)</a:t>
              </a:r>
              <a:endParaRPr sz="700"/>
            </a:p>
          </p:txBody>
        </p:sp>
      </p:grpSp>
      <p:cxnSp>
        <p:nvCxnSpPr>
          <p:cNvPr id="895" name="Google Shape;895;p30"/>
          <p:cNvCxnSpPr/>
          <p:nvPr/>
        </p:nvCxnSpPr>
        <p:spPr>
          <a:xfrm>
            <a:off x="1789675" y="1304925"/>
            <a:ext cx="806121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896" name="Google Shape;896;p30"/>
          <p:cNvGrpSpPr/>
          <p:nvPr/>
        </p:nvGrpSpPr>
        <p:grpSpPr>
          <a:xfrm>
            <a:off x="2595796" y="324966"/>
            <a:ext cx="1543050" cy="1741959"/>
            <a:chOff x="0" y="-104775"/>
            <a:chExt cx="812800" cy="917575"/>
          </a:xfrm>
        </p:grpSpPr>
        <p:sp>
          <p:nvSpPr>
            <p:cNvPr id="897" name="Google Shape;897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97B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0"/>
            <p:cNvSpPr txBox="1"/>
            <p:nvPr/>
          </p:nvSpPr>
          <p:spPr>
            <a:xfrm>
              <a:off x="0" y="-104775"/>
              <a:ext cx="812800" cy="917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33 kV</a:t>
              </a:r>
              <a:endParaRPr sz="700"/>
            </a:p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Main Bus</a:t>
              </a:r>
              <a:endParaRPr sz="700"/>
            </a:p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(A/B/C/D)</a:t>
              </a:r>
              <a:endParaRPr sz="700"/>
            </a:p>
          </p:txBody>
        </p:sp>
      </p:grpSp>
      <p:cxnSp>
        <p:nvCxnSpPr>
          <p:cNvPr id="899" name="Google Shape;899;p30"/>
          <p:cNvCxnSpPr/>
          <p:nvPr/>
        </p:nvCxnSpPr>
        <p:spPr>
          <a:xfrm>
            <a:off x="4138846" y="1304925"/>
            <a:ext cx="806121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900" name="Google Shape;900;p30"/>
          <p:cNvGrpSpPr/>
          <p:nvPr/>
        </p:nvGrpSpPr>
        <p:grpSpPr>
          <a:xfrm>
            <a:off x="4944966" y="324966"/>
            <a:ext cx="1543050" cy="1741959"/>
            <a:chOff x="0" y="-104775"/>
            <a:chExt cx="812800" cy="917575"/>
          </a:xfrm>
        </p:grpSpPr>
        <p:sp>
          <p:nvSpPr>
            <p:cNvPr id="901" name="Google Shape;901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0"/>
            <p:cNvSpPr txBox="1"/>
            <p:nvPr/>
          </p:nvSpPr>
          <p:spPr>
            <a:xfrm>
              <a:off x="0" y="-104775"/>
              <a:ext cx="812800" cy="917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Distribution</a:t>
              </a:r>
              <a:endParaRPr sz="700"/>
            </a:p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Transformers</a:t>
              </a:r>
              <a:endParaRPr sz="700"/>
            </a:p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(33/6.6 kV)</a:t>
              </a:r>
              <a:endParaRPr sz="700"/>
            </a:p>
          </p:txBody>
        </p:sp>
      </p:grpSp>
      <p:cxnSp>
        <p:nvCxnSpPr>
          <p:cNvPr id="903" name="Google Shape;903;p30"/>
          <p:cNvCxnSpPr/>
          <p:nvPr/>
        </p:nvCxnSpPr>
        <p:spPr>
          <a:xfrm>
            <a:off x="6488016" y="1295400"/>
            <a:ext cx="806121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904" name="Google Shape;904;p30"/>
          <p:cNvGrpSpPr/>
          <p:nvPr/>
        </p:nvGrpSpPr>
        <p:grpSpPr>
          <a:xfrm>
            <a:off x="7294137" y="315441"/>
            <a:ext cx="1543050" cy="1741959"/>
            <a:chOff x="0" y="-104775"/>
            <a:chExt cx="812800" cy="917575"/>
          </a:xfrm>
        </p:grpSpPr>
        <p:sp>
          <p:nvSpPr>
            <p:cNvPr id="905" name="Google Shape;905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0"/>
            <p:cNvSpPr txBox="1"/>
            <p:nvPr/>
          </p:nvSpPr>
          <p:spPr>
            <a:xfrm>
              <a:off x="0" y="-104775"/>
              <a:ext cx="812800" cy="917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Plant</a:t>
              </a:r>
              <a:endParaRPr sz="700"/>
            </a:p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Loads</a:t>
              </a:r>
              <a:endParaRPr sz="700"/>
            </a:p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9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(6.6kV / 415V)</a:t>
              </a:r>
              <a:endParaRPr sz="700"/>
            </a:p>
          </p:txBody>
        </p:sp>
      </p:grpSp>
      <p:sp>
        <p:nvSpPr>
          <p:cNvPr id="907" name="Google Shape;907;p30"/>
          <p:cNvSpPr txBox="1"/>
          <p:nvPr/>
        </p:nvSpPr>
        <p:spPr>
          <a:xfrm>
            <a:off x="1828246" y="1164254"/>
            <a:ext cx="728979" cy="121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11 KV→UT→33 KV</a:t>
            </a:r>
            <a:endParaRPr sz="700"/>
          </a:p>
        </p:txBody>
      </p:sp>
      <p:sp>
        <p:nvSpPr>
          <p:cNvPr id="908" name="Google Shape;908;p30"/>
          <p:cNvSpPr txBox="1"/>
          <p:nvPr/>
        </p:nvSpPr>
        <p:spPr>
          <a:xfrm>
            <a:off x="1186075" y="2794850"/>
            <a:ext cx="73497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Grid Support, 3 Incomers from GETCO</a:t>
            </a:r>
            <a:endParaRPr sz="700"/>
          </a:p>
          <a:p>
            <a:pPr indent="-190500" lvl="1" marL="3810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33 KV GEB I/C - 1 → feeds 33 kV Bus A</a:t>
            </a:r>
            <a:endParaRPr sz="700"/>
          </a:p>
          <a:p>
            <a:pPr indent="-190500" lvl="1" marL="3810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33 KV GEB I/C - 2 → feeds 33 kV Bus B/C area</a:t>
            </a:r>
            <a:endParaRPr sz="700"/>
          </a:p>
          <a:p>
            <a:pPr indent="-190500" lvl="1" marL="3810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33 KV GEB I/C - 3 → feeds additional 33 kV switchboard (Bus D side)</a:t>
            </a:r>
            <a:endParaRPr sz="7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1"/>
          <p:cNvSpPr txBox="1"/>
          <p:nvPr/>
        </p:nvSpPr>
        <p:spPr>
          <a:xfrm>
            <a:off x="2650511" y="347979"/>
            <a:ext cx="3843000" cy="4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GTPP (GTG-I/II/STG-III) + GETCO 33kV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33 kV Main Bus (A/B/C/D)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Distribution Transformers (TR-101 to TR-106, TR-X01, X02)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6.6 kV Buses (203A/B/C/D, 204, 205)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LT Transformers (6.6/0.415 kV)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↓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415 V MCCs / DBs → Plant Loads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2"/>
          <p:cNvSpPr txBox="1"/>
          <p:nvPr/>
        </p:nvSpPr>
        <p:spPr>
          <a:xfrm>
            <a:off x="2562355" y="461963"/>
            <a:ext cx="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9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p32"/>
          <p:cNvSpPr/>
          <p:nvPr/>
        </p:nvSpPr>
        <p:spPr>
          <a:xfrm>
            <a:off x="68975" y="0"/>
            <a:ext cx="9144000" cy="65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p32"/>
          <p:cNvSpPr/>
          <p:nvPr/>
        </p:nvSpPr>
        <p:spPr>
          <a:xfrm>
            <a:off x="343295" y="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GTPP — Equipment Ratings &amp; Status</a:t>
            </a:r>
            <a:endParaRPr b="1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1" name="Google Shape;921;p32"/>
          <p:cNvSpPr/>
          <p:nvPr/>
        </p:nvSpPr>
        <p:spPr>
          <a:xfrm>
            <a:off x="251855" y="777240"/>
            <a:ext cx="1645800" cy="347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2" name="Google Shape;922;p32"/>
          <p:cNvSpPr/>
          <p:nvPr/>
        </p:nvSpPr>
        <p:spPr>
          <a:xfrm>
            <a:off x="251855" y="777240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Equipment</a:t>
            </a:r>
            <a:endParaRPr b="1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32"/>
          <p:cNvSpPr/>
          <p:nvPr/>
        </p:nvSpPr>
        <p:spPr>
          <a:xfrm>
            <a:off x="1897775" y="777240"/>
            <a:ext cx="3840600" cy="347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32"/>
          <p:cNvSpPr/>
          <p:nvPr/>
        </p:nvSpPr>
        <p:spPr>
          <a:xfrm>
            <a:off x="1897775" y="777240"/>
            <a:ext cx="3840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Rating</a:t>
            </a:r>
            <a:endParaRPr b="1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32"/>
          <p:cNvSpPr/>
          <p:nvPr/>
        </p:nvSpPr>
        <p:spPr>
          <a:xfrm>
            <a:off x="5738255" y="777240"/>
            <a:ext cx="1371600" cy="347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32"/>
          <p:cNvSpPr/>
          <p:nvPr/>
        </p:nvSpPr>
        <p:spPr>
          <a:xfrm>
            <a:off x="5738255" y="777240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</a:t>
            </a:r>
            <a:endParaRPr b="1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7" name="Google Shape;927;p32"/>
          <p:cNvSpPr/>
          <p:nvPr/>
        </p:nvSpPr>
        <p:spPr>
          <a:xfrm>
            <a:off x="7109855" y="777240"/>
            <a:ext cx="1737300" cy="347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32"/>
          <p:cNvSpPr/>
          <p:nvPr/>
        </p:nvSpPr>
        <p:spPr>
          <a:xfrm>
            <a:off x="7109855" y="777240"/>
            <a:ext cx="1737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</a:t>
            </a:r>
            <a:endParaRPr b="1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32"/>
          <p:cNvSpPr/>
          <p:nvPr/>
        </p:nvSpPr>
        <p:spPr>
          <a:xfrm>
            <a:off x="251855" y="1124712"/>
            <a:ext cx="16458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32"/>
          <p:cNvSpPr/>
          <p:nvPr/>
        </p:nvSpPr>
        <p:spPr>
          <a:xfrm>
            <a:off x="1897775" y="1124712"/>
            <a:ext cx="3840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32"/>
          <p:cNvSpPr/>
          <p:nvPr/>
        </p:nvSpPr>
        <p:spPr>
          <a:xfrm>
            <a:off x="5738255" y="1124712"/>
            <a:ext cx="1371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p32"/>
          <p:cNvSpPr/>
          <p:nvPr/>
        </p:nvSpPr>
        <p:spPr>
          <a:xfrm>
            <a:off x="7109855" y="1124712"/>
            <a:ext cx="17373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3" name="Google Shape;933;p32"/>
          <p:cNvSpPr/>
          <p:nvPr/>
        </p:nvSpPr>
        <p:spPr>
          <a:xfrm>
            <a:off x="7109855" y="1170432"/>
            <a:ext cx="1737300" cy="2559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32"/>
          <p:cNvSpPr/>
          <p:nvPr/>
        </p:nvSpPr>
        <p:spPr>
          <a:xfrm>
            <a:off x="297575" y="112471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GTG - 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32"/>
          <p:cNvSpPr/>
          <p:nvPr/>
        </p:nvSpPr>
        <p:spPr>
          <a:xfrm>
            <a:off x="1943495" y="112471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38.75 MVA, 11 kV, 2034 A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32"/>
          <p:cNvSpPr/>
          <p:nvPr/>
        </p:nvSpPr>
        <p:spPr>
          <a:xfrm>
            <a:off x="5783975" y="112471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7109855" y="117043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251855" y="1490472"/>
            <a:ext cx="16458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32"/>
          <p:cNvSpPr/>
          <p:nvPr/>
        </p:nvSpPr>
        <p:spPr>
          <a:xfrm>
            <a:off x="1897775" y="1490472"/>
            <a:ext cx="3840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5738255" y="1490472"/>
            <a:ext cx="1371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7109855" y="1490472"/>
            <a:ext cx="17373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7109855" y="1536192"/>
            <a:ext cx="1737300" cy="2559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3" name="Google Shape;943;p32"/>
          <p:cNvSpPr/>
          <p:nvPr/>
        </p:nvSpPr>
        <p:spPr>
          <a:xfrm>
            <a:off x="297575" y="149047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GTG - II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32"/>
          <p:cNvSpPr/>
          <p:nvPr/>
        </p:nvSpPr>
        <p:spPr>
          <a:xfrm>
            <a:off x="1943495" y="149047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38.75 MVA, 11 kV, 2034 A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5" name="Google Shape;945;p32"/>
          <p:cNvSpPr/>
          <p:nvPr/>
        </p:nvSpPr>
        <p:spPr>
          <a:xfrm>
            <a:off x="5783975" y="149047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32"/>
          <p:cNvSpPr/>
          <p:nvPr/>
        </p:nvSpPr>
        <p:spPr>
          <a:xfrm>
            <a:off x="7109855" y="153619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32"/>
          <p:cNvSpPr/>
          <p:nvPr/>
        </p:nvSpPr>
        <p:spPr>
          <a:xfrm>
            <a:off x="251855" y="1856232"/>
            <a:ext cx="16458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32"/>
          <p:cNvSpPr/>
          <p:nvPr/>
        </p:nvSpPr>
        <p:spPr>
          <a:xfrm>
            <a:off x="1897775" y="1856232"/>
            <a:ext cx="3840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9" name="Google Shape;949;p32"/>
          <p:cNvSpPr/>
          <p:nvPr/>
        </p:nvSpPr>
        <p:spPr>
          <a:xfrm>
            <a:off x="5738255" y="1856232"/>
            <a:ext cx="1371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0" name="Google Shape;950;p32"/>
          <p:cNvSpPr/>
          <p:nvPr/>
        </p:nvSpPr>
        <p:spPr>
          <a:xfrm>
            <a:off x="7109855" y="1856232"/>
            <a:ext cx="17373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1" name="Google Shape;951;p32"/>
          <p:cNvSpPr/>
          <p:nvPr/>
        </p:nvSpPr>
        <p:spPr>
          <a:xfrm>
            <a:off x="7109855" y="1901952"/>
            <a:ext cx="1737300" cy="2559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2" name="Google Shape;952;p32"/>
          <p:cNvSpPr/>
          <p:nvPr/>
        </p:nvSpPr>
        <p:spPr>
          <a:xfrm>
            <a:off x="297575" y="185623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STG - 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3" name="Google Shape;953;p32"/>
          <p:cNvSpPr/>
          <p:nvPr/>
        </p:nvSpPr>
        <p:spPr>
          <a:xfrm>
            <a:off x="1943495" y="185623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MVA, 6.6 kV, 1367 A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5783975" y="185623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BHEL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32"/>
          <p:cNvSpPr/>
          <p:nvPr/>
        </p:nvSpPr>
        <p:spPr>
          <a:xfrm>
            <a:off x="7109855" y="190195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IN SVC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32"/>
          <p:cNvSpPr/>
          <p:nvPr/>
        </p:nvSpPr>
        <p:spPr>
          <a:xfrm>
            <a:off x="251855" y="2221992"/>
            <a:ext cx="16458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7" name="Google Shape;957;p32"/>
          <p:cNvSpPr/>
          <p:nvPr/>
        </p:nvSpPr>
        <p:spPr>
          <a:xfrm>
            <a:off x="1897775" y="2221992"/>
            <a:ext cx="3840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8" name="Google Shape;958;p32"/>
          <p:cNvSpPr/>
          <p:nvPr/>
        </p:nvSpPr>
        <p:spPr>
          <a:xfrm>
            <a:off x="5738255" y="2221992"/>
            <a:ext cx="1371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9" name="Google Shape;959;p32"/>
          <p:cNvSpPr/>
          <p:nvPr/>
        </p:nvSpPr>
        <p:spPr>
          <a:xfrm>
            <a:off x="7109855" y="2221992"/>
            <a:ext cx="17373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0" name="Google Shape;960;p32"/>
          <p:cNvSpPr/>
          <p:nvPr/>
        </p:nvSpPr>
        <p:spPr>
          <a:xfrm>
            <a:off x="7109855" y="2267712"/>
            <a:ext cx="1737300" cy="2559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1" name="Google Shape;961;p32"/>
          <p:cNvSpPr/>
          <p:nvPr/>
        </p:nvSpPr>
        <p:spPr>
          <a:xfrm>
            <a:off x="297575" y="222199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STG - II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32"/>
          <p:cNvSpPr/>
          <p:nvPr/>
        </p:nvSpPr>
        <p:spPr>
          <a:xfrm>
            <a:off x="1943495" y="222199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MVA, 6.6 kV, 1367 A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3" name="Google Shape;963;p32"/>
          <p:cNvSpPr/>
          <p:nvPr/>
        </p:nvSpPr>
        <p:spPr>
          <a:xfrm>
            <a:off x="5783975" y="222199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BHEL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32"/>
          <p:cNvSpPr/>
          <p:nvPr/>
        </p:nvSpPr>
        <p:spPr>
          <a:xfrm>
            <a:off x="7109855" y="226771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IN SVC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5" name="Google Shape;965;p32"/>
          <p:cNvSpPr/>
          <p:nvPr/>
        </p:nvSpPr>
        <p:spPr>
          <a:xfrm>
            <a:off x="251855" y="2587752"/>
            <a:ext cx="16458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6" name="Google Shape;966;p32"/>
          <p:cNvSpPr/>
          <p:nvPr/>
        </p:nvSpPr>
        <p:spPr>
          <a:xfrm>
            <a:off x="1897775" y="2587752"/>
            <a:ext cx="3840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7" name="Google Shape;967;p32"/>
          <p:cNvSpPr/>
          <p:nvPr/>
        </p:nvSpPr>
        <p:spPr>
          <a:xfrm>
            <a:off x="5738255" y="2587752"/>
            <a:ext cx="1371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8" name="Google Shape;968;p32"/>
          <p:cNvSpPr/>
          <p:nvPr/>
        </p:nvSpPr>
        <p:spPr>
          <a:xfrm>
            <a:off x="7109855" y="2587752"/>
            <a:ext cx="17373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p32"/>
          <p:cNvSpPr/>
          <p:nvPr/>
        </p:nvSpPr>
        <p:spPr>
          <a:xfrm>
            <a:off x="7109855" y="2633472"/>
            <a:ext cx="1737300" cy="2559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32"/>
          <p:cNvSpPr/>
          <p:nvPr/>
        </p:nvSpPr>
        <p:spPr>
          <a:xfrm>
            <a:off x="297575" y="258775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STG - III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1" name="Google Shape;971;p32"/>
          <p:cNvSpPr/>
          <p:nvPr/>
        </p:nvSpPr>
        <p:spPr>
          <a:xfrm>
            <a:off x="1943495" y="258775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6.5 MVA, 11 kV, 341 A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2" name="Google Shape;972;p32"/>
          <p:cNvSpPr/>
          <p:nvPr/>
        </p:nvSpPr>
        <p:spPr>
          <a:xfrm>
            <a:off x="5783975" y="258775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TDPS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3" name="Google Shape;973;p32"/>
          <p:cNvSpPr/>
          <p:nvPr/>
        </p:nvSpPr>
        <p:spPr>
          <a:xfrm>
            <a:off x="7109855" y="263347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SERVICE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4" name="Google Shape;974;p32"/>
          <p:cNvSpPr/>
          <p:nvPr/>
        </p:nvSpPr>
        <p:spPr>
          <a:xfrm>
            <a:off x="251855" y="2953512"/>
            <a:ext cx="16458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5" name="Google Shape;975;p32"/>
          <p:cNvSpPr/>
          <p:nvPr/>
        </p:nvSpPr>
        <p:spPr>
          <a:xfrm>
            <a:off x="1897775" y="2953512"/>
            <a:ext cx="3840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6" name="Google Shape;976;p32"/>
          <p:cNvSpPr/>
          <p:nvPr/>
        </p:nvSpPr>
        <p:spPr>
          <a:xfrm>
            <a:off x="5738255" y="2953512"/>
            <a:ext cx="1371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7" name="Google Shape;977;p32"/>
          <p:cNvSpPr/>
          <p:nvPr/>
        </p:nvSpPr>
        <p:spPr>
          <a:xfrm>
            <a:off x="7109855" y="2953512"/>
            <a:ext cx="17373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8" name="Google Shape;978;p32"/>
          <p:cNvSpPr/>
          <p:nvPr/>
        </p:nvSpPr>
        <p:spPr>
          <a:xfrm>
            <a:off x="7109855" y="2999232"/>
            <a:ext cx="1737300" cy="255900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9" name="Google Shape;979;p32"/>
          <p:cNvSpPr/>
          <p:nvPr/>
        </p:nvSpPr>
        <p:spPr>
          <a:xfrm>
            <a:off x="297575" y="295351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 - I &amp; II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0" name="Google Shape;980;p32"/>
          <p:cNvSpPr/>
          <p:nvPr/>
        </p:nvSpPr>
        <p:spPr>
          <a:xfrm>
            <a:off x="1943495" y="295351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MVA, ONAN/ONAF, 11/33 kV, Ynd11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1" name="Google Shape;981;p32"/>
          <p:cNvSpPr/>
          <p:nvPr/>
        </p:nvSpPr>
        <p:spPr>
          <a:xfrm>
            <a:off x="5783975" y="295351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BHEL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32"/>
          <p:cNvSpPr/>
          <p:nvPr/>
        </p:nvSpPr>
        <p:spPr>
          <a:xfrm>
            <a:off x="7109855" y="299923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32"/>
          <p:cNvSpPr/>
          <p:nvPr/>
        </p:nvSpPr>
        <p:spPr>
          <a:xfrm>
            <a:off x="251855" y="3319272"/>
            <a:ext cx="16458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4" name="Google Shape;984;p32"/>
          <p:cNvSpPr/>
          <p:nvPr/>
        </p:nvSpPr>
        <p:spPr>
          <a:xfrm>
            <a:off x="1897775" y="3319272"/>
            <a:ext cx="3840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p32"/>
          <p:cNvSpPr/>
          <p:nvPr/>
        </p:nvSpPr>
        <p:spPr>
          <a:xfrm>
            <a:off x="5738255" y="3319272"/>
            <a:ext cx="1371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6" name="Google Shape;986;p32"/>
          <p:cNvSpPr/>
          <p:nvPr/>
        </p:nvSpPr>
        <p:spPr>
          <a:xfrm>
            <a:off x="7109855" y="3319272"/>
            <a:ext cx="17373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7" name="Google Shape;987;p32"/>
          <p:cNvSpPr/>
          <p:nvPr/>
        </p:nvSpPr>
        <p:spPr>
          <a:xfrm>
            <a:off x="7109855" y="3364992"/>
            <a:ext cx="1737300" cy="255900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p32"/>
          <p:cNvSpPr/>
          <p:nvPr/>
        </p:nvSpPr>
        <p:spPr>
          <a:xfrm>
            <a:off x="297575" y="331927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 - III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32"/>
          <p:cNvSpPr/>
          <p:nvPr/>
        </p:nvSpPr>
        <p:spPr>
          <a:xfrm>
            <a:off x="1943495" y="331927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 MVA, ONAN/ONAF, 11/33 kV, Ynd11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32"/>
          <p:cNvSpPr/>
          <p:nvPr/>
        </p:nvSpPr>
        <p:spPr>
          <a:xfrm>
            <a:off x="5783975" y="331927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Alstom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32"/>
          <p:cNvSpPr/>
          <p:nvPr/>
        </p:nvSpPr>
        <p:spPr>
          <a:xfrm>
            <a:off x="7109855" y="336499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32"/>
          <p:cNvSpPr/>
          <p:nvPr/>
        </p:nvSpPr>
        <p:spPr>
          <a:xfrm>
            <a:off x="251855" y="3685032"/>
            <a:ext cx="16458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32"/>
          <p:cNvSpPr/>
          <p:nvPr/>
        </p:nvSpPr>
        <p:spPr>
          <a:xfrm>
            <a:off x="1897775" y="3685032"/>
            <a:ext cx="3840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32"/>
          <p:cNvSpPr/>
          <p:nvPr/>
        </p:nvSpPr>
        <p:spPr>
          <a:xfrm>
            <a:off x="5738255" y="3685032"/>
            <a:ext cx="1371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5" name="Google Shape;995;p32"/>
          <p:cNvSpPr/>
          <p:nvPr/>
        </p:nvSpPr>
        <p:spPr>
          <a:xfrm>
            <a:off x="7109855" y="3685032"/>
            <a:ext cx="17373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6" name="Google Shape;996;p32"/>
          <p:cNvSpPr/>
          <p:nvPr/>
        </p:nvSpPr>
        <p:spPr>
          <a:xfrm>
            <a:off x="7109855" y="3730752"/>
            <a:ext cx="1737300" cy="255900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7" name="Google Shape;997;p32"/>
          <p:cNvSpPr/>
          <p:nvPr/>
        </p:nvSpPr>
        <p:spPr>
          <a:xfrm>
            <a:off x="297575" y="368503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URT - I &amp; II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8" name="Google Shape;998;p32"/>
          <p:cNvSpPr/>
          <p:nvPr/>
        </p:nvSpPr>
        <p:spPr>
          <a:xfrm>
            <a:off x="1943495" y="368503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22.5/30 MVA, 33/33 kV, DY1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32"/>
          <p:cNvSpPr/>
          <p:nvPr/>
        </p:nvSpPr>
        <p:spPr>
          <a:xfrm>
            <a:off x="5783975" y="368503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BHEL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32"/>
          <p:cNvSpPr/>
          <p:nvPr/>
        </p:nvSpPr>
        <p:spPr>
          <a:xfrm>
            <a:off x="7109855" y="373075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1" name="Google Shape;1001;p32"/>
          <p:cNvSpPr/>
          <p:nvPr/>
        </p:nvSpPr>
        <p:spPr>
          <a:xfrm>
            <a:off x="251855" y="4050792"/>
            <a:ext cx="16458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2" name="Google Shape;1002;p32"/>
          <p:cNvSpPr/>
          <p:nvPr/>
        </p:nvSpPr>
        <p:spPr>
          <a:xfrm>
            <a:off x="1897775" y="4050792"/>
            <a:ext cx="3840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3" name="Google Shape;1003;p32"/>
          <p:cNvSpPr/>
          <p:nvPr/>
        </p:nvSpPr>
        <p:spPr>
          <a:xfrm>
            <a:off x="5738255" y="4050792"/>
            <a:ext cx="1371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4" name="Google Shape;1004;p32"/>
          <p:cNvSpPr/>
          <p:nvPr/>
        </p:nvSpPr>
        <p:spPr>
          <a:xfrm>
            <a:off x="7109855" y="4050792"/>
            <a:ext cx="17373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5" name="Google Shape;1005;p32"/>
          <p:cNvSpPr/>
          <p:nvPr/>
        </p:nvSpPr>
        <p:spPr>
          <a:xfrm>
            <a:off x="7109855" y="4096512"/>
            <a:ext cx="1737300" cy="255900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6" name="Google Shape;1006;p32"/>
          <p:cNvSpPr/>
          <p:nvPr/>
        </p:nvSpPr>
        <p:spPr>
          <a:xfrm>
            <a:off x="297575" y="405079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SST &amp; UAT I/II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7" name="Google Shape;1007;p32"/>
          <p:cNvSpPr/>
          <p:nvPr/>
        </p:nvSpPr>
        <p:spPr>
          <a:xfrm>
            <a:off x="1943495" y="405079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1600 kVA, 11/0.433 kV, DY1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8" name="Google Shape;1008;p32"/>
          <p:cNvSpPr/>
          <p:nvPr/>
        </p:nvSpPr>
        <p:spPr>
          <a:xfrm>
            <a:off x="5783975" y="405079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Voltamp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9" name="Google Shape;1009;p32"/>
          <p:cNvSpPr/>
          <p:nvPr/>
        </p:nvSpPr>
        <p:spPr>
          <a:xfrm>
            <a:off x="7109855" y="409651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 Auxiliaries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0" name="Google Shape;1010;p32"/>
          <p:cNvSpPr/>
          <p:nvPr/>
        </p:nvSpPr>
        <p:spPr>
          <a:xfrm>
            <a:off x="251855" y="4416552"/>
            <a:ext cx="16458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1" name="Google Shape;1011;p32"/>
          <p:cNvSpPr/>
          <p:nvPr/>
        </p:nvSpPr>
        <p:spPr>
          <a:xfrm>
            <a:off x="1897775" y="4416552"/>
            <a:ext cx="3840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2" name="Google Shape;1012;p32"/>
          <p:cNvSpPr/>
          <p:nvPr/>
        </p:nvSpPr>
        <p:spPr>
          <a:xfrm>
            <a:off x="5738255" y="4416552"/>
            <a:ext cx="13716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32"/>
          <p:cNvSpPr/>
          <p:nvPr/>
        </p:nvSpPr>
        <p:spPr>
          <a:xfrm>
            <a:off x="7109855" y="4416552"/>
            <a:ext cx="1737300" cy="347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4" name="Google Shape;1014;p32"/>
          <p:cNvSpPr/>
          <p:nvPr/>
        </p:nvSpPr>
        <p:spPr>
          <a:xfrm>
            <a:off x="7109855" y="4462272"/>
            <a:ext cx="1737300" cy="255900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32"/>
          <p:cNvSpPr/>
          <p:nvPr/>
        </p:nvSpPr>
        <p:spPr>
          <a:xfrm>
            <a:off x="297575" y="4416552"/>
            <a:ext cx="1554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SST - III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" name="Google Shape;1016;p32"/>
          <p:cNvSpPr/>
          <p:nvPr/>
        </p:nvSpPr>
        <p:spPr>
          <a:xfrm>
            <a:off x="1943495" y="441655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1600 kVA, 6.6/0.433 kV, DY11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7" name="Google Shape;1017;p32"/>
          <p:cNvSpPr/>
          <p:nvPr/>
        </p:nvSpPr>
        <p:spPr>
          <a:xfrm>
            <a:off x="5783975" y="4416552"/>
            <a:ext cx="128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Bharat Bijlee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8" name="Google Shape;1018;p32"/>
          <p:cNvSpPr/>
          <p:nvPr/>
        </p:nvSpPr>
        <p:spPr>
          <a:xfrm>
            <a:off x="7109855" y="446227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 from 6.6kV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33"/>
          <p:cNvSpPr/>
          <p:nvPr/>
        </p:nvSpPr>
        <p:spPr>
          <a:xfrm>
            <a:off x="0" y="0"/>
            <a:ext cx="9144000" cy="6219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3"/>
          <p:cNvSpPr/>
          <p:nvPr/>
        </p:nvSpPr>
        <p:spPr>
          <a:xfrm>
            <a:off x="274320" y="0"/>
            <a:ext cx="8595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Line Diagram — VMD CPP Power Architecture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3"/>
          <p:cNvSpPr/>
          <p:nvPr/>
        </p:nvSpPr>
        <p:spPr>
          <a:xfrm>
            <a:off x="274320" y="685800"/>
            <a:ext cx="164700" cy="164700"/>
          </a:xfrm>
          <a:prstGeom prst="rect">
            <a:avLst/>
          </a:prstGeom>
          <a:solidFill>
            <a:srgbClr val="1E88E5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3"/>
          <p:cNvSpPr/>
          <p:nvPr/>
        </p:nvSpPr>
        <p:spPr>
          <a:xfrm>
            <a:off x="475488" y="667512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kV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3"/>
          <p:cNvSpPr/>
          <p:nvPr/>
        </p:nvSpPr>
        <p:spPr>
          <a:xfrm>
            <a:off x="2011680" y="685800"/>
            <a:ext cx="164700" cy="164700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3"/>
          <p:cNvSpPr/>
          <p:nvPr/>
        </p:nvSpPr>
        <p:spPr>
          <a:xfrm>
            <a:off x="2212848" y="667512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 kV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3"/>
          <p:cNvSpPr/>
          <p:nvPr/>
        </p:nvSpPr>
        <p:spPr>
          <a:xfrm>
            <a:off x="3749040" y="685800"/>
            <a:ext cx="164700" cy="164700"/>
          </a:xfrm>
          <a:prstGeom prst="rect">
            <a:avLst/>
          </a:prstGeom>
          <a:solidFill>
            <a:srgbClr val="F57F17"/>
          </a:solidFill>
          <a:ln cap="flat" cmpd="sng" w="12700">
            <a:solidFill>
              <a:srgbClr val="F57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3"/>
          <p:cNvSpPr/>
          <p:nvPr/>
        </p:nvSpPr>
        <p:spPr>
          <a:xfrm>
            <a:off x="3950208" y="667512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6.6 kV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3"/>
          <p:cNvSpPr/>
          <p:nvPr/>
        </p:nvSpPr>
        <p:spPr>
          <a:xfrm>
            <a:off x="5486400" y="685800"/>
            <a:ext cx="164700" cy="1647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3"/>
          <p:cNvSpPr/>
          <p:nvPr/>
        </p:nvSpPr>
        <p:spPr>
          <a:xfrm>
            <a:off x="5687568" y="667512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415 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3"/>
          <p:cNvSpPr/>
          <p:nvPr/>
        </p:nvSpPr>
        <p:spPr>
          <a:xfrm>
            <a:off x="7223760" y="685800"/>
            <a:ext cx="164700" cy="1647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3"/>
          <p:cNvSpPr/>
          <p:nvPr/>
        </p:nvSpPr>
        <p:spPr>
          <a:xfrm>
            <a:off x="7424928" y="667512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3"/>
          <p:cNvSpPr/>
          <p:nvPr/>
        </p:nvSpPr>
        <p:spPr>
          <a:xfrm>
            <a:off x="137160" y="1051560"/>
            <a:ext cx="1234500" cy="530400"/>
          </a:xfrm>
          <a:prstGeom prst="rect">
            <a:avLst/>
          </a:prstGeom>
          <a:solidFill>
            <a:srgbClr val="1565C0"/>
          </a:solidFill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3"/>
          <p:cNvSpPr/>
          <p:nvPr/>
        </p:nvSpPr>
        <p:spPr>
          <a:xfrm>
            <a:off x="137160" y="1051560"/>
            <a:ext cx="1234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GTG-I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20.76 MW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3"/>
          <p:cNvSpPr/>
          <p:nvPr/>
        </p:nvSpPr>
        <p:spPr>
          <a:xfrm>
            <a:off x="137160" y="1737360"/>
            <a:ext cx="1234500" cy="530400"/>
          </a:xfrm>
          <a:prstGeom prst="rect">
            <a:avLst/>
          </a:prstGeom>
          <a:solidFill>
            <a:srgbClr val="1565C0"/>
          </a:solidFill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3"/>
          <p:cNvSpPr/>
          <p:nvPr/>
        </p:nvSpPr>
        <p:spPr>
          <a:xfrm>
            <a:off x="137160" y="1737360"/>
            <a:ext cx="1234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GTG-II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20.48 MW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3"/>
          <p:cNvSpPr/>
          <p:nvPr/>
        </p:nvSpPr>
        <p:spPr>
          <a:xfrm>
            <a:off x="137160" y="2423160"/>
            <a:ext cx="1234500" cy="502800"/>
          </a:xfrm>
          <a:prstGeom prst="rect">
            <a:avLst/>
          </a:prstGeom>
          <a:solidFill>
            <a:srgbClr val="00695C"/>
          </a:solidFill>
          <a:ln cap="flat" cmpd="sng" w="254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3"/>
          <p:cNvSpPr/>
          <p:nvPr/>
        </p:nvSpPr>
        <p:spPr>
          <a:xfrm>
            <a:off x="137160" y="2423160"/>
            <a:ext cx="123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STG-III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6.5 MVA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3"/>
          <p:cNvSpPr/>
          <p:nvPr/>
        </p:nvSpPr>
        <p:spPr>
          <a:xfrm>
            <a:off x="1554480" y="1115568"/>
            <a:ext cx="914400" cy="40230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3"/>
          <p:cNvSpPr/>
          <p:nvPr/>
        </p:nvSpPr>
        <p:spPr>
          <a:xfrm>
            <a:off x="1554480" y="1115568"/>
            <a:ext cx="91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UT-I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11/33kV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3"/>
          <p:cNvSpPr/>
          <p:nvPr/>
        </p:nvSpPr>
        <p:spPr>
          <a:xfrm>
            <a:off x="1554480" y="1801368"/>
            <a:ext cx="914400" cy="40230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3"/>
          <p:cNvSpPr/>
          <p:nvPr/>
        </p:nvSpPr>
        <p:spPr>
          <a:xfrm>
            <a:off x="1554480" y="1801368"/>
            <a:ext cx="91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UT-II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11/33kV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3"/>
          <p:cNvSpPr/>
          <p:nvPr/>
        </p:nvSpPr>
        <p:spPr>
          <a:xfrm>
            <a:off x="1554480" y="2487168"/>
            <a:ext cx="914400" cy="36570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3"/>
          <p:cNvSpPr/>
          <p:nvPr/>
        </p:nvSpPr>
        <p:spPr>
          <a:xfrm>
            <a:off x="1554480" y="2487168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UT-III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7" name="Google Shape;1047;p33"/>
          <p:cNvCxnSpPr/>
          <p:nvPr/>
        </p:nvCxnSpPr>
        <p:spPr>
          <a:xfrm>
            <a:off x="1371600" y="1316736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33"/>
          <p:cNvCxnSpPr/>
          <p:nvPr/>
        </p:nvCxnSpPr>
        <p:spPr>
          <a:xfrm>
            <a:off x="1371600" y="2002536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33"/>
          <p:cNvCxnSpPr/>
          <p:nvPr/>
        </p:nvCxnSpPr>
        <p:spPr>
          <a:xfrm>
            <a:off x="1371600" y="2670048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0" name="Google Shape;1050;p33"/>
          <p:cNvSpPr/>
          <p:nvPr/>
        </p:nvSpPr>
        <p:spPr>
          <a:xfrm>
            <a:off x="2651760" y="1005840"/>
            <a:ext cx="4023300" cy="347400"/>
          </a:xfrm>
          <a:prstGeom prst="rect">
            <a:avLst/>
          </a:prstGeom>
          <a:solidFill>
            <a:srgbClr val="00838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3"/>
          <p:cNvSpPr/>
          <p:nvPr/>
        </p:nvSpPr>
        <p:spPr>
          <a:xfrm>
            <a:off x="2651760" y="1005840"/>
            <a:ext cx="4023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 kV Main Bus  A — B — C — D   (1500 MVA, 26.2 kA)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2" name="Google Shape;1052;p33"/>
          <p:cNvCxnSpPr>
            <a:stCxn id="1042" idx="3"/>
          </p:cNvCxnSpPr>
          <p:nvPr/>
        </p:nvCxnSpPr>
        <p:spPr>
          <a:xfrm>
            <a:off x="2468880" y="1316718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3" name="Google Shape;1053;p33"/>
          <p:cNvCxnSpPr/>
          <p:nvPr/>
        </p:nvCxnSpPr>
        <p:spPr>
          <a:xfrm>
            <a:off x="2651760" y="1179576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4" name="Google Shape;1054;p33"/>
          <p:cNvCxnSpPr>
            <a:stCxn id="1044" idx="3"/>
          </p:cNvCxnSpPr>
          <p:nvPr/>
        </p:nvCxnSpPr>
        <p:spPr>
          <a:xfrm>
            <a:off x="2468880" y="2002518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33"/>
          <p:cNvCxnSpPr/>
          <p:nvPr/>
        </p:nvCxnSpPr>
        <p:spPr>
          <a:xfrm>
            <a:off x="2651760" y="1179576"/>
            <a:ext cx="0" cy="822900"/>
          </a:xfrm>
          <a:prstGeom prst="straightConnector1">
            <a:avLst/>
          </a:prstGeom>
          <a:noFill/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33"/>
          <p:cNvCxnSpPr>
            <a:stCxn id="1046" idx="3"/>
          </p:cNvCxnSpPr>
          <p:nvPr/>
        </p:nvCxnSpPr>
        <p:spPr>
          <a:xfrm>
            <a:off x="2468880" y="2670018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33"/>
          <p:cNvCxnSpPr/>
          <p:nvPr/>
        </p:nvCxnSpPr>
        <p:spPr>
          <a:xfrm>
            <a:off x="2651760" y="1179576"/>
            <a:ext cx="0" cy="1490400"/>
          </a:xfrm>
          <a:prstGeom prst="straightConnector1">
            <a:avLst/>
          </a:prstGeom>
          <a:noFill/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8" name="Google Shape;1058;p33"/>
          <p:cNvSpPr/>
          <p:nvPr/>
        </p:nvSpPr>
        <p:spPr>
          <a:xfrm>
            <a:off x="6903720" y="1005840"/>
            <a:ext cx="2011800" cy="347400"/>
          </a:xfrm>
          <a:prstGeom prst="rect">
            <a:avLst/>
          </a:prstGeom>
          <a:solidFill>
            <a:srgbClr val="E65100"/>
          </a:solidFill>
          <a:ln cap="flat" cmpd="sng" w="2540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33"/>
          <p:cNvSpPr/>
          <p:nvPr/>
        </p:nvSpPr>
        <p:spPr>
          <a:xfrm>
            <a:off x="6903720" y="1005840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GETCO 33kV (I/C 1, 2, 3)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3"/>
          <p:cNvSpPr/>
          <p:nvPr/>
        </p:nvSpPr>
        <p:spPr>
          <a:xfrm>
            <a:off x="6903720" y="1353312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ABT Metered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1" name="Google Shape;1061;p33"/>
          <p:cNvCxnSpPr/>
          <p:nvPr/>
        </p:nvCxnSpPr>
        <p:spPr>
          <a:xfrm rot="10800000">
            <a:off x="6675120" y="1353312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2" name="Google Shape;1062;p33"/>
          <p:cNvSpPr/>
          <p:nvPr/>
        </p:nvSpPr>
        <p:spPr>
          <a:xfrm>
            <a:off x="2651760" y="1828800"/>
            <a:ext cx="4023300" cy="2925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3949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33"/>
          <p:cNvSpPr/>
          <p:nvPr/>
        </p:nvSpPr>
        <p:spPr>
          <a:xfrm>
            <a:off x="2651760" y="182880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TR-101  TR-102  TR-X01  TR-X02  TR-103  TR-104  TR-105  TR-106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3"/>
          <p:cNvSpPr/>
          <p:nvPr/>
        </p:nvSpPr>
        <p:spPr>
          <a:xfrm>
            <a:off x="2651760" y="2121408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33/6.6 kV  |  16–26.5 MVA each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5" name="Google Shape;1065;p33"/>
          <p:cNvCxnSpPr/>
          <p:nvPr/>
        </p:nvCxnSpPr>
        <p:spPr>
          <a:xfrm>
            <a:off x="4663440" y="1353312"/>
            <a:ext cx="0" cy="475500"/>
          </a:xfrm>
          <a:prstGeom prst="straightConnector1">
            <a:avLst/>
          </a:prstGeom>
          <a:noFill/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6" name="Google Shape;1066;p33"/>
          <p:cNvSpPr/>
          <p:nvPr/>
        </p:nvSpPr>
        <p:spPr>
          <a:xfrm>
            <a:off x="2651760" y="2468880"/>
            <a:ext cx="4023300" cy="320100"/>
          </a:xfrm>
          <a:prstGeom prst="rect">
            <a:avLst/>
          </a:prstGeom>
          <a:solidFill>
            <a:srgbClr val="E65100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3"/>
          <p:cNvSpPr/>
          <p:nvPr/>
        </p:nvSpPr>
        <p:spPr>
          <a:xfrm>
            <a:off x="2651760" y="2468880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6.6 kV Buses  203A / 203B / 203C / 203D / 204 / 205   (455 MVA, 40 kA)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8" name="Google Shape;1068;p33"/>
          <p:cNvCxnSpPr/>
          <p:nvPr/>
        </p:nvCxnSpPr>
        <p:spPr>
          <a:xfrm>
            <a:off x="4663440" y="2322576"/>
            <a:ext cx="0" cy="1464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9" name="Google Shape;1069;p33"/>
          <p:cNvSpPr/>
          <p:nvPr/>
        </p:nvSpPr>
        <p:spPr>
          <a:xfrm>
            <a:off x="2651760" y="3017520"/>
            <a:ext cx="4023300" cy="2925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3"/>
          <p:cNvSpPr/>
          <p:nvPr/>
        </p:nvSpPr>
        <p:spPr>
          <a:xfrm>
            <a:off x="2651760" y="3017520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 Transformers  6.6/0.415 kV  |  1.6 MVA each  (TR-111, 112, 131–134, 129)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1" name="Google Shape;1071;p33"/>
          <p:cNvCxnSpPr/>
          <p:nvPr/>
        </p:nvCxnSpPr>
        <p:spPr>
          <a:xfrm>
            <a:off x="4663440" y="278892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2" name="Google Shape;1072;p33"/>
          <p:cNvSpPr/>
          <p:nvPr/>
        </p:nvSpPr>
        <p:spPr>
          <a:xfrm>
            <a:off x="2651760" y="3456432"/>
            <a:ext cx="4023300" cy="29250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33"/>
          <p:cNvSpPr/>
          <p:nvPr/>
        </p:nvSpPr>
        <p:spPr>
          <a:xfrm>
            <a:off x="2651760" y="3456432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415 V Distribution  |  MCCs / DBs  |  Plant Loads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4" name="Google Shape;1074;p33"/>
          <p:cNvCxnSpPr/>
          <p:nvPr/>
        </p:nvCxnSpPr>
        <p:spPr>
          <a:xfrm>
            <a:off x="4663440" y="3310128"/>
            <a:ext cx="0" cy="146400"/>
          </a:xfrm>
          <a:prstGeom prst="straightConnector1">
            <a:avLst/>
          </a:prstGeom>
          <a:noFill/>
          <a:ln cap="flat" cmpd="sng" w="1905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5" name="Google Shape;1075;p33"/>
          <p:cNvSpPr/>
          <p:nvPr/>
        </p:nvSpPr>
        <p:spPr>
          <a:xfrm>
            <a:off x="6903720" y="2468880"/>
            <a:ext cx="2011800" cy="320100"/>
          </a:xfrm>
          <a:prstGeom prst="rect">
            <a:avLst/>
          </a:prstGeom>
          <a:solidFill>
            <a:srgbClr val="4527A0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3"/>
          <p:cNvSpPr/>
          <p:nvPr/>
        </p:nvSpPr>
        <p:spPr>
          <a:xfrm>
            <a:off x="6903720" y="246888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SST-III  6.6/0.415kV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(Bharat Bijlee)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3"/>
          <p:cNvSpPr/>
          <p:nvPr/>
        </p:nvSpPr>
        <p:spPr>
          <a:xfrm>
            <a:off x="6903720" y="3017520"/>
            <a:ext cx="2011800" cy="292500"/>
          </a:xfrm>
          <a:prstGeom prst="rect">
            <a:avLst/>
          </a:prstGeom>
          <a:solidFill>
            <a:srgbClr val="37474F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3"/>
          <p:cNvSpPr/>
          <p:nvPr/>
        </p:nvSpPr>
        <p:spPr>
          <a:xfrm>
            <a:off x="6903720" y="3017520"/>
            <a:ext cx="201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SST/UAT I&amp;II  11/0.415kV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GT Auxiliaries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3"/>
          <p:cNvSpPr/>
          <p:nvPr/>
        </p:nvSpPr>
        <p:spPr>
          <a:xfrm>
            <a:off x="2651760" y="3931920"/>
            <a:ext cx="4023300" cy="502800"/>
          </a:xfrm>
          <a:prstGeom prst="rect">
            <a:avLst/>
          </a:prstGeom>
          <a:solidFill>
            <a:srgbClr val="263238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3"/>
          <p:cNvSpPr/>
          <p:nvPr/>
        </p:nvSpPr>
        <p:spPr>
          <a:xfrm>
            <a:off x="2651760" y="3931920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CBC4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0CBC4"/>
                </a:solidFill>
                <a:latin typeface="Calibri"/>
                <a:ea typeface="Calibri"/>
                <a:cs typeface="Calibri"/>
                <a:sym typeface="Calibri"/>
              </a:rPr>
              <a:t>IOP Substations  —  PS1   |   PS2   |   PS3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3"/>
          <p:cNvSpPr/>
          <p:nvPr/>
        </p:nvSpPr>
        <p:spPr>
          <a:xfrm>
            <a:off x="2651760" y="4224528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Integrated Offsite Plant  |  Fed from 6.6 kV / 415 V network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2" name="Google Shape;1082;p33"/>
          <p:cNvCxnSpPr/>
          <p:nvPr/>
        </p:nvCxnSpPr>
        <p:spPr>
          <a:xfrm>
            <a:off x="4663440" y="3749040"/>
            <a:ext cx="0" cy="183000"/>
          </a:xfrm>
          <a:prstGeom prst="straightConnector1">
            <a:avLst/>
          </a:prstGeom>
          <a:noFill/>
          <a:ln cap="flat" cmpd="sng" w="1905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33"/>
          <p:cNvSpPr txBox="1"/>
          <p:nvPr/>
        </p:nvSpPr>
        <p:spPr>
          <a:xfrm>
            <a:off x="7391200" y="4522975"/>
            <a:ext cx="177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34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34"/>
          <p:cNvSpPr/>
          <p:nvPr/>
        </p:nvSpPr>
        <p:spPr>
          <a:xfrm>
            <a:off x="274320" y="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Flow — Normal Operating Condition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4"/>
          <p:cNvSpPr/>
          <p:nvPr/>
        </p:nvSpPr>
        <p:spPr>
          <a:xfrm>
            <a:off x="274320" y="822960"/>
            <a:ext cx="2743200" cy="10059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34"/>
          <p:cNvSpPr/>
          <p:nvPr/>
        </p:nvSpPr>
        <p:spPr>
          <a:xfrm>
            <a:off x="274320" y="822960"/>
            <a:ext cx="2743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GTG-I  →  20.76 MW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GTG-II →  20.48 MW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STG-III →  ~5 MW (est.)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Captive: ~46 MW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4"/>
          <p:cNvSpPr/>
          <p:nvPr/>
        </p:nvSpPr>
        <p:spPr>
          <a:xfrm>
            <a:off x="6126480" y="822960"/>
            <a:ext cx="2743200" cy="10059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4"/>
          <p:cNvSpPr/>
          <p:nvPr/>
        </p:nvSpPr>
        <p:spPr>
          <a:xfrm>
            <a:off x="6126480" y="822960"/>
            <a:ext cx="2743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GETCO Grid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33 kV Incomers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Import: ~4–9 MW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(peak balance)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4"/>
          <p:cNvSpPr/>
          <p:nvPr/>
        </p:nvSpPr>
        <p:spPr>
          <a:xfrm>
            <a:off x="2377440" y="2057400"/>
            <a:ext cx="4389000" cy="731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4"/>
          <p:cNvSpPr/>
          <p:nvPr/>
        </p:nvSpPr>
        <p:spPr>
          <a:xfrm>
            <a:off x="2377440" y="2057400"/>
            <a:ext cx="4389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 kV Main Bus (A/B/C/D)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supply: ~50 MW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 fault level: 26.2 kA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4"/>
          <p:cNvSpPr/>
          <p:nvPr/>
        </p:nvSpPr>
        <p:spPr>
          <a:xfrm>
            <a:off x="2377440" y="2971800"/>
            <a:ext cx="4389000" cy="658500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34"/>
          <p:cNvSpPr/>
          <p:nvPr/>
        </p:nvSpPr>
        <p:spPr>
          <a:xfrm>
            <a:off x="2377440" y="2971800"/>
            <a:ext cx="4389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 Transformers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 kV → 6.6 kV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TR-101 to TR-106, X01, X02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4"/>
          <p:cNvSpPr/>
          <p:nvPr/>
        </p:nvSpPr>
        <p:spPr>
          <a:xfrm>
            <a:off x="2377440" y="3794760"/>
            <a:ext cx="4389000" cy="6858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4"/>
          <p:cNvSpPr/>
          <p:nvPr/>
        </p:nvSpPr>
        <p:spPr>
          <a:xfrm>
            <a:off x="2377440" y="3794760"/>
            <a:ext cx="43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6.6 kV Buses  |  Plant Process Loads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LDPE, PPCP,, FPU, VCPVC, BBP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Pumps, Pumps, Air Compressors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0" name="Google Shape;1100;p34"/>
          <p:cNvCxnSpPr/>
          <p:nvPr/>
        </p:nvCxnSpPr>
        <p:spPr>
          <a:xfrm>
            <a:off x="1645920" y="1828800"/>
            <a:ext cx="1097400" cy="228600"/>
          </a:xfrm>
          <a:prstGeom prst="straightConnector1">
            <a:avLst/>
          </a:prstGeom>
          <a:noFill/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1" name="Google Shape;1101;p34"/>
          <p:cNvCxnSpPr/>
          <p:nvPr/>
        </p:nvCxnSpPr>
        <p:spPr>
          <a:xfrm flipH="1">
            <a:off x="6400680" y="1828800"/>
            <a:ext cx="1097400" cy="228600"/>
          </a:xfrm>
          <a:prstGeom prst="straightConnector1">
            <a:avLst/>
          </a:prstGeom>
          <a:noFill/>
          <a:ln cap="flat" cmpd="sng" w="254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2" name="Google Shape;1102;p34"/>
          <p:cNvCxnSpPr/>
          <p:nvPr/>
        </p:nvCxnSpPr>
        <p:spPr>
          <a:xfrm>
            <a:off x="4572000" y="2788920"/>
            <a:ext cx="0" cy="183000"/>
          </a:xfrm>
          <a:prstGeom prst="straightConnector1">
            <a:avLst/>
          </a:prstGeom>
          <a:noFill/>
          <a:ln cap="flat" cmpd="sng" w="254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3" name="Google Shape;1103;p34"/>
          <p:cNvCxnSpPr/>
          <p:nvPr/>
        </p:nvCxnSpPr>
        <p:spPr>
          <a:xfrm>
            <a:off x="4572000" y="3630168"/>
            <a:ext cx="0" cy="164700"/>
          </a:xfrm>
          <a:prstGeom prst="straightConnector1">
            <a:avLst/>
          </a:prstGeom>
          <a:noFill/>
          <a:ln cap="flat" cmpd="sng" w="254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4" name="Google Shape;1104;p34"/>
          <p:cNvSpPr/>
          <p:nvPr/>
        </p:nvSpPr>
        <p:spPr>
          <a:xfrm>
            <a:off x="274320" y="2194560"/>
            <a:ext cx="192030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4"/>
          <p:cNvSpPr/>
          <p:nvPr/>
        </p:nvSpPr>
        <p:spPr>
          <a:xfrm>
            <a:off x="274320" y="219456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Power Balance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4"/>
          <p:cNvSpPr/>
          <p:nvPr/>
        </p:nvSpPr>
        <p:spPr>
          <a:xfrm>
            <a:off x="320040" y="2542032"/>
            <a:ext cx="100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Installed Cap.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4"/>
          <p:cNvSpPr/>
          <p:nvPr/>
        </p:nvSpPr>
        <p:spPr>
          <a:xfrm>
            <a:off x="1325880" y="2542032"/>
            <a:ext cx="80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65 MW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4"/>
          <p:cNvSpPr/>
          <p:nvPr/>
        </p:nvSpPr>
        <p:spPr>
          <a:xfrm>
            <a:off x="320040" y="2807208"/>
            <a:ext cx="100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Peak Load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4"/>
          <p:cNvSpPr/>
          <p:nvPr/>
        </p:nvSpPr>
        <p:spPr>
          <a:xfrm>
            <a:off x="1325880" y="2807208"/>
            <a:ext cx="80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50 MW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4"/>
          <p:cNvSpPr/>
          <p:nvPr/>
        </p:nvSpPr>
        <p:spPr>
          <a:xfrm>
            <a:off x="320040" y="3072384"/>
            <a:ext cx="100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GTG-I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4"/>
          <p:cNvSpPr/>
          <p:nvPr/>
        </p:nvSpPr>
        <p:spPr>
          <a:xfrm>
            <a:off x="1325880" y="3072384"/>
            <a:ext cx="80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20.76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4"/>
          <p:cNvSpPr/>
          <p:nvPr/>
        </p:nvSpPr>
        <p:spPr>
          <a:xfrm>
            <a:off x="320040" y="3337560"/>
            <a:ext cx="100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GTG-II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4"/>
          <p:cNvSpPr/>
          <p:nvPr/>
        </p:nvSpPr>
        <p:spPr>
          <a:xfrm>
            <a:off x="1325880" y="3337560"/>
            <a:ext cx="80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20.48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34"/>
          <p:cNvSpPr/>
          <p:nvPr/>
        </p:nvSpPr>
        <p:spPr>
          <a:xfrm>
            <a:off x="320040" y="3602736"/>
            <a:ext cx="100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STG-III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4"/>
          <p:cNvSpPr/>
          <p:nvPr/>
        </p:nvSpPr>
        <p:spPr>
          <a:xfrm>
            <a:off x="1325880" y="3602736"/>
            <a:ext cx="80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~5 MW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4"/>
          <p:cNvSpPr/>
          <p:nvPr/>
        </p:nvSpPr>
        <p:spPr>
          <a:xfrm>
            <a:off x="320040" y="3867912"/>
            <a:ext cx="100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Grid Import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4"/>
          <p:cNvSpPr/>
          <p:nvPr/>
        </p:nvSpPr>
        <p:spPr>
          <a:xfrm>
            <a:off x="1325880" y="3867912"/>
            <a:ext cx="80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~4–9 MW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4"/>
          <p:cNvSpPr/>
          <p:nvPr/>
        </p:nvSpPr>
        <p:spPr>
          <a:xfrm>
            <a:off x="320040" y="4133088"/>
            <a:ext cx="100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Headroom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4"/>
          <p:cNvSpPr/>
          <p:nvPr/>
        </p:nvSpPr>
        <p:spPr>
          <a:xfrm>
            <a:off x="1325880" y="4133088"/>
            <a:ext cx="80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~15 MW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5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5" name="Google Shape;1125;p35"/>
          <p:cNvSpPr/>
          <p:nvPr/>
        </p:nvSpPr>
        <p:spPr>
          <a:xfrm>
            <a:off x="274320" y="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Network — 6.6 kV &amp; 415 V</a:t>
            </a:r>
            <a:endParaRPr b="1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6" name="Google Shape;1126;p35"/>
          <p:cNvSpPr/>
          <p:nvPr/>
        </p:nvSpPr>
        <p:spPr>
          <a:xfrm>
            <a:off x="182880" y="777240"/>
            <a:ext cx="4114800" cy="274200"/>
          </a:xfrm>
          <a:prstGeom prst="rect">
            <a:avLst/>
          </a:prstGeom>
          <a:solidFill>
            <a:srgbClr val="00838F"/>
          </a:solidFill>
          <a:ln cap="flat" cmpd="sng" w="1270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7" name="Google Shape;1127;p35"/>
          <p:cNvSpPr/>
          <p:nvPr/>
        </p:nvSpPr>
        <p:spPr>
          <a:xfrm>
            <a:off x="182880" y="77724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6.6 kV Bus Network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8" name="Google Shape;1128;p35"/>
          <p:cNvSpPr/>
          <p:nvPr/>
        </p:nvSpPr>
        <p:spPr>
          <a:xfrm>
            <a:off x="182880" y="1115568"/>
            <a:ext cx="41148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9" name="Google Shape;1129;p35"/>
          <p:cNvSpPr/>
          <p:nvPr/>
        </p:nvSpPr>
        <p:spPr>
          <a:xfrm>
            <a:off x="182880" y="1115568"/>
            <a:ext cx="63900" cy="420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0" name="Google Shape;1130;p35"/>
          <p:cNvSpPr/>
          <p:nvPr/>
        </p:nvSpPr>
        <p:spPr>
          <a:xfrm>
            <a:off x="320040" y="1115568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 203A  (DS2)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1" name="Google Shape;1131;p35"/>
          <p:cNvSpPr/>
          <p:nvPr/>
        </p:nvSpPr>
        <p:spPr>
          <a:xfrm>
            <a:off x="1783080" y="1115568"/>
            <a:ext cx="246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TR-X01 → LDPE-2, PAD-1, PPCP-2, FPU-1</a:t>
            </a:r>
            <a:endParaRPr b="1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2" name="Google Shape;1132;p35"/>
          <p:cNvSpPr/>
          <p:nvPr/>
        </p:nvSpPr>
        <p:spPr>
          <a:xfrm>
            <a:off x="182880" y="1591056"/>
            <a:ext cx="41148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3" name="Google Shape;1133;p35"/>
          <p:cNvSpPr/>
          <p:nvPr/>
        </p:nvSpPr>
        <p:spPr>
          <a:xfrm>
            <a:off x="182880" y="1591056"/>
            <a:ext cx="63900" cy="420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4" name="Google Shape;1134;p35"/>
          <p:cNvSpPr/>
          <p:nvPr/>
        </p:nvSpPr>
        <p:spPr>
          <a:xfrm>
            <a:off x="320040" y="1591056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 203B  (DS2)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5" name="Google Shape;1135;p35"/>
          <p:cNvSpPr/>
          <p:nvPr/>
        </p:nvSpPr>
        <p:spPr>
          <a:xfrm>
            <a:off x="1783080" y="1591056"/>
            <a:ext cx="246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TR-102 → LDPE-1, GAP-4, N2O2/EG-2, PAD-2</a:t>
            </a:r>
            <a:endParaRPr b="1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6" name="Google Shape;1136;p35"/>
          <p:cNvSpPr/>
          <p:nvPr/>
        </p:nvSpPr>
        <p:spPr>
          <a:xfrm>
            <a:off x="182880" y="2066544"/>
            <a:ext cx="41148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7" name="Google Shape;1137;p35"/>
          <p:cNvSpPr/>
          <p:nvPr/>
        </p:nvSpPr>
        <p:spPr>
          <a:xfrm>
            <a:off x="182880" y="2066544"/>
            <a:ext cx="63900" cy="420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8" name="Google Shape;1138;p35"/>
          <p:cNvSpPr/>
          <p:nvPr/>
        </p:nvSpPr>
        <p:spPr>
          <a:xfrm>
            <a:off x="320040" y="2066544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 203C  (DS2)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9" name="Google Shape;1139;p35"/>
          <p:cNvSpPr/>
          <p:nvPr/>
        </p:nvSpPr>
        <p:spPr>
          <a:xfrm>
            <a:off x="1783080" y="2066544"/>
            <a:ext cx="246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TR-104 → AIR COMP, CWR P/P, FD FAN, PBR</a:t>
            </a:r>
            <a:endParaRPr b="1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35"/>
          <p:cNvSpPr/>
          <p:nvPr/>
        </p:nvSpPr>
        <p:spPr>
          <a:xfrm>
            <a:off x="182880" y="2542032"/>
            <a:ext cx="41148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1" name="Google Shape;1141;p35"/>
          <p:cNvSpPr/>
          <p:nvPr/>
        </p:nvSpPr>
        <p:spPr>
          <a:xfrm>
            <a:off x="182880" y="2542032"/>
            <a:ext cx="63900" cy="420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2" name="Google Shape;1142;p35"/>
          <p:cNvSpPr/>
          <p:nvPr/>
        </p:nvSpPr>
        <p:spPr>
          <a:xfrm>
            <a:off x="320040" y="2542032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 203D  (DS2)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35"/>
          <p:cNvSpPr/>
          <p:nvPr/>
        </p:nvSpPr>
        <p:spPr>
          <a:xfrm>
            <a:off x="1783080" y="2542032"/>
            <a:ext cx="246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TR-103 → LT TR-133/134, BFW P/P, ACF COMP</a:t>
            </a:r>
            <a:endParaRPr b="1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4" name="Google Shape;1144;p35"/>
          <p:cNvSpPr/>
          <p:nvPr/>
        </p:nvSpPr>
        <p:spPr>
          <a:xfrm>
            <a:off x="182880" y="3017520"/>
            <a:ext cx="41148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5" name="Google Shape;1145;p35"/>
          <p:cNvSpPr/>
          <p:nvPr/>
        </p:nvSpPr>
        <p:spPr>
          <a:xfrm>
            <a:off x="182880" y="3017520"/>
            <a:ext cx="63900" cy="420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6" name="Google Shape;1146;p35"/>
          <p:cNvSpPr/>
          <p:nvPr/>
        </p:nvSpPr>
        <p:spPr>
          <a:xfrm>
            <a:off x="320040" y="3017520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 204   (DS1)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7" name="Google Shape;1147;p35"/>
          <p:cNvSpPr/>
          <p:nvPr/>
        </p:nvSpPr>
        <p:spPr>
          <a:xfrm>
            <a:off x="1783080" y="3017520"/>
            <a:ext cx="246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TR-X02 → BFW P/P, PTD LH TR, AIR COMP</a:t>
            </a:r>
            <a:endParaRPr b="1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8" name="Google Shape;1148;p35"/>
          <p:cNvSpPr/>
          <p:nvPr/>
        </p:nvSpPr>
        <p:spPr>
          <a:xfrm>
            <a:off x="182880" y="3493008"/>
            <a:ext cx="41148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9" name="Google Shape;1149;p35"/>
          <p:cNvSpPr/>
          <p:nvPr/>
        </p:nvSpPr>
        <p:spPr>
          <a:xfrm>
            <a:off x="182880" y="3493008"/>
            <a:ext cx="63900" cy="420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0" name="Google Shape;1150;p35"/>
          <p:cNvSpPr/>
          <p:nvPr/>
        </p:nvSpPr>
        <p:spPr>
          <a:xfrm>
            <a:off x="320040" y="3493008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 205   (DS1)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1" name="Google Shape;1151;p35"/>
          <p:cNvSpPr/>
          <p:nvPr/>
        </p:nvSpPr>
        <p:spPr>
          <a:xfrm>
            <a:off x="1783080" y="3493008"/>
            <a:ext cx="246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TR-101 → LDPE-2, PPCP-1, GAP-3, PAD-1</a:t>
            </a:r>
            <a:endParaRPr b="1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35"/>
          <p:cNvSpPr/>
          <p:nvPr/>
        </p:nvSpPr>
        <p:spPr>
          <a:xfrm>
            <a:off x="182880" y="3968496"/>
            <a:ext cx="4114800" cy="4206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3" name="Google Shape;1153;p35"/>
          <p:cNvSpPr/>
          <p:nvPr/>
        </p:nvSpPr>
        <p:spPr>
          <a:xfrm>
            <a:off x="182880" y="3968496"/>
            <a:ext cx="63900" cy="420600"/>
          </a:xfrm>
          <a:prstGeom prst="rect">
            <a:avLst/>
          </a:prstGeom>
          <a:solidFill>
            <a:srgbClr val="EF5350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4" name="Google Shape;1154;p35"/>
          <p:cNvSpPr/>
          <p:nvPr/>
        </p:nvSpPr>
        <p:spPr>
          <a:xfrm>
            <a:off x="320040" y="3968496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Bus 203E</a:t>
            </a:r>
            <a:endParaRPr b="1" i="0" sz="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5" name="Google Shape;1155;p35"/>
          <p:cNvSpPr/>
          <p:nvPr/>
        </p:nvSpPr>
        <p:spPr>
          <a:xfrm>
            <a:off x="1783080" y="3968496"/>
            <a:ext cx="246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DD2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CD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 from 203B + 204 | EMG Transformers</a:t>
            </a:r>
            <a:endParaRPr b="1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6" name="Google Shape;1156;p35"/>
          <p:cNvSpPr/>
          <p:nvPr/>
        </p:nvSpPr>
        <p:spPr>
          <a:xfrm>
            <a:off x="4572000" y="777240"/>
            <a:ext cx="4389000" cy="274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7" name="Google Shape;1157;p35"/>
          <p:cNvSpPr/>
          <p:nvPr/>
        </p:nvSpPr>
        <p:spPr>
          <a:xfrm>
            <a:off x="4572000" y="777240"/>
            <a:ext cx="43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Transformer Ratings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8" name="Google Shape;1158;p35"/>
          <p:cNvSpPr/>
          <p:nvPr/>
        </p:nvSpPr>
        <p:spPr>
          <a:xfrm>
            <a:off x="4617720" y="1115568"/>
            <a:ext cx="1143000" cy="274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9" name="Google Shape;1159;p35"/>
          <p:cNvSpPr/>
          <p:nvPr/>
        </p:nvSpPr>
        <p:spPr>
          <a:xfrm>
            <a:off x="4617720" y="1115568"/>
            <a:ext cx="114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0" name="Google Shape;1160;p35"/>
          <p:cNvSpPr/>
          <p:nvPr/>
        </p:nvSpPr>
        <p:spPr>
          <a:xfrm>
            <a:off x="5760720" y="1115568"/>
            <a:ext cx="1188600" cy="274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1" name="Google Shape;1161;p35"/>
          <p:cNvSpPr/>
          <p:nvPr/>
        </p:nvSpPr>
        <p:spPr>
          <a:xfrm>
            <a:off x="5760720" y="1115568"/>
            <a:ext cx="118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Rating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2" name="Google Shape;1162;p35"/>
          <p:cNvSpPr/>
          <p:nvPr/>
        </p:nvSpPr>
        <p:spPr>
          <a:xfrm>
            <a:off x="6949440" y="1115568"/>
            <a:ext cx="1097400" cy="274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3" name="Google Shape;1163;p35"/>
          <p:cNvSpPr/>
          <p:nvPr/>
        </p:nvSpPr>
        <p:spPr>
          <a:xfrm>
            <a:off x="6949440" y="1115568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4" name="Google Shape;1164;p35"/>
          <p:cNvSpPr/>
          <p:nvPr/>
        </p:nvSpPr>
        <p:spPr>
          <a:xfrm>
            <a:off x="8046720" y="1115568"/>
            <a:ext cx="914400" cy="274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5" name="Google Shape;1165;p35"/>
          <p:cNvSpPr/>
          <p:nvPr/>
        </p:nvSpPr>
        <p:spPr>
          <a:xfrm>
            <a:off x="8046720" y="1115568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</a:t>
            </a:r>
            <a:endParaRPr b="1"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6" name="Google Shape;1166;p35"/>
          <p:cNvSpPr/>
          <p:nvPr/>
        </p:nvSpPr>
        <p:spPr>
          <a:xfrm>
            <a:off x="4617720" y="1389888"/>
            <a:ext cx="11430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7" name="Google Shape;1167;p35"/>
          <p:cNvSpPr/>
          <p:nvPr/>
        </p:nvSpPr>
        <p:spPr>
          <a:xfrm>
            <a:off x="4654296" y="1389888"/>
            <a:ext cx="106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TR-101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8" name="Google Shape;1168;p35"/>
          <p:cNvSpPr/>
          <p:nvPr/>
        </p:nvSpPr>
        <p:spPr>
          <a:xfrm>
            <a:off x="5760720" y="1389888"/>
            <a:ext cx="11886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9" name="Google Shape;1169;p35"/>
          <p:cNvSpPr/>
          <p:nvPr/>
        </p:nvSpPr>
        <p:spPr>
          <a:xfrm>
            <a:off x="5797296" y="1389888"/>
            <a:ext cx="111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20/26.5 MVA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0" name="Google Shape;1170;p35"/>
          <p:cNvSpPr/>
          <p:nvPr/>
        </p:nvSpPr>
        <p:spPr>
          <a:xfrm>
            <a:off x="6949440" y="1389888"/>
            <a:ext cx="1097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1" name="Google Shape;1171;p35"/>
          <p:cNvSpPr/>
          <p:nvPr/>
        </p:nvSpPr>
        <p:spPr>
          <a:xfrm>
            <a:off x="6986016" y="1389888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33/6.9 kV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2" name="Google Shape;1172;p35"/>
          <p:cNvSpPr/>
          <p:nvPr/>
        </p:nvSpPr>
        <p:spPr>
          <a:xfrm>
            <a:off x="8046720" y="1389888"/>
            <a:ext cx="91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3" name="Google Shape;1173;p35"/>
          <p:cNvSpPr/>
          <p:nvPr/>
        </p:nvSpPr>
        <p:spPr>
          <a:xfrm>
            <a:off x="8083296" y="1389888"/>
            <a:ext cx="84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BHEL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4" name="Google Shape;1174;p35"/>
          <p:cNvSpPr/>
          <p:nvPr/>
        </p:nvSpPr>
        <p:spPr>
          <a:xfrm>
            <a:off x="4617720" y="1737360"/>
            <a:ext cx="11430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5" name="Google Shape;1175;p35"/>
          <p:cNvSpPr/>
          <p:nvPr/>
        </p:nvSpPr>
        <p:spPr>
          <a:xfrm>
            <a:off x="4654296" y="1737360"/>
            <a:ext cx="106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TR-102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6" name="Google Shape;1176;p35"/>
          <p:cNvSpPr/>
          <p:nvPr/>
        </p:nvSpPr>
        <p:spPr>
          <a:xfrm>
            <a:off x="5760720" y="1737360"/>
            <a:ext cx="11886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7" name="Google Shape;1177;p35"/>
          <p:cNvSpPr/>
          <p:nvPr/>
        </p:nvSpPr>
        <p:spPr>
          <a:xfrm>
            <a:off x="5797296" y="1737360"/>
            <a:ext cx="111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20/26.5 MVA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8" name="Google Shape;1178;p35"/>
          <p:cNvSpPr/>
          <p:nvPr/>
        </p:nvSpPr>
        <p:spPr>
          <a:xfrm>
            <a:off x="6949440" y="1737360"/>
            <a:ext cx="10974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9" name="Google Shape;1179;p35"/>
          <p:cNvSpPr/>
          <p:nvPr/>
        </p:nvSpPr>
        <p:spPr>
          <a:xfrm>
            <a:off x="6986016" y="1737360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33/6.9 kV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0" name="Google Shape;1180;p35"/>
          <p:cNvSpPr/>
          <p:nvPr/>
        </p:nvSpPr>
        <p:spPr>
          <a:xfrm>
            <a:off x="8046720" y="1737360"/>
            <a:ext cx="9144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1" name="Google Shape;1181;p35"/>
          <p:cNvSpPr/>
          <p:nvPr/>
        </p:nvSpPr>
        <p:spPr>
          <a:xfrm>
            <a:off x="8083296" y="1737360"/>
            <a:ext cx="84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BHEL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2" name="Google Shape;1182;p35"/>
          <p:cNvSpPr/>
          <p:nvPr/>
        </p:nvSpPr>
        <p:spPr>
          <a:xfrm>
            <a:off x="4617720" y="2084832"/>
            <a:ext cx="11430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35"/>
          <p:cNvSpPr/>
          <p:nvPr/>
        </p:nvSpPr>
        <p:spPr>
          <a:xfrm>
            <a:off x="4654296" y="2084832"/>
            <a:ext cx="106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TR-103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35"/>
          <p:cNvSpPr/>
          <p:nvPr/>
        </p:nvSpPr>
        <p:spPr>
          <a:xfrm>
            <a:off x="5760720" y="2084832"/>
            <a:ext cx="11886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35"/>
          <p:cNvSpPr/>
          <p:nvPr/>
        </p:nvSpPr>
        <p:spPr>
          <a:xfrm>
            <a:off x="5797296" y="2084832"/>
            <a:ext cx="111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20/26.5 MVA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6" name="Google Shape;1186;p35"/>
          <p:cNvSpPr/>
          <p:nvPr/>
        </p:nvSpPr>
        <p:spPr>
          <a:xfrm>
            <a:off x="6949440" y="2084832"/>
            <a:ext cx="1097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7" name="Google Shape;1187;p35"/>
          <p:cNvSpPr/>
          <p:nvPr/>
        </p:nvSpPr>
        <p:spPr>
          <a:xfrm>
            <a:off x="6986016" y="2084832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33/6.9 kV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8" name="Google Shape;1188;p35"/>
          <p:cNvSpPr/>
          <p:nvPr/>
        </p:nvSpPr>
        <p:spPr>
          <a:xfrm>
            <a:off x="8046720" y="2084832"/>
            <a:ext cx="91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9" name="Google Shape;1189;p35"/>
          <p:cNvSpPr/>
          <p:nvPr/>
        </p:nvSpPr>
        <p:spPr>
          <a:xfrm>
            <a:off x="8083296" y="2084832"/>
            <a:ext cx="84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Voltamp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0" name="Google Shape;1190;p35"/>
          <p:cNvSpPr/>
          <p:nvPr/>
        </p:nvSpPr>
        <p:spPr>
          <a:xfrm>
            <a:off x="4617720" y="2432304"/>
            <a:ext cx="11430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1" name="Google Shape;1191;p35"/>
          <p:cNvSpPr/>
          <p:nvPr/>
        </p:nvSpPr>
        <p:spPr>
          <a:xfrm>
            <a:off x="4654296" y="2432304"/>
            <a:ext cx="106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TR-104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2" name="Google Shape;1192;p35"/>
          <p:cNvSpPr/>
          <p:nvPr/>
        </p:nvSpPr>
        <p:spPr>
          <a:xfrm>
            <a:off x="5760720" y="2432304"/>
            <a:ext cx="11886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3" name="Google Shape;1193;p35"/>
          <p:cNvSpPr/>
          <p:nvPr/>
        </p:nvSpPr>
        <p:spPr>
          <a:xfrm>
            <a:off x="5797296" y="2432304"/>
            <a:ext cx="111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16/21.5 MVA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4" name="Google Shape;1194;p35"/>
          <p:cNvSpPr/>
          <p:nvPr/>
        </p:nvSpPr>
        <p:spPr>
          <a:xfrm>
            <a:off x="6949440" y="2432304"/>
            <a:ext cx="10974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5" name="Google Shape;1195;p35"/>
          <p:cNvSpPr/>
          <p:nvPr/>
        </p:nvSpPr>
        <p:spPr>
          <a:xfrm>
            <a:off x="6986016" y="2432304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33/6.9 kV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6" name="Google Shape;1196;p35"/>
          <p:cNvSpPr/>
          <p:nvPr/>
        </p:nvSpPr>
        <p:spPr>
          <a:xfrm>
            <a:off x="8046720" y="2432304"/>
            <a:ext cx="9144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7" name="Google Shape;1197;p35"/>
          <p:cNvSpPr/>
          <p:nvPr/>
        </p:nvSpPr>
        <p:spPr>
          <a:xfrm>
            <a:off x="8083296" y="2432304"/>
            <a:ext cx="84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BHEL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8" name="Google Shape;1198;p35"/>
          <p:cNvSpPr/>
          <p:nvPr/>
        </p:nvSpPr>
        <p:spPr>
          <a:xfrm>
            <a:off x="4617720" y="2779776"/>
            <a:ext cx="11430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9" name="Google Shape;1199;p35"/>
          <p:cNvSpPr/>
          <p:nvPr/>
        </p:nvSpPr>
        <p:spPr>
          <a:xfrm>
            <a:off x="4654296" y="2779776"/>
            <a:ext cx="106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TR-X01, X02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0" name="Google Shape;1200;p35"/>
          <p:cNvSpPr/>
          <p:nvPr/>
        </p:nvSpPr>
        <p:spPr>
          <a:xfrm>
            <a:off x="5760720" y="2779776"/>
            <a:ext cx="11886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1" name="Google Shape;1201;p35"/>
          <p:cNvSpPr/>
          <p:nvPr/>
        </p:nvSpPr>
        <p:spPr>
          <a:xfrm>
            <a:off x="5797296" y="2779776"/>
            <a:ext cx="111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16/21.5 MVA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2" name="Google Shape;1202;p35"/>
          <p:cNvSpPr/>
          <p:nvPr/>
        </p:nvSpPr>
        <p:spPr>
          <a:xfrm>
            <a:off x="6949440" y="2779776"/>
            <a:ext cx="1097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3" name="Google Shape;1203;p35"/>
          <p:cNvSpPr/>
          <p:nvPr/>
        </p:nvSpPr>
        <p:spPr>
          <a:xfrm>
            <a:off x="6986016" y="2779776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33/6.9 kV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4" name="Google Shape;1204;p35"/>
          <p:cNvSpPr/>
          <p:nvPr/>
        </p:nvSpPr>
        <p:spPr>
          <a:xfrm>
            <a:off x="8046720" y="2779776"/>
            <a:ext cx="91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5" name="Google Shape;1205;p35"/>
          <p:cNvSpPr/>
          <p:nvPr/>
        </p:nvSpPr>
        <p:spPr>
          <a:xfrm>
            <a:off x="8083296" y="2779776"/>
            <a:ext cx="84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BHEL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6" name="Google Shape;1206;p35"/>
          <p:cNvSpPr/>
          <p:nvPr/>
        </p:nvSpPr>
        <p:spPr>
          <a:xfrm>
            <a:off x="4617720" y="3127248"/>
            <a:ext cx="11430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7" name="Google Shape;1207;p35"/>
          <p:cNvSpPr/>
          <p:nvPr/>
        </p:nvSpPr>
        <p:spPr>
          <a:xfrm>
            <a:off x="4654296" y="3127248"/>
            <a:ext cx="106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TR-105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8" name="Google Shape;1208;p35"/>
          <p:cNvSpPr/>
          <p:nvPr/>
        </p:nvSpPr>
        <p:spPr>
          <a:xfrm>
            <a:off x="5760720" y="3127248"/>
            <a:ext cx="11886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9" name="Google Shape;1209;p35"/>
          <p:cNvSpPr/>
          <p:nvPr/>
        </p:nvSpPr>
        <p:spPr>
          <a:xfrm>
            <a:off x="5797296" y="3127248"/>
            <a:ext cx="111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16/21.5 MVA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0" name="Google Shape;1210;p35"/>
          <p:cNvSpPr/>
          <p:nvPr/>
        </p:nvSpPr>
        <p:spPr>
          <a:xfrm>
            <a:off x="6949440" y="3127248"/>
            <a:ext cx="10974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1" name="Google Shape;1211;p35"/>
          <p:cNvSpPr/>
          <p:nvPr/>
        </p:nvSpPr>
        <p:spPr>
          <a:xfrm>
            <a:off x="6986016" y="3127248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33/6.9 kV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2" name="Google Shape;1212;p35"/>
          <p:cNvSpPr/>
          <p:nvPr/>
        </p:nvSpPr>
        <p:spPr>
          <a:xfrm>
            <a:off x="8046720" y="3127248"/>
            <a:ext cx="9144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3" name="Google Shape;1213;p35"/>
          <p:cNvSpPr/>
          <p:nvPr/>
        </p:nvSpPr>
        <p:spPr>
          <a:xfrm>
            <a:off x="8083296" y="3127248"/>
            <a:ext cx="84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BBL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4" name="Google Shape;1214;p35"/>
          <p:cNvSpPr/>
          <p:nvPr/>
        </p:nvSpPr>
        <p:spPr>
          <a:xfrm>
            <a:off x="4617720" y="3474720"/>
            <a:ext cx="11430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5" name="Google Shape;1215;p35"/>
          <p:cNvSpPr/>
          <p:nvPr/>
        </p:nvSpPr>
        <p:spPr>
          <a:xfrm>
            <a:off x="4654296" y="3474720"/>
            <a:ext cx="106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TR-106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6" name="Google Shape;1216;p35"/>
          <p:cNvSpPr/>
          <p:nvPr/>
        </p:nvSpPr>
        <p:spPr>
          <a:xfrm>
            <a:off x="5760720" y="3474720"/>
            <a:ext cx="11886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7" name="Google Shape;1217;p35"/>
          <p:cNvSpPr/>
          <p:nvPr/>
        </p:nvSpPr>
        <p:spPr>
          <a:xfrm>
            <a:off x="5797296" y="3474720"/>
            <a:ext cx="111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8.5 MVA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8" name="Google Shape;1218;p35"/>
          <p:cNvSpPr/>
          <p:nvPr/>
        </p:nvSpPr>
        <p:spPr>
          <a:xfrm>
            <a:off x="6949440" y="3474720"/>
            <a:ext cx="1097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9" name="Google Shape;1219;p35"/>
          <p:cNvSpPr/>
          <p:nvPr/>
        </p:nvSpPr>
        <p:spPr>
          <a:xfrm>
            <a:off x="6986016" y="3474720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11/6.9 kV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0" name="Google Shape;1220;p35"/>
          <p:cNvSpPr/>
          <p:nvPr/>
        </p:nvSpPr>
        <p:spPr>
          <a:xfrm>
            <a:off x="8046720" y="3474720"/>
            <a:ext cx="91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1" name="Google Shape;1221;p35"/>
          <p:cNvSpPr/>
          <p:nvPr/>
        </p:nvSpPr>
        <p:spPr>
          <a:xfrm>
            <a:off x="8083296" y="3474720"/>
            <a:ext cx="84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Schneider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2" name="Google Shape;1222;p35"/>
          <p:cNvSpPr/>
          <p:nvPr/>
        </p:nvSpPr>
        <p:spPr>
          <a:xfrm>
            <a:off x="4617720" y="3822192"/>
            <a:ext cx="11430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3" name="Google Shape;1223;p35"/>
          <p:cNvSpPr/>
          <p:nvPr/>
        </p:nvSpPr>
        <p:spPr>
          <a:xfrm>
            <a:off x="4654296" y="3822192"/>
            <a:ext cx="106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TR-111/112/131–134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4" name="Google Shape;1224;p35"/>
          <p:cNvSpPr/>
          <p:nvPr/>
        </p:nvSpPr>
        <p:spPr>
          <a:xfrm>
            <a:off x="5760720" y="3822192"/>
            <a:ext cx="11886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5" name="Google Shape;1225;p35"/>
          <p:cNvSpPr/>
          <p:nvPr/>
        </p:nvSpPr>
        <p:spPr>
          <a:xfrm>
            <a:off x="5797296" y="3822192"/>
            <a:ext cx="111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 MVA ea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6" name="Google Shape;1226;p35"/>
          <p:cNvSpPr/>
          <p:nvPr/>
        </p:nvSpPr>
        <p:spPr>
          <a:xfrm>
            <a:off x="6949440" y="3822192"/>
            <a:ext cx="10974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35"/>
          <p:cNvSpPr/>
          <p:nvPr/>
        </p:nvSpPr>
        <p:spPr>
          <a:xfrm>
            <a:off x="6986016" y="3822192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6.6/0.415kV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8" name="Google Shape;1228;p35"/>
          <p:cNvSpPr/>
          <p:nvPr/>
        </p:nvSpPr>
        <p:spPr>
          <a:xfrm>
            <a:off x="8046720" y="3822192"/>
            <a:ext cx="9144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9" name="Google Shape;1229;p35"/>
          <p:cNvSpPr/>
          <p:nvPr/>
        </p:nvSpPr>
        <p:spPr>
          <a:xfrm>
            <a:off x="8083296" y="3822192"/>
            <a:ext cx="84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t/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0" name="Google Shape;1230;p35"/>
          <p:cNvSpPr/>
          <p:nvPr/>
        </p:nvSpPr>
        <p:spPr>
          <a:xfrm>
            <a:off x="4617720" y="4169664"/>
            <a:ext cx="11430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1" name="Google Shape;1231;p35"/>
          <p:cNvSpPr/>
          <p:nvPr/>
        </p:nvSpPr>
        <p:spPr>
          <a:xfrm>
            <a:off x="4654296" y="4169664"/>
            <a:ext cx="106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SST-III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2" name="Google Shape;1232;p35"/>
          <p:cNvSpPr/>
          <p:nvPr/>
        </p:nvSpPr>
        <p:spPr>
          <a:xfrm>
            <a:off x="5760720" y="4169664"/>
            <a:ext cx="11886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3" name="Google Shape;1233;p35"/>
          <p:cNvSpPr/>
          <p:nvPr/>
        </p:nvSpPr>
        <p:spPr>
          <a:xfrm>
            <a:off x="5797296" y="4169664"/>
            <a:ext cx="111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1600 kVA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4" name="Google Shape;1234;p35"/>
          <p:cNvSpPr/>
          <p:nvPr/>
        </p:nvSpPr>
        <p:spPr>
          <a:xfrm>
            <a:off x="6949440" y="4169664"/>
            <a:ext cx="1097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5" name="Google Shape;1235;p35"/>
          <p:cNvSpPr/>
          <p:nvPr/>
        </p:nvSpPr>
        <p:spPr>
          <a:xfrm>
            <a:off x="6986016" y="4169664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6.6/0.415kV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6" name="Google Shape;1236;p35"/>
          <p:cNvSpPr/>
          <p:nvPr/>
        </p:nvSpPr>
        <p:spPr>
          <a:xfrm>
            <a:off x="8046720" y="4169664"/>
            <a:ext cx="91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7" name="Google Shape;1237;p35"/>
          <p:cNvSpPr/>
          <p:nvPr/>
        </p:nvSpPr>
        <p:spPr>
          <a:xfrm>
            <a:off x="8083296" y="4169664"/>
            <a:ext cx="841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D1B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Bharat Bijlee</a:t>
            </a:r>
            <a:endParaRPr b="1" i="0" sz="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3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36"/>
          <p:cNvSpPr/>
          <p:nvPr/>
        </p:nvSpPr>
        <p:spPr>
          <a:xfrm>
            <a:off x="228600" y="0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Shedding Scheme — VMD Captive Power Plant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6"/>
          <p:cNvSpPr/>
          <p:nvPr/>
        </p:nvSpPr>
        <p:spPr>
          <a:xfrm>
            <a:off x="182880" y="749808"/>
            <a:ext cx="1508700" cy="100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36"/>
          <p:cNvSpPr/>
          <p:nvPr/>
        </p:nvSpPr>
        <p:spPr>
          <a:xfrm>
            <a:off x="182880" y="749808"/>
            <a:ext cx="1508700" cy="109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36"/>
          <p:cNvSpPr/>
          <p:nvPr/>
        </p:nvSpPr>
        <p:spPr>
          <a:xfrm>
            <a:off x="182880" y="859536"/>
            <a:ext cx="150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50 MW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36"/>
          <p:cNvSpPr/>
          <p:nvPr/>
        </p:nvSpPr>
        <p:spPr>
          <a:xfrm>
            <a:off x="182880" y="1335024"/>
            <a:ext cx="150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Site 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6"/>
          <p:cNvSpPr/>
          <p:nvPr/>
        </p:nvSpPr>
        <p:spPr>
          <a:xfrm>
            <a:off x="182880" y="1572768"/>
            <a:ext cx="1508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54.8 MW after ACN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6"/>
          <p:cNvSpPr/>
          <p:nvPr/>
        </p:nvSpPr>
        <p:spPr>
          <a:xfrm>
            <a:off x="1810512" y="749808"/>
            <a:ext cx="1508700" cy="100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36"/>
          <p:cNvSpPr/>
          <p:nvPr/>
        </p:nvSpPr>
        <p:spPr>
          <a:xfrm>
            <a:off x="1810512" y="749808"/>
            <a:ext cx="1508700" cy="1098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36"/>
          <p:cNvSpPr/>
          <p:nvPr/>
        </p:nvSpPr>
        <p:spPr>
          <a:xfrm>
            <a:off x="1810512" y="859536"/>
            <a:ext cx="150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28.8 MW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6"/>
          <p:cNvSpPr/>
          <p:nvPr/>
        </p:nvSpPr>
        <p:spPr>
          <a:xfrm>
            <a:off x="1810512" y="1335024"/>
            <a:ext cx="150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Sheddable 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6"/>
          <p:cNvSpPr/>
          <p:nvPr/>
        </p:nvSpPr>
        <p:spPr>
          <a:xfrm>
            <a:off x="1810512" y="1572768"/>
            <a:ext cx="1508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10 blocks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6"/>
          <p:cNvSpPr/>
          <p:nvPr/>
        </p:nvSpPr>
        <p:spPr>
          <a:xfrm>
            <a:off x="3438144" y="749808"/>
            <a:ext cx="1508700" cy="100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36"/>
          <p:cNvSpPr/>
          <p:nvPr/>
        </p:nvSpPr>
        <p:spPr>
          <a:xfrm>
            <a:off x="3438144" y="749808"/>
            <a:ext cx="1508700" cy="1098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36"/>
          <p:cNvSpPr/>
          <p:nvPr/>
        </p:nvSpPr>
        <p:spPr>
          <a:xfrm>
            <a:off x="3438144" y="859536"/>
            <a:ext cx="1508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21.2 MW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6"/>
          <p:cNvSpPr/>
          <p:nvPr/>
        </p:nvSpPr>
        <p:spPr>
          <a:xfrm>
            <a:off x="3438144" y="1335024"/>
            <a:ext cx="150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Non-Sheddable 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6"/>
          <p:cNvSpPr/>
          <p:nvPr/>
        </p:nvSpPr>
        <p:spPr>
          <a:xfrm>
            <a:off x="3438144" y="1572768"/>
            <a:ext cx="1508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Always live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6"/>
          <p:cNvSpPr/>
          <p:nvPr/>
        </p:nvSpPr>
        <p:spPr>
          <a:xfrm>
            <a:off x="182880" y="1901952"/>
            <a:ext cx="4846200" cy="274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36"/>
          <p:cNvSpPr/>
          <p:nvPr/>
        </p:nvSpPr>
        <p:spPr>
          <a:xfrm>
            <a:off x="182880" y="1901952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Generation Sources — Capacities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6"/>
          <p:cNvSpPr/>
          <p:nvPr/>
        </p:nvSpPr>
        <p:spPr>
          <a:xfrm>
            <a:off x="182880" y="2176272"/>
            <a:ext cx="34746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6"/>
          <p:cNvSpPr/>
          <p:nvPr/>
        </p:nvSpPr>
        <p:spPr>
          <a:xfrm>
            <a:off x="3657600" y="2176272"/>
            <a:ext cx="13716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36"/>
          <p:cNvSpPr/>
          <p:nvPr/>
        </p:nvSpPr>
        <p:spPr>
          <a:xfrm>
            <a:off x="256032" y="2176272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Each GT Capacity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36"/>
          <p:cNvSpPr/>
          <p:nvPr/>
        </p:nvSpPr>
        <p:spPr>
          <a:xfrm>
            <a:off x="3657600" y="2176272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30 MW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6"/>
          <p:cNvSpPr/>
          <p:nvPr/>
        </p:nvSpPr>
        <p:spPr>
          <a:xfrm>
            <a:off x="182880" y="2450592"/>
            <a:ext cx="3474600" cy="2559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36"/>
          <p:cNvSpPr/>
          <p:nvPr/>
        </p:nvSpPr>
        <p:spPr>
          <a:xfrm>
            <a:off x="3657600" y="2450592"/>
            <a:ext cx="1371600" cy="2559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36"/>
          <p:cNvSpPr/>
          <p:nvPr/>
        </p:nvSpPr>
        <p:spPr>
          <a:xfrm>
            <a:off x="256032" y="2450592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STG-3 Capacity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6"/>
          <p:cNvSpPr/>
          <p:nvPr/>
        </p:nvSpPr>
        <p:spPr>
          <a:xfrm>
            <a:off x="3657600" y="2450592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3.5 MW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36"/>
          <p:cNvSpPr/>
          <p:nvPr/>
        </p:nvSpPr>
        <p:spPr>
          <a:xfrm>
            <a:off x="182880" y="2724912"/>
            <a:ext cx="34746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36"/>
          <p:cNvSpPr/>
          <p:nvPr/>
        </p:nvSpPr>
        <p:spPr>
          <a:xfrm>
            <a:off x="3657600" y="2724912"/>
            <a:ext cx="13716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36"/>
          <p:cNvSpPr/>
          <p:nvPr/>
        </p:nvSpPr>
        <p:spPr>
          <a:xfrm>
            <a:off x="256032" y="2724912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Each GETCO Incomer (cont.)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6"/>
          <p:cNvSpPr/>
          <p:nvPr/>
        </p:nvSpPr>
        <p:spPr>
          <a:xfrm>
            <a:off x="3657600" y="2724912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20 MVA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6"/>
          <p:cNvSpPr/>
          <p:nvPr/>
        </p:nvSpPr>
        <p:spPr>
          <a:xfrm>
            <a:off x="182880" y="2999232"/>
            <a:ext cx="3474600" cy="2559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36"/>
          <p:cNvSpPr/>
          <p:nvPr/>
        </p:nvSpPr>
        <p:spPr>
          <a:xfrm>
            <a:off x="3657600" y="2999232"/>
            <a:ext cx="1371600" cy="2559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36"/>
          <p:cNvSpPr/>
          <p:nvPr/>
        </p:nvSpPr>
        <p:spPr>
          <a:xfrm>
            <a:off x="256032" y="2999232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No. of GETCO Incomers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6"/>
          <p:cNvSpPr/>
          <p:nvPr/>
        </p:nvSpPr>
        <p:spPr>
          <a:xfrm>
            <a:off x="3657600" y="2999232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6"/>
          <p:cNvSpPr/>
          <p:nvPr/>
        </p:nvSpPr>
        <p:spPr>
          <a:xfrm>
            <a:off x="182880" y="3310128"/>
            <a:ext cx="4846200" cy="2559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36"/>
          <p:cNvSpPr/>
          <p:nvPr/>
        </p:nvSpPr>
        <p:spPr>
          <a:xfrm>
            <a:off x="182880" y="3310128"/>
            <a:ext cx="484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6"/>
          <p:cNvSpPr/>
          <p:nvPr/>
        </p:nvSpPr>
        <p:spPr>
          <a:xfrm>
            <a:off x="182880" y="3621024"/>
            <a:ext cx="48462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36"/>
          <p:cNvSpPr/>
          <p:nvPr/>
        </p:nvSpPr>
        <p:spPr>
          <a:xfrm>
            <a:off x="182880" y="3621024"/>
            <a:ext cx="347400" cy="4206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36"/>
          <p:cNvSpPr/>
          <p:nvPr/>
        </p:nvSpPr>
        <p:spPr>
          <a:xfrm>
            <a:off x="182880" y="3621024"/>
            <a:ext cx="34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6"/>
          <p:cNvSpPr/>
          <p:nvPr/>
        </p:nvSpPr>
        <p:spPr>
          <a:xfrm>
            <a:off x="594360" y="3639312"/>
            <a:ext cx="4370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PLC detects source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36"/>
          <p:cNvSpPr/>
          <p:nvPr/>
        </p:nvSpPr>
        <p:spPr>
          <a:xfrm>
            <a:off x="594360" y="3840480"/>
            <a:ext cx="4370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Generator breaker or grid incomer trips — detected within 50 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6"/>
          <p:cNvSpPr/>
          <p:nvPr/>
        </p:nvSpPr>
        <p:spPr>
          <a:xfrm>
            <a:off x="182880" y="4096512"/>
            <a:ext cx="48462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36"/>
          <p:cNvSpPr/>
          <p:nvPr/>
        </p:nvSpPr>
        <p:spPr>
          <a:xfrm>
            <a:off x="182880" y="4096512"/>
            <a:ext cx="347400" cy="4206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6"/>
          <p:cNvSpPr/>
          <p:nvPr/>
        </p:nvSpPr>
        <p:spPr>
          <a:xfrm>
            <a:off x="182880" y="4096512"/>
            <a:ext cx="34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36"/>
          <p:cNvSpPr/>
          <p:nvPr/>
        </p:nvSpPr>
        <p:spPr>
          <a:xfrm>
            <a:off x="594360" y="4114800"/>
            <a:ext cx="4370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Condition matched (C01–C16)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6"/>
          <p:cNvSpPr/>
          <p:nvPr/>
        </p:nvSpPr>
        <p:spPr>
          <a:xfrm>
            <a:off x="594360" y="4315968"/>
            <a:ext cx="4370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PLC maps live sources to one of 16 pre-defined conditions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6"/>
          <p:cNvSpPr/>
          <p:nvPr/>
        </p:nvSpPr>
        <p:spPr>
          <a:xfrm>
            <a:off x="182880" y="4572000"/>
            <a:ext cx="4846200" cy="420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36"/>
          <p:cNvSpPr/>
          <p:nvPr/>
        </p:nvSpPr>
        <p:spPr>
          <a:xfrm>
            <a:off x="182880" y="4572000"/>
            <a:ext cx="347400" cy="4206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36"/>
          <p:cNvSpPr/>
          <p:nvPr/>
        </p:nvSpPr>
        <p:spPr>
          <a:xfrm>
            <a:off x="182880" y="4572000"/>
            <a:ext cx="34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6"/>
          <p:cNvSpPr/>
          <p:nvPr/>
        </p:nvSpPr>
        <p:spPr>
          <a:xfrm>
            <a:off x="594360" y="4590288"/>
            <a:ext cx="4370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Block breakers trip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36"/>
          <p:cNvSpPr/>
          <p:nvPr/>
        </p:nvSpPr>
        <p:spPr>
          <a:xfrm>
            <a:off x="594360" y="4791456"/>
            <a:ext cx="4370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Required load blocks shed simultaneously within 200 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6"/>
          <p:cNvSpPr/>
          <p:nvPr/>
        </p:nvSpPr>
        <p:spPr>
          <a:xfrm>
            <a:off x="5166360" y="749808"/>
            <a:ext cx="3794700" cy="2925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36"/>
          <p:cNvSpPr/>
          <p:nvPr/>
        </p:nvSpPr>
        <p:spPr>
          <a:xfrm>
            <a:off x="5166360" y="749808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Sheddable Load Blocks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36"/>
          <p:cNvSpPr/>
          <p:nvPr/>
        </p:nvSpPr>
        <p:spPr>
          <a:xfrm>
            <a:off x="5166360" y="1042416"/>
            <a:ext cx="658500" cy="255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36"/>
          <p:cNvSpPr/>
          <p:nvPr/>
        </p:nvSpPr>
        <p:spPr>
          <a:xfrm>
            <a:off x="5166360" y="1042416"/>
            <a:ext cx="65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6"/>
          <p:cNvSpPr/>
          <p:nvPr/>
        </p:nvSpPr>
        <p:spPr>
          <a:xfrm>
            <a:off x="5824728" y="1042416"/>
            <a:ext cx="2267700" cy="255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36"/>
          <p:cNvSpPr/>
          <p:nvPr/>
        </p:nvSpPr>
        <p:spPr>
          <a:xfrm>
            <a:off x="5824728" y="1042416"/>
            <a:ext cx="2267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6"/>
          <p:cNvSpPr/>
          <p:nvPr/>
        </p:nvSpPr>
        <p:spPr>
          <a:xfrm>
            <a:off x="8092440" y="1042416"/>
            <a:ext cx="658500" cy="255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6"/>
          <p:cNvSpPr/>
          <p:nvPr/>
        </p:nvSpPr>
        <p:spPr>
          <a:xfrm>
            <a:off x="8092440" y="1042416"/>
            <a:ext cx="65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6"/>
          <p:cNvSpPr/>
          <p:nvPr/>
        </p:nvSpPr>
        <p:spPr>
          <a:xfrm>
            <a:off x="8750808" y="1042416"/>
            <a:ext cx="210300" cy="255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36"/>
          <p:cNvSpPr/>
          <p:nvPr/>
        </p:nvSpPr>
        <p:spPr>
          <a:xfrm>
            <a:off x="8750808" y="1042416"/>
            <a:ext cx="21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6"/>
          <p:cNvSpPr/>
          <p:nvPr/>
        </p:nvSpPr>
        <p:spPr>
          <a:xfrm>
            <a:off x="5166360" y="1298448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36"/>
          <p:cNvSpPr/>
          <p:nvPr/>
        </p:nvSpPr>
        <p:spPr>
          <a:xfrm>
            <a:off x="5824728" y="1298448"/>
            <a:ext cx="22677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36"/>
          <p:cNvSpPr/>
          <p:nvPr/>
        </p:nvSpPr>
        <p:spPr>
          <a:xfrm>
            <a:off x="8092440" y="1298448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36"/>
          <p:cNvSpPr/>
          <p:nvPr/>
        </p:nvSpPr>
        <p:spPr>
          <a:xfrm>
            <a:off x="8750808" y="1298448"/>
            <a:ext cx="2103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36"/>
          <p:cNvSpPr/>
          <p:nvPr/>
        </p:nvSpPr>
        <p:spPr>
          <a:xfrm>
            <a:off x="8750808" y="1353312"/>
            <a:ext cx="1569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36"/>
          <p:cNvSpPr/>
          <p:nvPr/>
        </p:nvSpPr>
        <p:spPr>
          <a:xfrm>
            <a:off x="5202936" y="1298448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36"/>
          <p:cNvSpPr/>
          <p:nvPr/>
        </p:nvSpPr>
        <p:spPr>
          <a:xfrm>
            <a:off x="5861304" y="1298448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R&amp;D AC, FPU Prop Comp, PPCP Extruder, PT, Water, PBR Finishing, VCPVC KPC Chiller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6"/>
          <p:cNvSpPr/>
          <p:nvPr/>
        </p:nvSpPr>
        <p:spPr>
          <a:xfrm>
            <a:off x="8129016" y="1298448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4.9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6"/>
          <p:cNvSpPr/>
          <p:nvPr/>
        </p:nvSpPr>
        <p:spPr>
          <a:xfrm>
            <a:off x="5166360" y="1655064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36"/>
          <p:cNvSpPr/>
          <p:nvPr/>
        </p:nvSpPr>
        <p:spPr>
          <a:xfrm>
            <a:off x="5824728" y="1655064"/>
            <a:ext cx="22677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6"/>
          <p:cNvSpPr/>
          <p:nvPr/>
        </p:nvSpPr>
        <p:spPr>
          <a:xfrm>
            <a:off x="8092440" y="1655064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36"/>
          <p:cNvSpPr/>
          <p:nvPr/>
        </p:nvSpPr>
        <p:spPr>
          <a:xfrm>
            <a:off x="8750808" y="1655064"/>
            <a:ext cx="2103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36"/>
          <p:cNvSpPr/>
          <p:nvPr/>
        </p:nvSpPr>
        <p:spPr>
          <a:xfrm>
            <a:off x="8750808" y="1709928"/>
            <a:ext cx="1761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36"/>
          <p:cNvSpPr/>
          <p:nvPr/>
        </p:nvSpPr>
        <p:spPr>
          <a:xfrm>
            <a:off x="5202936" y="1655064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36"/>
          <p:cNvSpPr/>
          <p:nvPr/>
        </p:nvSpPr>
        <p:spPr>
          <a:xfrm>
            <a:off x="5861304" y="1655064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LDPE #11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36"/>
          <p:cNvSpPr/>
          <p:nvPr/>
        </p:nvSpPr>
        <p:spPr>
          <a:xfrm>
            <a:off x="8129016" y="1655064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5.5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36"/>
          <p:cNvSpPr/>
          <p:nvPr/>
        </p:nvSpPr>
        <p:spPr>
          <a:xfrm>
            <a:off x="5166360" y="2011680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36"/>
          <p:cNvSpPr/>
          <p:nvPr/>
        </p:nvSpPr>
        <p:spPr>
          <a:xfrm>
            <a:off x="5824728" y="2011680"/>
            <a:ext cx="22677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6"/>
          <p:cNvSpPr/>
          <p:nvPr/>
        </p:nvSpPr>
        <p:spPr>
          <a:xfrm>
            <a:off x="8092440" y="2011680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36"/>
          <p:cNvSpPr/>
          <p:nvPr/>
        </p:nvSpPr>
        <p:spPr>
          <a:xfrm>
            <a:off x="8750808" y="2011680"/>
            <a:ext cx="2103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36"/>
          <p:cNvSpPr/>
          <p:nvPr/>
        </p:nvSpPr>
        <p:spPr>
          <a:xfrm>
            <a:off x="8750808" y="2066544"/>
            <a:ext cx="1761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36"/>
          <p:cNvSpPr/>
          <p:nvPr/>
        </p:nvSpPr>
        <p:spPr>
          <a:xfrm>
            <a:off x="5202936" y="2011680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36"/>
          <p:cNvSpPr/>
          <p:nvPr/>
        </p:nvSpPr>
        <p:spPr>
          <a:xfrm>
            <a:off x="5861304" y="2011680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LDPE #12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6"/>
          <p:cNvSpPr/>
          <p:nvPr/>
        </p:nvSpPr>
        <p:spPr>
          <a:xfrm>
            <a:off x="8129016" y="2011680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5.5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36"/>
          <p:cNvSpPr/>
          <p:nvPr/>
        </p:nvSpPr>
        <p:spPr>
          <a:xfrm>
            <a:off x="5166360" y="2368296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6"/>
          <p:cNvSpPr/>
          <p:nvPr/>
        </p:nvSpPr>
        <p:spPr>
          <a:xfrm>
            <a:off x="5824728" y="2368296"/>
            <a:ext cx="22677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36"/>
          <p:cNvSpPr/>
          <p:nvPr/>
        </p:nvSpPr>
        <p:spPr>
          <a:xfrm>
            <a:off x="8092440" y="2368296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36"/>
          <p:cNvSpPr/>
          <p:nvPr/>
        </p:nvSpPr>
        <p:spPr>
          <a:xfrm>
            <a:off x="8750808" y="2368296"/>
            <a:ext cx="2103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36"/>
          <p:cNvSpPr/>
          <p:nvPr/>
        </p:nvSpPr>
        <p:spPr>
          <a:xfrm>
            <a:off x="8750808" y="2423160"/>
            <a:ext cx="1857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36"/>
          <p:cNvSpPr/>
          <p:nvPr/>
        </p:nvSpPr>
        <p:spPr>
          <a:xfrm>
            <a:off x="5202936" y="2368296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36"/>
          <p:cNvSpPr/>
          <p:nvPr/>
        </p:nvSpPr>
        <p:spPr>
          <a:xfrm>
            <a:off x="5861304" y="2368296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LDPE #11 + R&amp;D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36"/>
          <p:cNvSpPr/>
          <p:nvPr/>
        </p:nvSpPr>
        <p:spPr>
          <a:xfrm>
            <a:off x="8129016" y="2368296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5.8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36"/>
          <p:cNvSpPr/>
          <p:nvPr/>
        </p:nvSpPr>
        <p:spPr>
          <a:xfrm>
            <a:off x="5166360" y="2724912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36"/>
          <p:cNvSpPr/>
          <p:nvPr/>
        </p:nvSpPr>
        <p:spPr>
          <a:xfrm>
            <a:off x="5824728" y="2724912"/>
            <a:ext cx="22677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6"/>
          <p:cNvSpPr/>
          <p:nvPr/>
        </p:nvSpPr>
        <p:spPr>
          <a:xfrm>
            <a:off x="8092440" y="2724912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36"/>
          <p:cNvSpPr/>
          <p:nvPr/>
        </p:nvSpPr>
        <p:spPr>
          <a:xfrm>
            <a:off x="8750808" y="2724912"/>
            <a:ext cx="2103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36"/>
          <p:cNvSpPr/>
          <p:nvPr/>
        </p:nvSpPr>
        <p:spPr>
          <a:xfrm>
            <a:off x="8750808" y="2779776"/>
            <a:ext cx="864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36"/>
          <p:cNvSpPr/>
          <p:nvPr/>
        </p:nvSpPr>
        <p:spPr>
          <a:xfrm>
            <a:off x="5202936" y="2724912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36"/>
          <p:cNvSpPr/>
          <p:nvPr/>
        </p:nvSpPr>
        <p:spPr>
          <a:xfrm>
            <a:off x="5861304" y="2724912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FPU Prop Comp, PT, Mahisagar, PBR1/2 Finishing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36"/>
          <p:cNvSpPr/>
          <p:nvPr/>
        </p:nvSpPr>
        <p:spPr>
          <a:xfrm>
            <a:off x="8129016" y="2724912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2.7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36"/>
          <p:cNvSpPr/>
          <p:nvPr/>
        </p:nvSpPr>
        <p:spPr>
          <a:xfrm>
            <a:off x="5166360" y="3081528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36"/>
          <p:cNvSpPr/>
          <p:nvPr/>
        </p:nvSpPr>
        <p:spPr>
          <a:xfrm>
            <a:off x="5824728" y="3081528"/>
            <a:ext cx="22677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36"/>
          <p:cNvSpPr/>
          <p:nvPr/>
        </p:nvSpPr>
        <p:spPr>
          <a:xfrm>
            <a:off x="8092440" y="3081528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36"/>
          <p:cNvSpPr/>
          <p:nvPr/>
        </p:nvSpPr>
        <p:spPr>
          <a:xfrm>
            <a:off x="8750808" y="3081528"/>
            <a:ext cx="2103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36"/>
          <p:cNvSpPr/>
          <p:nvPr/>
        </p:nvSpPr>
        <p:spPr>
          <a:xfrm>
            <a:off x="8750808" y="3136392"/>
            <a:ext cx="1761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36"/>
          <p:cNvSpPr/>
          <p:nvPr/>
        </p:nvSpPr>
        <p:spPr>
          <a:xfrm>
            <a:off x="5202936" y="3081528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36"/>
          <p:cNvSpPr/>
          <p:nvPr/>
        </p:nvSpPr>
        <p:spPr>
          <a:xfrm>
            <a:off x="5861304" y="3081528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LDPE #12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6"/>
          <p:cNvSpPr/>
          <p:nvPr/>
        </p:nvSpPr>
        <p:spPr>
          <a:xfrm>
            <a:off x="8129016" y="3081528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5.5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6"/>
          <p:cNvSpPr/>
          <p:nvPr/>
        </p:nvSpPr>
        <p:spPr>
          <a:xfrm>
            <a:off x="5166360" y="3438144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36"/>
          <p:cNvSpPr/>
          <p:nvPr/>
        </p:nvSpPr>
        <p:spPr>
          <a:xfrm>
            <a:off x="5824728" y="3438144"/>
            <a:ext cx="22677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36"/>
          <p:cNvSpPr/>
          <p:nvPr/>
        </p:nvSpPr>
        <p:spPr>
          <a:xfrm>
            <a:off x="8092440" y="3438144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36"/>
          <p:cNvSpPr/>
          <p:nvPr/>
        </p:nvSpPr>
        <p:spPr>
          <a:xfrm>
            <a:off x="8750808" y="3438144"/>
            <a:ext cx="2103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36"/>
          <p:cNvSpPr/>
          <p:nvPr/>
        </p:nvSpPr>
        <p:spPr>
          <a:xfrm>
            <a:off x="8750808" y="3493008"/>
            <a:ext cx="864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36"/>
          <p:cNvSpPr/>
          <p:nvPr/>
        </p:nvSpPr>
        <p:spPr>
          <a:xfrm>
            <a:off x="5202936" y="3438144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36"/>
          <p:cNvSpPr/>
          <p:nvPr/>
        </p:nvSpPr>
        <p:spPr>
          <a:xfrm>
            <a:off x="5861304" y="3438144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N2O2 (excl. NHPN) + EQ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36"/>
          <p:cNvSpPr/>
          <p:nvPr/>
        </p:nvSpPr>
        <p:spPr>
          <a:xfrm>
            <a:off x="8129016" y="3438144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2.7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6"/>
          <p:cNvSpPr/>
          <p:nvPr/>
        </p:nvSpPr>
        <p:spPr>
          <a:xfrm>
            <a:off x="5166360" y="3794760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36"/>
          <p:cNvSpPr/>
          <p:nvPr/>
        </p:nvSpPr>
        <p:spPr>
          <a:xfrm>
            <a:off x="5824728" y="3794760"/>
            <a:ext cx="22677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6"/>
          <p:cNvSpPr/>
          <p:nvPr/>
        </p:nvSpPr>
        <p:spPr>
          <a:xfrm>
            <a:off x="8092440" y="3794760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36"/>
          <p:cNvSpPr/>
          <p:nvPr/>
        </p:nvSpPr>
        <p:spPr>
          <a:xfrm>
            <a:off x="8750808" y="3794760"/>
            <a:ext cx="2103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36"/>
          <p:cNvSpPr/>
          <p:nvPr/>
        </p:nvSpPr>
        <p:spPr>
          <a:xfrm>
            <a:off x="8750808" y="3849624"/>
            <a:ext cx="639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36"/>
          <p:cNvSpPr/>
          <p:nvPr/>
        </p:nvSpPr>
        <p:spPr>
          <a:xfrm>
            <a:off x="5202936" y="3794760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6"/>
          <p:cNvSpPr/>
          <p:nvPr/>
        </p:nvSpPr>
        <p:spPr>
          <a:xfrm>
            <a:off x="5861304" y="3794760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PPCP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36"/>
          <p:cNvSpPr/>
          <p:nvPr/>
        </p:nvSpPr>
        <p:spPr>
          <a:xfrm>
            <a:off x="8129016" y="3794760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36"/>
          <p:cNvSpPr/>
          <p:nvPr/>
        </p:nvSpPr>
        <p:spPr>
          <a:xfrm>
            <a:off x="5166360" y="4151376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6"/>
          <p:cNvSpPr/>
          <p:nvPr/>
        </p:nvSpPr>
        <p:spPr>
          <a:xfrm>
            <a:off x="5824728" y="4151376"/>
            <a:ext cx="22677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36"/>
          <p:cNvSpPr/>
          <p:nvPr/>
        </p:nvSpPr>
        <p:spPr>
          <a:xfrm>
            <a:off x="8092440" y="4151376"/>
            <a:ext cx="6585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36"/>
          <p:cNvSpPr/>
          <p:nvPr/>
        </p:nvSpPr>
        <p:spPr>
          <a:xfrm>
            <a:off x="8750808" y="4151376"/>
            <a:ext cx="210300" cy="33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6"/>
          <p:cNvSpPr/>
          <p:nvPr/>
        </p:nvSpPr>
        <p:spPr>
          <a:xfrm>
            <a:off x="8750808" y="4206240"/>
            <a:ext cx="1761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36"/>
          <p:cNvSpPr/>
          <p:nvPr/>
        </p:nvSpPr>
        <p:spPr>
          <a:xfrm>
            <a:off x="5202936" y="4151376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6"/>
          <p:cNvSpPr/>
          <p:nvPr/>
        </p:nvSpPr>
        <p:spPr>
          <a:xfrm>
            <a:off x="5861304" y="4151376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VCPVC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36"/>
          <p:cNvSpPr/>
          <p:nvPr/>
        </p:nvSpPr>
        <p:spPr>
          <a:xfrm>
            <a:off x="8129016" y="4151376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5.5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36"/>
          <p:cNvSpPr/>
          <p:nvPr/>
        </p:nvSpPr>
        <p:spPr>
          <a:xfrm>
            <a:off x="5166360" y="4507992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36"/>
          <p:cNvSpPr/>
          <p:nvPr/>
        </p:nvSpPr>
        <p:spPr>
          <a:xfrm>
            <a:off x="5824728" y="4507992"/>
            <a:ext cx="22677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36"/>
          <p:cNvSpPr/>
          <p:nvPr/>
        </p:nvSpPr>
        <p:spPr>
          <a:xfrm>
            <a:off x="8092440" y="4507992"/>
            <a:ext cx="6585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36"/>
          <p:cNvSpPr/>
          <p:nvPr/>
        </p:nvSpPr>
        <p:spPr>
          <a:xfrm>
            <a:off x="8750808" y="4507992"/>
            <a:ext cx="210300" cy="338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36"/>
          <p:cNvSpPr/>
          <p:nvPr/>
        </p:nvSpPr>
        <p:spPr>
          <a:xfrm>
            <a:off x="8750808" y="4562856"/>
            <a:ext cx="1761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36"/>
          <p:cNvSpPr/>
          <p:nvPr/>
        </p:nvSpPr>
        <p:spPr>
          <a:xfrm>
            <a:off x="5202936" y="4507992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B-10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36"/>
          <p:cNvSpPr/>
          <p:nvPr/>
        </p:nvSpPr>
        <p:spPr>
          <a:xfrm>
            <a:off x="5861304" y="4507992"/>
            <a:ext cx="21945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PBR1 + PP4 / PBR2 + BBH (BD Comp)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36"/>
          <p:cNvSpPr/>
          <p:nvPr/>
        </p:nvSpPr>
        <p:spPr>
          <a:xfrm>
            <a:off x="8129016" y="4507992"/>
            <a:ext cx="585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5.5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36"/>
          <p:cNvSpPr/>
          <p:nvPr/>
        </p:nvSpPr>
        <p:spPr>
          <a:xfrm>
            <a:off x="5166360" y="4864608"/>
            <a:ext cx="3794700" cy="274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36"/>
          <p:cNvSpPr/>
          <p:nvPr/>
        </p:nvSpPr>
        <p:spPr>
          <a:xfrm>
            <a:off x="5166360" y="4864608"/>
            <a:ext cx="268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Sheddable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36"/>
          <p:cNvSpPr/>
          <p:nvPr/>
        </p:nvSpPr>
        <p:spPr>
          <a:xfrm>
            <a:off x="7863840" y="4864608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28.8 MW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7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37"/>
          <p:cNvSpPr/>
          <p:nvPr/>
        </p:nvSpPr>
        <p:spPr>
          <a:xfrm>
            <a:off x="228600" y="0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Shedding — 16 Operating Conditions (PLC Logic)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7"/>
          <p:cNvSpPr/>
          <p:nvPr/>
        </p:nvSpPr>
        <p:spPr>
          <a:xfrm>
            <a:off x="182880" y="713232"/>
            <a:ext cx="128100" cy="1281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37"/>
          <p:cNvSpPr/>
          <p:nvPr/>
        </p:nvSpPr>
        <p:spPr>
          <a:xfrm>
            <a:off x="347472" y="694944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GT = Gas Turbine (30 MW each)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37"/>
          <p:cNvSpPr/>
          <p:nvPr/>
        </p:nvSpPr>
        <p:spPr>
          <a:xfrm>
            <a:off x="2423160" y="713232"/>
            <a:ext cx="128100" cy="1281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37"/>
          <p:cNvSpPr/>
          <p:nvPr/>
        </p:nvSpPr>
        <p:spPr>
          <a:xfrm>
            <a:off x="2587752" y="694944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GEB = GETCO Grid Incomer (20 MW each)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37"/>
          <p:cNvSpPr/>
          <p:nvPr/>
        </p:nvSpPr>
        <p:spPr>
          <a:xfrm>
            <a:off x="4663440" y="713232"/>
            <a:ext cx="128100" cy="1281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37"/>
          <p:cNvSpPr/>
          <p:nvPr/>
        </p:nvSpPr>
        <p:spPr>
          <a:xfrm>
            <a:off x="4828032" y="694944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STG3 = Steam Turbine Gen (3.5 MW)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37"/>
          <p:cNvSpPr/>
          <p:nvPr/>
        </p:nvSpPr>
        <p:spPr>
          <a:xfrm>
            <a:off x="6903720" y="713232"/>
            <a:ext cx="128100" cy="1281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37"/>
          <p:cNvSpPr/>
          <p:nvPr/>
        </p:nvSpPr>
        <p:spPr>
          <a:xfrm>
            <a:off x="7068312" y="694944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UF2/UF3 = Underfrequency relay stages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37"/>
          <p:cNvSpPr/>
          <p:nvPr/>
        </p:nvSpPr>
        <p:spPr>
          <a:xfrm>
            <a:off x="182880" y="914400"/>
            <a:ext cx="475500" cy="274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37"/>
          <p:cNvSpPr/>
          <p:nvPr/>
        </p:nvSpPr>
        <p:spPr>
          <a:xfrm>
            <a:off x="182880" y="914400"/>
            <a:ext cx="475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37"/>
          <p:cNvSpPr/>
          <p:nvPr/>
        </p:nvSpPr>
        <p:spPr>
          <a:xfrm>
            <a:off x="658368" y="914400"/>
            <a:ext cx="2103000" cy="274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37"/>
          <p:cNvSpPr/>
          <p:nvPr/>
        </p:nvSpPr>
        <p:spPr>
          <a:xfrm>
            <a:off x="658368" y="914400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Generation Available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37"/>
          <p:cNvSpPr/>
          <p:nvPr/>
        </p:nvSpPr>
        <p:spPr>
          <a:xfrm>
            <a:off x="2761488" y="914400"/>
            <a:ext cx="4188000" cy="274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37"/>
          <p:cNvSpPr/>
          <p:nvPr/>
        </p:nvSpPr>
        <p:spPr>
          <a:xfrm>
            <a:off x="2761488" y="914400"/>
            <a:ext cx="418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Operating Loads (remain 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37"/>
          <p:cNvSpPr/>
          <p:nvPr/>
        </p:nvSpPr>
        <p:spPr>
          <a:xfrm>
            <a:off x="6949440" y="914400"/>
            <a:ext cx="2148900" cy="274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37"/>
          <p:cNvSpPr/>
          <p:nvPr/>
        </p:nvSpPr>
        <p:spPr>
          <a:xfrm>
            <a:off x="6949440" y="91440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MW Available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37"/>
          <p:cNvSpPr/>
          <p:nvPr/>
        </p:nvSpPr>
        <p:spPr>
          <a:xfrm>
            <a:off x="182880" y="1188720"/>
            <a:ext cx="4755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37"/>
          <p:cNvSpPr/>
          <p:nvPr/>
        </p:nvSpPr>
        <p:spPr>
          <a:xfrm>
            <a:off x="658368" y="1188720"/>
            <a:ext cx="2103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37"/>
          <p:cNvSpPr/>
          <p:nvPr/>
        </p:nvSpPr>
        <p:spPr>
          <a:xfrm>
            <a:off x="2761488" y="1188720"/>
            <a:ext cx="4188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37"/>
          <p:cNvSpPr/>
          <p:nvPr/>
        </p:nvSpPr>
        <p:spPr>
          <a:xfrm>
            <a:off x="6949440" y="1188720"/>
            <a:ext cx="21489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37"/>
          <p:cNvSpPr/>
          <p:nvPr/>
        </p:nvSpPr>
        <p:spPr>
          <a:xfrm>
            <a:off x="182880" y="1188720"/>
            <a:ext cx="475500" cy="22860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37"/>
          <p:cNvSpPr/>
          <p:nvPr/>
        </p:nvSpPr>
        <p:spPr>
          <a:xfrm>
            <a:off x="182880" y="1188720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37"/>
          <p:cNvSpPr/>
          <p:nvPr/>
        </p:nvSpPr>
        <p:spPr>
          <a:xfrm>
            <a:off x="694944" y="1188720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1GT + 3GEB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37"/>
          <p:cNvSpPr/>
          <p:nvPr/>
        </p:nvSpPr>
        <p:spPr>
          <a:xfrm>
            <a:off x="2798064" y="118872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Full plant — no shedding needed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37"/>
          <p:cNvSpPr/>
          <p:nvPr/>
        </p:nvSpPr>
        <p:spPr>
          <a:xfrm>
            <a:off x="6949440" y="1225296"/>
            <a:ext cx="2057400" cy="15540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37"/>
          <p:cNvSpPr/>
          <p:nvPr/>
        </p:nvSpPr>
        <p:spPr>
          <a:xfrm>
            <a:off x="6949440" y="1188720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90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37"/>
          <p:cNvSpPr/>
          <p:nvPr/>
        </p:nvSpPr>
        <p:spPr>
          <a:xfrm>
            <a:off x="182880" y="1429207"/>
            <a:ext cx="4755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37"/>
          <p:cNvSpPr/>
          <p:nvPr/>
        </p:nvSpPr>
        <p:spPr>
          <a:xfrm>
            <a:off x="658368" y="1429207"/>
            <a:ext cx="2103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37"/>
          <p:cNvSpPr/>
          <p:nvPr/>
        </p:nvSpPr>
        <p:spPr>
          <a:xfrm>
            <a:off x="2761488" y="1429207"/>
            <a:ext cx="4188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37"/>
          <p:cNvSpPr/>
          <p:nvPr/>
        </p:nvSpPr>
        <p:spPr>
          <a:xfrm>
            <a:off x="6949440" y="1429207"/>
            <a:ext cx="21489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37"/>
          <p:cNvSpPr/>
          <p:nvPr/>
        </p:nvSpPr>
        <p:spPr>
          <a:xfrm>
            <a:off x="182880" y="1429207"/>
            <a:ext cx="475500" cy="22860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37"/>
          <p:cNvSpPr/>
          <p:nvPr/>
        </p:nvSpPr>
        <p:spPr>
          <a:xfrm>
            <a:off x="182880" y="1429207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37"/>
          <p:cNvSpPr/>
          <p:nvPr/>
        </p:nvSpPr>
        <p:spPr>
          <a:xfrm>
            <a:off x="694944" y="1429207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1GT + 2GEB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37"/>
          <p:cNvSpPr/>
          <p:nvPr/>
        </p:nvSpPr>
        <p:spPr>
          <a:xfrm>
            <a:off x="2798064" y="1429207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Full plant — no shedding needed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37"/>
          <p:cNvSpPr/>
          <p:nvPr/>
        </p:nvSpPr>
        <p:spPr>
          <a:xfrm>
            <a:off x="6949440" y="1465783"/>
            <a:ext cx="1600200" cy="15540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37"/>
          <p:cNvSpPr/>
          <p:nvPr/>
        </p:nvSpPr>
        <p:spPr>
          <a:xfrm>
            <a:off x="6949440" y="1429207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70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37"/>
          <p:cNvSpPr/>
          <p:nvPr/>
        </p:nvSpPr>
        <p:spPr>
          <a:xfrm>
            <a:off x="182880" y="1669694"/>
            <a:ext cx="4755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37"/>
          <p:cNvSpPr/>
          <p:nvPr/>
        </p:nvSpPr>
        <p:spPr>
          <a:xfrm>
            <a:off x="658368" y="1669694"/>
            <a:ext cx="2103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37"/>
          <p:cNvSpPr/>
          <p:nvPr/>
        </p:nvSpPr>
        <p:spPr>
          <a:xfrm>
            <a:off x="2761488" y="1669694"/>
            <a:ext cx="4188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37"/>
          <p:cNvSpPr/>
          <p:nvPr/>
        </p:nvSpPr>
        <p:spPr>
          <a:xfrm>
            <a:off x="6949440" y="1669694"/>
            <a:ext cx="21489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37"/>
          <p:cNvSpPr/>
          <p:nvPr/>
        </p:nvSpPr>
        <p:spPr>
          <a:xfrm>
            <a:off x="182880" y="1669694"/>
            <a:ext cx="475500" cy="22860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37"/>
          <p:cNvSpPr/>
          <p:nvPr/>
        </p:nvSpPr>
        <p:spPr>
          <a:xfrm>
            <a:off x="182880" y="1669694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37"/>
          <p:cNvSpPr/>
          <p:nvPr/>
        </p:nvSpPr>
        <p:spPr>
          <a:xfrm>
            <a:off x="694944" y="1669694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1GT + 1GEB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37"/>
          <p:cNvSpPr/>
          <p:nvPr/>
        </p:nvSpPr>
        <p:spPr>
          <a:xfrm>
            <a:off x="2798064" y="1669694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37"/>
          <p:cNvSpPr/>
          <p:nvPr/>
        </p:nvSpPr>
        <p:spPr>
          <a:xfrm>
            <a:off x="6949440" y="1706270"/>
            <a:ext cx="1143000" cy="15540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7"/>
          <p:cNvSpPr/>
          <p:nvPr/>
        </p:nvSpPr>
        <p:spPr>
          <a:xfrm>
            <a:off x="6949440" y="1669694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50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7"/>
          <p:cNvSpPr/>
          <p:nvPr/>
        </p:nvSpPr>
        <p:spPr>
          <a:xfrm>
            <a:off x="182880" y="1910182"/>
            <a:ext cx="4755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37"/>
          <p:cNvSpPr/>
          <p:nvPr/>
        </p:nvSpPr>
        <p:spPr>
          <a:xfrm>
            <a:off x="658368" y="1910182"/>
            <a:ext cx="2103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37"/>
          <p:cNvSpPr/>
          <p:nvPr/>
        </p:nvSpPr>
        <p:spPr>
          <a:xfrm>
            <a:off x="2761488" y="1910182"/>
            <a:ext cx="4188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37"/>
          <p:cNvSpPr/>
          <p:nvPr/>
        </p:nvSpPr>
        <p:spPr>
          <a:xfrm>
            <a:off x="6949440" y="1910182"/>
            <a:ext cx="21489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37"/>
          <p:cNvSpPr/>
          <p:nvPr/>
        </p:nvSpPr>
        <p:spPr>
          <a:xfrm>
            <a:off x="182880" y="1910182"/>
            <a:ext cx="475500" cy="2286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37"/>
          <p:cNvSpPr/>
          <p:nvPr/>
        </p:nvSpPr>
        <p:spPr>
          <a:xfrm>
            <a:off x="182880" y="1910182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37"/>
          <p:cNvSpPr/>
          <p:nvPr/>
        </p:nvSpPr>
        <p:spPr>
          <a:xfrm>
            <a:off x="694944" y="1910182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STG3 + 3GEB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37"/>
          <p:cNvSpPr/>
          <p:nvPr/>
        </p:nvSpPr>
        <p:spPr>
          <a:xfrm>
            <a:off x="2798064" y="191018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LDPE-11, LDPE-12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7"/>
          <p:cNvSpPr/>
          <p:nvPr/>
        </p:nvSpPr>
        <p:spPr>
          <a:xfrm>
            <a:off x="6949440" y="1946758"/>
            <a:ext cx="1451700" cy="1554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37"/>
          <p:cNvSpPr/>
          <p:nvPr/>
        </p:nvSpPr>
        <p:spPr>
          <a:xfrm>
            <a:off x="6949440" y="1910182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63.5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37"/>
          <p:cNvSpPr/>
          <p:nvPr/>
        </p:nvSpPr>
        <p:spPr>
          <a:xfrm>
            <a:off x="182880" y="2150669"/>
            <a:ext cx="4755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7"/>
          <p:cNvSpPr/>
          <p:nvPr/>
        </p:nvSpPr>
        <p:spPr>
          <a:xfrm>
            <a:off x="658368" y="2150669"/>
            <a:ext cx="2103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37"/>
          <p:cNvSpPr/>
          <p:nvPr/>
        </p:nvSpPr>
        <p:spPr>
          <a:xfrm>
            <a:off x="2761488" y="2150669"/>
            <a:ext cx="4188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37"/>
          <p:cNvSpPr/>
          <p:nvPr/>
        </p:nvSpPr>
        <p:spPr>
          <a:xfrm>
            <a:off x="6949440" y="2150669"/>
            <a:ext cx="21489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37"/>
          <p:cNvSpPr/>
          <p:nvPr/>
        </p:nvSpPr>
        <p:spPr>
          <a:xfrm>
            <a:off x="182880" y="2150669"/>
            <a:ext cx="475500" cy="2286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37"/>
          <p:cNvSpPr/>
          <p:nvPr/>
        </p:nvSpPr>
        <p:spPr>
          <a:xfrm>
            <a:off x="182880" y="2150669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37"/>
          <p:cNvSpPr/>
          <p:nvPr/>
        </p:nvSpPr>
        <p:spPr>
          <a:xfrm>
            <a:off x="694944" y="2150669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STG3 + 2GEB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37"/>
          <p:cNvSpPr/>
          <p:nvPr/>
        </p:nvSpPr>
        <p:spPr>
          <a:xfrm>
            <a:off x="2798064" y="2150669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LDPE-11, LDPE-12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7"/>
          <p:cNvSpPr/>
          <p:nvPr/>
        </p:nvSpPr>
        <p:spPr>
          <a:xfrm>
            <a:off x="6949440" y="2187245"/>
            <a:ext cx="994500" cy="1554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37"/>
          <p:cNvSpPr/>
          <p:nvPr/>
        </p:nvSpPr>
        <p:spPr>
          <a:xfrm>
            <a:off x="6949440" y="2150669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43.5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37"/>
          <p:cNvSpPr/>
          <p:nvPr/>
        </p:nvSpPr>
        <p:spPr>
          <a:xfrm>
            <a:off x="182880" y="2391156"/>
            <a:ext cx="4755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37"/>
          <p:cNvSpPr/>
          <p:nvPr/>
        </p:nvSpPr>
        <p:spPr>
          <a:xfrm>
            <a:off x="658368" y="2391156"/>
            <a:ext cx="2103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37"/>
          <p:cNvSpPr/>
          <p:nvPr/>
        </p:nvSpPr>
        <p:spPr>
          <a:xfrm>
            <a:off x="2761488" y="2391156"/>
            <a:ext cx="4188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37"/>
          <p:cNvSpPr/>
          <p:nvPr/>
        </p:nvSpPr>
        <p:spPr>
          <a:xfrm>
            <a:off x="6949440" y="2391156"/>
            <a:ext cx="21489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37"/>
          <p:cNvSpPr/>
          <p:nvPr/>
        </p:nvSpPr>
        <p:spPr>
          <a:xfrm>
            <a:off x="182880" y="2391156"/>
            <a:ext cx="475500" cy="2286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37"/>
          <p:cNvSpPr/>
          <p:nvPr/>
        </p:nvSpPr>
        <p:spPr>
          <a:xfrm>
            <a:off x="182880" y="2391156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37"/>
          <p:cNvSpPr/>
          <p:nvPr/>
        </p:nvSpPr>
        <p:spPr>
          <a:xfrm>
            <a:off x="694944" y="2391156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STG3 + 1GEB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37"/>
          <p:cNvSpPr/>
          <p:nvPr/>
        </p:nvSpPr>
        <p:spPr>
          <a:xfrm>
            <a:off x="2798064" y="239115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LDPE-11/12, FPU, PT, N2O2, EQ, PPCP, VCPVC, PP4, PBR-1/2, BD Comp, ACN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37"/>
          <p:cNvSpPr/>
          <p:nvPr/>
        </p:nvSpPr>
        <p:spPr>
          <a:xfrm>
            <a:off x="6949440" y="2427732"/>
            <a:ext cx="537300" cy="1554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37"/>
          <p:cNvSpPr/>
          <p:nvPr/>
        </p:nvSpPr>
        <p:spPr>
          <a:xfrm>
            <a:off x="6949440" y="2391156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23.5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37"/>
          <p:cNvSpPr/>
          <p:nvPr/>
        </p:nvSpPr>
        <p:spPr>
          <a:xfrm>
            <a:off x="182880" y="2631643"/>
            <a:ext cx="4755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37"/>
          <p:cNvSpPr/>
          <p:nvPr/>
        </p:nvSpPr>
        <p:spPr>
          <a:xfrm>
            <a:off x="658368" y="2631643"/>
            <a:ext cx="2103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7"/>
          <p:cNvSpPr/>
          <p:nvPr/>
        </p:nvSpPr>
        <p:spPr>
          <a:xfrm>
            <a:off x="2761488" y="2631643"/>
            <a:ext cx="4188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7"/>
          <p:cNvSpPr/>
          <p:nvPr/>
        </p:nvSpPr>
        <p:spPr>
          <a:xfrm>
            <a:off x="6949440" y="2631643"/>
            <a:ext cx="21489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7"/>
          <p:cNvSpPr/>
          <p:nvPr/>
        </p:nvSpPr>
        <p:spPr>
          <a:xfrm>
            <a:off x="182880" y="2631643"/>
            <a:ext cx="4755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7"/>
          <p:cNvSpPr/>
          <p:nvPr/>
        </p:nvSpPr>
        <p:spPr>
          <a:xfrm>
            <a:off x="182880" y="2631643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37"/>
          <p:cNvSpPr/>
          <p:nvPr/>
        </p:nvSpPr>
        <p:spPr>
          <a:xfrm>
            <a:off x="694944" y="2631643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3GEB (no GT)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37"/>
          <p:cNvSpPr/>
          <p:nvPr/>
        </p:nvSpPr>
        <p:spPr>
          <a:xfrm>
            <a:off x="2798064" y="2631643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LDPE-11, LDPE-12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37"/>
          <p:cNvSpPr/>
          <p:nvPr/>
        </p:nvSpPr>
        <p:spPr>
          <a:xfrm>
            <a:off x="6949440" y="2668219"/>
            <a:ext cx="1371600" cy="1554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37"/>
          <p:cNvSpPr/>
          <p:nvPr/>
        </p:nvSpPr>
        <p:spPr>
          <a:xfrm>
            <a:off x="6949440" y="2631643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60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37"/>
          <p:cNvSpPr/>
          <p:nvPr/>
        </p:nvSpPr>
        <p:spPr>
          <a:xfrm>
            <a:off x="182880" y="2872130"/>
            <a:ext cx="4755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37"/>
          <p:cNvSpPr/>
          <p:nvPr/>
        </p:nvSpPr>
        <p:spPr>
          <a:xfrm>
            <a:off x="658368" y="2872130"/>
            <a:ext cx="2103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37"/>
          <p:cNvSpPr/>
          <p:nvPr/>
        </p:nvSpPr>
        <p:spPr>
          <a:xfrm>
            <a:off x="2761488" y="2872130"/>
            <a:ext cx="4188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37"/>
          <p:cNvSpPr/>
          <p:nvPr/>
        </p:nvSpPr>
        <p:spPr>
          <a:xfrm>
            <a:off x="6949440" y="2872130"/>
            <a:ext cx="21489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37"/>
          <p:cNvSpPr/>
          <p:nvPr/>
        </p:nvSpPr>
        <p:spPr>
          <a:xfrm>
            <a:off x="182880" y="2872130"/>
            <a:ext cx="4755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37"/>
          <p:cNvSpPr/>
          <p:nvPr/>
        </p:nvSpPr>
        <p:spPr>
          <a:xfrm>
            <a:off x="182880" y="2872130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7"/>
          <p:cNvSpPr/>
          <p:nvPr/>
        </p:nvSpPr>
        <p:spPr>
          <a:xfrm>
            <a:off x="694944" y="2872130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2GEB (no GT)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37"/>
          <p:cNvSpPr/>
          <p:nvPr/>
        </p:nvSpPr>
        <p:spPr>
          <a:xfrm>
            <a:off x="2798064" y="287213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LDPE-11, LDPE-12, N2O2, EQ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37"/>
          <p:cNvSpPr/>
          <p:nvPr/>
        </p:nvSpPr>
        <p:spPr>
          <a:xfrm>
            <a:off x="6949440" y="2908706"/>
            <a:ext cx="914400" cy="1554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37"/>
          <p:cNvSpPr/>
          <p:nvPr/>
        </p:nvSpPr>
        <p:spPr>
          <a:xfrm>
            <a:off x="6949440" y="2872130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40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37"/>
          <p:cNvSpPr/>
          <p:nvPr/>
        </p:nvSpPr>
        <p:spPr>
          <a:xfrm>
            <a:off x="182880" y="3112618"/>
            <a:ext cx="4755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37"/>
          <p:cNvSpPr/>
          <p:nvPr/>
        </p:nvSpPr>
        <p:spPr>
          <a:xfrm>
            <a:off x="658368" y="3112618"/>
            <a:ext cx="2103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7"/>
          <p:cNvSpPr/>
          <p:nvPr/>
        </p:nvSpPr>
        <p:spPr>
          <a:xfrm>
            <a:off x="2761488" y="3112618"/>
            <a:ext cx="4188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37"/>
          <p:cNvSpPr/>
          <p:nvPr/>
        </p:nvSpPr>
        <p:spPr>
          <a:xfrm>
            <a:off x="6949440" y="3112618"/>
            <a:ext cx="21489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37"/>
          <p:cNvSpPr/>
          <p:nvPr/>
        </p:nvSpPr>
        <p:spPr>
          <a:xfrm>
            <a:off x="182880" y="3112618"/>
            <a:ext cx="475500" cy="2286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37"/>
          <p:cNvSpPr/>
          <p:nvPr/>
        </p:nvSpPr>
        <p:spPr>
          <a:xfrm>
            <a:off x="182880" y="3112618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37"/>
          <p:cNvSpPr/>
          <p:nvPr/>
        </p:nvSpPr>
        <p:spPr>
          <a:xfrm>
            <a:off x="694944" y="3112618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1GEB (no GT)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7"/>
          <p:cNvSpPr/>
          <p:nvPr/>
        </p:nvSpPr>
        <p:spPr>
          <a:xfrm>
            <a:off x="2798064" y="311261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LDPE-11/12, FPU, PT, N2O2, EQ, PPCP, VCPVC, PP4, PBR-1/2, BD Comp, ACN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37"/>
          <p:cNvSpPr/>
          <p:nvPr/>
        </p:nvSpPr>
        <p:spPr>
          <a:xfrm>
            <a:off x="6949440" y="3149194"/>
            <a:ext cx="457200" cy="1554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37"/>
          <p:cNvSpPr/>
          <p:nvPr/>
        </p:nvSpPr>
        <p:spPr>
          <a:xfrm>
            <a:off x="6949440" y="3112618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37"/>
          <p:cNvSpPr/>
          <p:nvPr/>
        </p:nvSpPr>
        <p:spPr>
          <a:xfrm>
            <a:off x="182880" y="3353105"/>
            <a:ext cx="4755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37"/>
          <p:cNvSpPr/>
          <p:nvPr/>
        </p:nvSpPr>
        <p:spPr>
          <a:xfrm>
            <a:off x="658368" y="3353105"/>
            <a:ext cx="2103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37"/>
          <p:cNvSpPr/>
          <p:nvPr/>
        </p:nvSpPr>
        <p:spPr>
          <a:xfrm>
            <a:off x="2761488" y="3353105"/>
            <a:ext cx="4188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37"/>
          <p:cNvSpPr/>
          <p:nvPr/>
        </p:nvSpPr>
        <p:spPr>
          <a:xfrm>
            <a:off x="6949440" y="3353105"/>
            <a:ext cx="21489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37"/>
          <p:cNvSpPr/>
          <p:nvPr/>
        </p:nvSpPr>
        <p:spPr>
          <a:xfrm>
            <a:off x="182880" y="3353105"/>
            <a:ext cx="475500" cy="228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37"/>
          <p:cNvSpPr/>
          <p:nvPr/>
        </p:nvSpPr>
        <p:spPr>
          <a:xfrm>
            <a:off x="182880" y="3353105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37"/>
          <p:cNvSpPr/>
          <p:nvPr/>
        </p:nvSpPr>
        <p:spPr>
          <a:xfrm>
            <a:off x="694944" y="3353105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1GT (islanded)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37"/>
          <p:cNvSpPr/>
          <p:nvPr/>
        </p:nvSpPr>
        <p:spPr>
          <a:xfrm>
            <a:off x="2798064" y="3353105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LDPE-11/12, FPU, PT, N2O2, EQ, PPCP, VCPVC, PP4, PBR-1/2, BD Comp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37"/>
          <p:cNvSpPr/>
          <p:nvPr/>
        </p:nvSpPr>
        <p:spPr>
          <a:xfrm>
            <a:off x="6949440" y="3389681"/>
            <a:ext cx="685800" cy="155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37"/>
          <p:cNvSpPr/>
          <p:nvPr/>
        </p:nvSpPr>
        <p:spPr>
          <a:xfrm>
            <a:off x="6949440" y="3353105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30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37"/>
          <p:cNvSpPr/>
          <p:nvPr/>
        </p:nvSpPr>
        <p:spPr>
          <a:xfrm>
            <a:off x="182880" y="3593592"/>
            <a:ext cx="4755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37"/>
          <p:cNvSpPr/>
          <p:nvPr/>
        </p:nvSpPr>
        <p:spPr>
          <a:xfrm>
            <a:off x="658368" y="3593592"/>
            <a:ext cx="2103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7"/>
          <p:cNvSpPr/>
          <p:nvPr/>
        </p:nvSpPr>
        <p:spPr>
          <a:xfrm>
            <a:off x="2761488" y="3593592"/>
            <a:ext cx="4188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37"/>
          <p:cNvSpPr/>
          <p:nvPr/>
        </p:nvSpPr>
        <p:spPr>
          <a:xfrm>
            <a:off x="6949440" y="3593592"/>
            <a:ext cx="21489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7"/>
          <p:cNvSpPr/>
          <p:nvPr/>
        </p:nvSpPr>
        <p:spPr>
          <a:xfrm>
            <a:off x="182880" y="3593592"/>
            <a:ext cx="475500" cy="228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37"/>
          <p:cNvSpPr/>
          <p:nvPr/>
        </p:nvSpPr>
        <p:spPr>
          <a:xfrm>
            <a:off x="182880" y="3593592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37"/>
          <p:cNvSpPr/>
          <p:nvPr/>
        </p:nvSpPr>
        <p:spPr>
          <a:xfrm>
            <a:off x="694944" y="3593592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1GT + UF2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37"/>
          <p:cNvSpPr/>
          <p:nvPr/>
        </p:nvSpPr>
        <p:spPr>
          <a:xfrm>
            <a:off x="2798064" y="359359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... + ACN added (UF2 stabilised)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37"/>
          <p:cNvSpPr/>
          <p:nvPr/>
        </p:nvSpPr>
        <p:spPr>
          <a:xfrm>
            <a:off x="6949440" y="3630168"/>
            <a:ext cx="685800" cy="155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37"/>
          <p:cNvSpPr/>
          <p:nvPr/>
        </p:nvSpPr>
        <p:spPr>
          <a:xfrm>
            <a:off x="6949440" y="3593592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30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37"/>
          <p:cNvSpPr/>
          <p:nvPr/>
        </p:nvSpPr>
        <p:spPr>
          <a:xfrm>
            <a:off x="182880" y="3834079"/>
            <a:ext cx="4755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37"/>
          <p:cNvSpPr/>
          <p:nvPr/>
        </p:nvSpPr>
        <p:spPr>
          <a:xfrm>
            <a:off x="658368" y="3834079"/>
            <a:ext cx="2103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37"/>
          <p:cNvSpPr/>
          <p:nvPr/>
        </p:nvSpPr>
        <p:spPr>
          <a:xfrm>
            <a:off x="2761488" y="3834079"/>
            <a:ext cx="4188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37"/>
          <p:cNvSpPr/>
          <p:nvPr/>
        </p:nvSpPr>
        <p:spPr>
          <a:xfrm>
            <a:off x="6949440" y="3834079"/>
            <a:ext cx="21489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37"/>
          <p:cNvSpPr/>
          <p:nvPr/>
        </p:nvSpPr>
        <p:spPr>
          <a:xfrm>
            <a:off x="182880" y="3834079"/>
            <a:ext cx="475500" cy="228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37"/>
          <p:cNvSpPr/>
          <p:nvPr/>
        </p:nvSpPr>
        <p:spPr>
          <a:xfrm>
            <a:off x="182880" y="3834079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37"/>
          <p:cNvSpPr/>
          <p:nvPr/>
        </p:nvSpPr>
        <p:spPr>
          <a:xfrm>
            <a:off x="694944" y="3834079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1GT + STG3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7"/>
          <p:cNvSpPr/>
          <p:nvPr/>
        </p:nvSpPr>
        <p:spPr>
          <a:xfrm>
            <a:off x="2798064" y="3834079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LDPE-11/12, FPU, PT, N2O2, EQ, PPCP, PP4, PBR-1/2, BD Comp (VCPVC shed)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7"/>
          <p:cNvSpPr/>
          <p:nvPr/>
        </p:nvSpPr>
        <p:spPr>
          <a:xfrm>
            <a:off x="6949440" y="3870655"/>
            <a:ext cx="765900" cy="155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37"/>
          <p:cNvSpPr/>
          <p:nvPr/>
        </p:nvSpPr>
        <p:spPr>
          <a:xfrm>
            <a:off x="6949440" y="3834079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33.5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7"/>
          <p:cNvSpPr/>
          <p:nvPr/>
        </p:nvSpPr>
        <p:spPr>
          <a:xfrm>
            <a:off x="182880" y="4074566"/>
            <a:ext cx="4755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37"/>
          <p:cNvSpPr/>
          <p:nvPr/>
        </p:nvSpPr>
        <p:spPr>
          <a:xfrm>
            <a:off x="658368" y="4074566"/>
            <a:ext cx="2103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37"/>
          <p:cNvSpPr/>
          <p:nvPr/>
        </p:nvSpPr>
        <p:spPr>
          <a:xfrm>
            <a:off x="2761488" y="4074566"/>
            <a:ext cx="4188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37"/>
          <p:cNvSpPr/>
          <p:nvPr/>
        </p:nvSpPr>
        <p:spPr>
          <a:xfrm>
            <a:off x="6949440" y="4074566"/>
            <a:ext cx="21489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37"/>
          <p:cNvSpPr/>
          <p:nvPr/>
        </p:nvSpPr>
        <p:spPr>
          <a:xfrm>
            <a:off x="182880" y="4074566"/>
            <a:ext cx="475500" cy="228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37"/>
          <p:cNvSpPr/>
          <p:nvPr/>
        </p:nvSpPr>
        <p:spPr>
          <a:xfrm>
            <a:off x="182880" y="4074566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7"/>
          <p:cNvSpPr/>
          <p:nvPr/>
        </p:nvSpPr>
        <p:spPr>
          <a:xfrm>
            <a:off x="694944" y="4074566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1GT + STG3 + UF2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7"/>
          <p:cNvSpPr/>
          <p:nvPr/>
        </p:nvSpPr>
        <p:spPr>
          <a:xfrm>
            <a:off x="2798064" y="407456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... + VCPVC added back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7"/>
          <p:cNvSpPr/>
          <p:nvPr/>
        </p:nvSpPr>
        <p:spPr>
          <a:xfrm>
            <a:off x="6949440" y="4111142"/>
            <a:ext cx="765900" cy="155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37"/>
          <p:cNvSpPr/>
          <p:nvPr/>
        </p:nvSpPr>
        <p:spPr>
          <a:xfrm>
            <a:off x="6949440" y="4074566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33.5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7"/>
          <p:cNvSpPr/>
          <p:nvPr/>
        </p:nvSpPr>
        <p:spPr>
          <a:xfrm>
            <a:off x="182880" y="4315054"/>
            <a:ext cx="4755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7"/>
          <p:cNvSpPr/>
          <p:nvPr/>
        </p:nvSpPr>
        <p:spPr>
          <a:xfrm>
            <a:off x="658368" y="4315054"/>
            <a:ext cx="2103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37"/>
          <p:cNvSpPr/>
          <p:nvPr/>
        </p:nvSpPr>
        <p:spPr>
          <a:xfrm>
            <a:off x="2761488" y="4315054"/>
            <a:ext cx="4188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37"/>
          <p:cNvSpPr/>
          <p:nvPr/>
        </p:nvSpPr>
        <p:spPr>
          <a:xfrm>
            <a:off x="6949440" y="4315054"/>
            <a:ext cx="21489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37"/>
          <p:cNvSpPr/>
          <p:nvPr/>
        </p:nvSpPr>
        <p:spPr>
          <a:xfrm>
            <a:off x="182880" y="4315054"/>
            <a:ext cx="475500" cy="228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37"/>
          <p:cNvSpPr/>
          <p:nvPr/>
        </p:nvSpPr>
        <p:spPr>
          <a:xfrm>
            <a:off x="182880" y="4315054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7"/>
          <p:cNvSpPr/>
          <p:nvPr/>
        </p:nvSpPr>
        <p:spPr>
          <a:xfrm>
            <a:off x="694944" y="4315054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1GT + STG3 + UF2 + UF3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37"/>
          <p:cNvSpPr/>
          <p:nvPr/>
        </p:nvSpPr>
        <p:spPr>
          <a:xfrm>
            <a:off x="2798064" y="4315054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 loads incl. ACN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7"/>
          <p:cNvSpPr/>
          <p:nvPr/>
        </p:nvSpPr>
        <p:spPr>
          <a:xfrm>
            <a:off x="6949440" y="4351630"/>
            <a:ext cx="765900" cy="155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7"/>
          <p:cNvSpPr/>
          <p:nvPr/>
        </p:nvSpPr>
        <p:spPr>
          <a:xfrm>
            <a:off x="6949440" y="4315054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33.5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37"/>
          <p:cNvSpPr/>
          <p:nvPr/>
        </p:nvSpPr>
        <p:spPr>
          <a:xfrm>
            <a:off x="182880" y="4555541"/>
            <a:ext cx="4755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37"/>
          <p:cNvSpPr/>
          <p:nvPr/>
        </p:nvSpPr>
        <p:spPr>
          <a:xfrm>
            <a:off x="658368" y="4555541"/>
            <a:ext cx="2103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37"/>
          <p:cNvSpPr/>
          <p:nvPr/>
        </p:nvSpPr>
        <p:spPr>
          <a:xfrm>
            <a:off x="2761488" y="4555541"/>
            <a:ext cx="41880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37"/>
          <p:cNvSpPr/>
          <p:nvPr/>
        </p:nvSpPr>
        <p:spPr>
          <a:xfrm>
            <a:off x="6949440" y="4555541"/>
            <a:ext cx="2148900" cy="22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37"/>
          <p:cNvSpPr/>
          <p:nvPr/>
        </p:nvSpPr>
        <p:spPr>
          <a:xfrm>
            <a:off x="182880" y="4555541"/>
            <a:ext cx="475500" cy="2286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7"/>
          <p:cNvSpPr/>
          <p:nvPr/>
        </p:nvSpPr>
        <p:spPr>
          <a:xfrm>
            <a:off x="182880" y="4555541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37"/>
          <p:cNvSpPr/>
          <p:nvPr/>
        </p:nvSpPr>
        <p:spPr>
          <a:xfrm>
            <a:off x="694944" y="4555541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2GT + STG3 + UF2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37"/>
          <p:cNvSpPr/>
          <p:nvPr/>
        </p:nvSpPr>
        <p:spPr>
          <a:xfrm>
            <a:off x="2798064" y="4555541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LDPE-11, FPU, PT, PP4, PBR-1/2, BD Comp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7"/>
          <p:cNvSpPr/>
          <p:nvPr/>
        </p:nvSpPr>
        <p:spPr>
          <a:xfrm>
            <a:off x="6949440" y="4592117"/>
            <a:ext cx="1451700" cy="1554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37"/>
          <p:cNvSpPr/>
          <p:nvPr/>
        </p:nvSpPr>
        <p:spPr>
          <a:xfrm>
            <a:off x="6949440" y="4555541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63.5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7"/>
          <p:cNvSpPr/>
          <p:nvPr/>
        </p:nvSpPr>
        <p:spPr>
          <a:xfrm>
            <a:off x="182880" y="4796028"/>
            <a:ext cx="4755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7"/>
          <p:cNvSpPr/>
          <p:nvPr/>
        </p:nvSpPr>
        <p:spPr>
          <a:xfrm>
            <a:off x="658368" y="4796028"/>
            <a:ext cx="2103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37"/>
          <p:cNvSpPr/>
          <p:nvPr/>
        </p:nvSpPr>
        <p:spPr>
          <a:xfrm>
            <a:off x="2761488" y="4796028"/>
            <a:ext cx="41880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37"/>
          <p:cNvSpPr/>
          <p:nvPr/>
        </p:nvSpPr>
        <p:spPr>
          <a:xfrm>
            <a:off x="6949440" y="4796028"/>
            <a:ext cx="2148900" cy="2286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37"/>
          <p:cNvSpPr/>
          <p:nvPr/>
        </p:nvSpPr>
        <p:spPr>
          <a:xfrm>
            <a:off x="182880" y="4796028"/>
            <a:ext cx="475500" cy="2286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7"/>
          <p:cNvSpPr/>
          <p:nvPr/>
        </p:nvSpPr>
        <p:spPr>
          <a:xfrm>
            <a:off x="182880" y="4796028"/>
            <a:ext cx="47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37"/>
          <p:cNvSpPr/>
          <p:nvPr/>
        </p:nvSpPr>
        <p:spPr>
          <a:xfrm>
            <a:off x="694944" y="4796028"/>
            <a:ext cx="203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2GT + STG3 + UF2 + UF3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37"/>
          <p:cNvSpPr/>
          <p:nvPr/>
        </p:nvSpPr>
        <p:spPr>
          <a:xfrm>
            <a:off x="2798064" y="479602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MAHI, R&amp;D, MLS Z0, LDPE-11/12, FPU, PT, N2O2, EQ, PP4, PBR-1/2, BD Comp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37"/>
          <p:cNvSpPr/>
          <p:nvPr/>
        </p:nvSpPr>
        <p:spPr>
          <a:xfrm>
            <a:off x="6949440" y="4832604"/>
            <a:ext cx="1451700" cy="1554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7"/>
          <p:cNvSpPr/>
          <p:nvPr/>
        </p:nvSpPr>
        <p:spPr>
          <a:xfrm>
            <a:off x="6949440" y="4796028"/>
            <a:ext cx="210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63.5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37"/>
          <p:cNvSpPr/>
          <p:nvPr/>
        </p:nvSpPr>
        <p:spPr>
          <a:xfrm>
            <a:off x="9116568" y="914400"/>
            <a:ext cx="27300" cy="38589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37"/>
          <p:cNvSpPr/>
          <p:nvPr/>
        </p:nvSpPr>
        <p:spPr>
          <a:xfrm>
            <a:off x="8979408" y="1188720"/>
            <a:ext cx="137100" cy="722400"/>
          </a:xfrm>
          <a:prstGeom prst="rect">
            <a:avLst/>
          </a:prstGeom>
          <a:solidFill>
            <a:srgbClr val="1B5E20"/>
          </a:solidFill>
          <a:ln cap="flat" cmpd="sng" w="12700">
            <a:solidFill>
              <a:srgbClr val="1B5E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37"/>
          <p:cNvSpPr/>
          <p:nvPr/>
        </p:nvSpPr>
        <p:spPr>
          <a:xfrm>
            <a:off x="8979408" y="1911096"/>
            <a:ext cx="137100" cy="7224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7"/>
          <p:cNvSpPr/>
          <p:nvPr/>
        </p:nvSpPr>
        <p:spPr>
          <a:xfrm>
            <a:off x="8979408" y="2633472"/>
            <a:ext cx="137100" cy="722400"/>
          </a:xfrm>
          <a:prstGeom prst="rect">
            <a:avLst/>
          </a:prstGeom>
          <a:solidFill>
            <a:srgbClr val="E65100"/>
          </a:solidFill>
          <a:ln cap="flat" cmpd="sng" w="1270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37"/>
          <p:cNvSpPr/>
          <p:nvPr/>
        </p:nvSpPr>
        <p:spPr>
          <a:xfrm>
            <a:off x="8979408" y="3355848"/>
            <a:ext cx="137100" cy="9600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7"/>
          <p:cNvSpPr/>
          <p:nvPr/>
        </p:nvSpPr>
        <p:spPr>
          <a:xfrm>
            <a:off x="8979408" y="4315968"/>
            <a:ext cx="137100" cy="7224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4F6F9"/>
        </a:solidFill>
      </p:bgPr>
    </p:bg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3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38"/>
          <p:cNvSpPr/>
          <p:nvPr/>
        </p:nvSpPr>
        <p:spPr>
          <a:xfrm>
            <a:off x="228600" y="0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Shedding — Why, What Never Sheds, &amp; Future State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38"/>
          <p:cNvSpPr/>
          <p:nvPr/>
        </p:nvSpPr>
        <p:spPr>
          <a:xfrm>
            <a:off x="182880" y="749808"/>
            <a:ext cx="4114800" cy="2742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8"/>
          <p:cNvSpPr/>
          <p:nvPr/>
        </p:nvSpPr>
        <p:spPr>
          <a:xfrm>
            <a:off x="182880" y="74980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Load Shedding?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38"/>
          <p:cNvSpPr/>
          <p:nvPr/>
        </p:nvSpPr>
        <p:spPr>
          <a:xfrm>
            <a:off x="182880" y="1078992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38"/>
          <p:cNvSpPr/>
          <p:nvPr/>
        </p:nvSpPr>
        <p:spPr>
          <a:xfrm>
            <a:off x="182880" y="1078992"/>
            <a:ext cx="457200" cy="4572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8"/>
          <p:cNvSpPr/>
          <p:nvPr/>
        </p:nvSpPr>
        <p:spPr>
          <a:xfrm>
            <a:off x="182880" y="10789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8"/>
          <p:cNvSpPr/>
          <p:nvPr/>
        </p:nvSpPr>
        <p:spPr>
          <a:xfrm>
            <a:off x="694944" y="1115568"/>
            <a:ext cx="352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Generation &lt; 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38"/>
          <p:cNvSpPr/>
          <p:nvPr/>
        </p:nvSpPr>
        <p:spPr>
          <a:xfrm>
            <a:off x="694944" y="1316736"/>
            <a:ext cx="352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Frequency drops — generators trip — complete blackout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38"/>
          <p:cNvSpPr/>
          <p:nvPr/>
        </p:nvSpPr>
        <p:spPr>
          <a:xfrm>
            <a:off x="182880" y="1581912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38"/>
          <p:cNvSpPr/>
          <p:nvPr/>
        </p:nvSpPr>
        <p:spPr>
          <a:xfrm>
            <a:off x="182880" y="1581912"/>
            <a:ext cx="457200" cy="4572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38"/>
          <p:cNvSpPr/>
          <p:nvPr/>
        </p:nvSpPr>
        <p:spPr>
          <a:xfrm>
            <a:off x="182880" y="15819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8"/>
          <p:cNvSpPr/>
          <p:nvPr/>
        </p:nvSpPr>
        <p:spPr>
          <a:xfrm>
            <a:off x="694944" y="1618488"/>
            <a:ext cx="352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Speed is critical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38"/>
          <p:cNvSpPr/>
          <p:nvPr/>
        </p:nvSpPr>
        <p:spPr>
          <a:xfrm>
            <a:off x="694944" y="1819656"/>
            <a:ext cx="352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PLC detects &amp; sheds within 200 ms — human reaction impossible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38"/>
          <p:cNvSpPr/>
          <p:nvPr/>
        </p:nvSpPr>
        <p:spPr>
          <a:xfrm>
            <a:off x="182880" y="2084832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8"/>
          <p:cNvSpPr/>
          <p:nvPr/>
        </p:nvSpPr>
        <p:spPr>
          <a:xfrm>
            <a:off x="182880" y="2084832"/>
            <a:ext cx="457200" cy="4572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38"/>
          <p:cNvSpPr/>
          <p:nvPr/>
        </p:nvSpPr>
        <p:spPr>
          <a:xfrm>
            <a:off x="182880" y="20848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🏭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38"/>
          <p:cNvSpPr/>
          <p:nvPr/>
        </p:nvSpPr>
        <p:spPr>
          <a:xfrm>
            <a:off x="694944" y="2121408"/>
            <a:ext cx="352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Protect plant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8"/>
          <p:cNvSpPr/>
          <p:nvPr/>
        </p:nvSpPr>
        <p:spPr>
          <a:xfrm>
            <a:off x="694944" y="2322576"/>
            <a:ext cx="352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Controlled shed prevents process upsets in LDPE, PPCP, VCPVC reactors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38"/>
          <p:cNvSpPr/>
          <p:nvPr/>
        </p:nvSpPr>
        <p:spPr>
          <a:xfrm>
            <a:off x="182880" y="2587752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8"/>
          <p:cNvSpPr/>
          <p:nvPr/>
        </p:nvSpPr>
        <p:spPr>
          <a:xfrm>
            <a:off x="182880" y="2587752"/>
            <a:ext cx="457200" cy="4572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8"/>
          <p:cNvSpPr/>
          <p:nvPr/>
        </p:nvSpPr>
        <p:spPr>
          <a:xfrm>
            <a:off x="182880" y="2587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38"/>
          <p:cNvSpPr/>
          <p:nvPr/>
        </p:nvSpPr>
        <p:spPr>
          <a:xfrm>
            <a:off x="694944" y="2624328"/>
            <a:ext cx="352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Safety loads stay 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38"/>
          <p:cNvSpPr/>
          <p:nvPr/>
        </p:nvSpPr>
        <p:spPr>
          <a:xfrm>
            <a:off x="694944" y="2825496"/>
            <a:ext cx="352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Fire pumps, ESD, GT auxiliaries — always live, always protected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38"/>
          <p:cNvSpPr/>
          <p:nvPr/>
        </p:nvSpPr>
        <p:spPr>
          <a:xfrm>
            <a:off x="182880" y="3145536"/>
            <a:ext cx="4114800" cy="2559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8"/>
          <p:cNvSpPr/>
          <p:nvPr/>
        </p:nvSpPr>
        <p:spPr>
          <a:xfrm>
            <a:off x="182880" y="3145536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UF2 / UF3 — Underfrequency Relay Stages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8"/>
          <p:cNvSpPr/>
          <p:nvPr/>
        </p:nvSpPr>
        <p:spPr>
          <a:xfrm>
            <a:off x="182880" y="3401568"/>
            <a:ext cx="658500" cy="3291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8"/>
          <p:cNvSpPr/>
          <p:nvPr/>
        </p:nvSpPr>
        <p:spPr>
          <a:xfrm>
            <a:off x="841248" y="3401568"/>
            <a:ext cx="932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38"/>
          <p:cNvSpPr/>
          <p:nvPr/>
        </p:nvSpPr>
        <p:spPr>
          <a:xfrm>
            <a:off x="1773936" y="3401568"/>
            <a:ext cx="25236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8"/>
          <p:cNvSpPr/>
          <p:nvPr/>
        </p:nvSpPr>
        <p:spPr>
          <a:xfrm>
            <a:off x="182880" y="3401568"/>
            <a:ext cx="658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38"/>
          <p:cNvSpPr/>
          <p:nvPr/>
        </p:nvSpPr>
        <p:spPr>
          <a:xfrm>
            <a:off x="841248" y="3401568"/>
            <a:ext cx="932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50.0 Hz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38"/>
          <p:cNvSpPr/>
          <p:nvPr/>
        </p:nvSpPr>
        <p:spPr>
          <a:xfrm>
            <a:off x="1810512" y="3401568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 loads on, system stable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8"/>
          <p:cNvSpPr/>
          <p:nvPr/>
        </p:nvSpPr>
        <p:spPr>
          <a:xfrm>
            <a:off x="182880" y="3767328"/>
            <a:ext cx="658500" cy="3291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8"/>
          <p:cNvSpPr/>
          <p:nvPr/>
        </p:nvSpPr>
        <p:spPr>
          <a:xfrm>
            <a:off x="841248" y="3767328"/>
            <a:ext cx="9327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38"/>
          <p:cNvSpPr/>
          <p:nvPr/>
        </p:nvSpPr>
        <p:spPr>
          <a:xfrm>
            <a:off x="1773936" y="3767328"/>
            <a:ext cx="25236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8"/>
          <p:cNvSpPr/>
          <p:nvPr/>
        </p:nvSpPr>
        <p:spPr>
          <a:xfrm>
            <a:off x="182880" y="3767328"/>
            <a:ext cx="658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UF2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8"/>
          <p:cNvSpPr/>
          <p:nvPr/>
        </p:nvSpPr>
        <p:spPr>
          <a:xfrm>
            <a:off x="841248" y="3767328"/>
            <a:ext cx="932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~49.0 Hz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38"/>
          <p:cNvSpPr/>
          <p:nvPr/>
        </p:nvSpPr>
        <p:spPr>
          <a:xfrm>
            <a:off x="1810512" y="3767328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Additional blocks shed automatically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38"/>
          <p:cNvSpPr/>
          <p:nvPr/>
        </p:nvSpPr>
        <p:spPr>
          <a:xfrm>
            <a:off x="182880" y="4133088"/>
            <a:ext cx="658500" cy="329100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8"/>
          <p:cNvSpPr/>
          <p:nvPr/>
        </p:nvSpPr>
        <p:spPr>
          <a:xfrm>
            <a:off x="841248" y="4133088"/>
            <a:ext cx="932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38"/>
          <p:cNvSpPr/>
          <p:nvPr/>
        </p:nvSpPr>
        <p:spPr>
          <a:xfrm>
            <a:off x="1773936" y="4133088"/>
            <a:ext cx="25236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38"/>
          <p:cNvSpPr/>
          <p:nvPr/>
        </p:nvSpPr>
        <p:spPr>
          <a:xfrm>
            <a:off x="182880" y="4133088"/>
            <a:ext cx="658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UF3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38"/>
          <p:cNvSpPr/>
          <p:nvPr/>
        </p:nvSpPr>
        <p:spPr>
          <a:xfrm>
            <a:off x="841248" y="4133088"/>
            <a:ext cx="932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148C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A148C"/>
                </a:solidFill>
                <a:latin typeface="Calibri"/>
                <a:ea typeface="Calibri"/>
                <a:cs typeface="Calibri"/>
                <a:sym typeface="Calibri"/>
              </a:rPr>
              <a:t>~48.5 Hz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38"/>
          <p:cNvSpPr/>
          <p:nvPr/>
        </p:nvSpPr>
        <p:spPr>
          <a:xfrm>
            <a:off x="1810512" y="4133088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Further shedding — last safety 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38"/>
          <p:cNvSpPr/>
          <p:nvPr/>
        </p:nvSpPr>
        <p:spPr>
          <a:xfrm>
            <a:off x="182880" y="4498848"/>
            <a:ext cx="658500" cy="3291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8"/>
          <p:cNvSpPr/>
          <p:nvPr/>
        </p:nvSpPr>
        <p:spPr>
          <a:xfrm>
            <a:off x="841248" y="4498848"/>
            <a:ext cx="9327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38"/>
          <p:cNvSpPr/>
          <p:nvPr/>
        </p:nvSpPr>
        <p:spPr>
          <a:xfrm>
            <a:off x="1773936" y="4498848"/>
            <a:ext cx="2523600" cy="3291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38"/>
          <p:cNvSpPr/>
          <p:nvPr/>
        </p:nvSpPr>
        <p:spPr>
          <a:xfrm>
            <a:off x="182880" y="4498848"/>
            <a:ext cx="658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Blackout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38"/>
          <p:cNvSpPr/>
          <p:nvPr/>
        </p:nvSpPr>
        <p:spPr>
          <a:xfrm>
            <a:off x="841248" y="4498848"/>
            <a:ext cx="932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&lt; 47 Hz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8"/>
          <p:cNvSpPr/>
          <p:nvPr/>
        </p:nvSpPr>
        <p:spPr>
          <a:xfrm>
            <a:off x="1810512" y="4498848"/>
            <a:ext cx="2450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Total plant trip if nothing arrested 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38"/>
          <p:cNvSpPr/>
          <p:nvPr/>
        </p:nvSpPr>
        <p:spPr>
          <a:xfrm>
            <a:off x="4572000" y="749808"/>
            <a:ext cx="4389000" cy="2742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8"/>
          <p:cNvSpPr/>
          <p:nvPr/>
        </p:nvSpPr>
        <p:spPr>
          <a:xfrm>
            <a:off x="4572000" y="749808"/>
            <a:ext cx="43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Non-Sheddable Loads — 21.2 MW — ALWAYS 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38"/>
          <p:cNvSpPr/>
          <p:nvPr/>
        </p:nvSpPr>
        <p:spPr>
          <a:xfrm>
            <a:off x="4572000" y="1078992"/>
            <a:ext cx="43890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8"/>
          <p:cNvSpPr/>
          <p:nvPr/>
        </p:nvSpPr>
        <p:spPr>
          <a:xfrm>
            <a:off x="4572000" y="1078992"/>
            <a:ext cx="63900" cy="4299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8"/>
          <p:cNvSpPr/>
          <p:nvPr/>
        </p:nvSpPr>
        <p:spPr>
          <a:xfrm>
            <a:off x="4681728" y="1106424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Fire Water Pumps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38"/>
          <p:cNvSpPr/>
          <p:nvPr/>
        </p:nvSpPr>
        <p:spPr>
          <a:xfrm>
            <a:off x="4681728" y="1307592"/>
            <a:ext cx="420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Safety — cannot lose under any condition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38"/>
          <p:cNvSpPr/>
          <p:nvPr/>
        </p:nvSpPr>
        <p:spPr>
          <a:xfrm>
            <a:off x="4572000" y="1554480"/>
            <a:ext cx="43890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8"/>
          <p:cNvSpPr/>
          <p:nvPr/>
        </p:nvSpPr>
        <p:spPr>
          <a:xfrm>
            <a:off x="4572000" y="1554480"/>
            <a:ext cx="63900" cy="4299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8"/>
          <p:cNvSpPr/>
          <p:nvPr/>
        </p:nvSpPr>
        <p:spPr>
          <a:xfrm>
            <a:off x="4681728" y="1581912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GT Auxiliaries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38"/>
          <p:cNvSpPr/>
          <p:nvPr/>
        </p:nvSpPr>
        <p:spPr>
          <a:xfrm>
            <a:off x="4681728" y="1783080"/>
            <a:ext cx="420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Lube oil, cooling — stops GT = more generation lost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8"/>
          <p:cNvSpPr/>
          <p:nvPr/>
        </p:nvSpPr>
        <p:spPr>
          <a:xfrm>
            <a:off x="4572000" y="2029968"/>
            <a:ext cx="43890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8"/>
          <p:cNvSpPr/>
          <p:nvPr/>
        </p:nvSpPr>
        <p:spPr>
          <a:xfrm>
            <a:off x="4572000" y="2029968"/>
            <a:ext cx="63900" cy="4299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38"/>
          <p:cNvSpPr/>
          <p:nvPr/>
        </p:nvSpPr>
        <p:spPr>
          <a:xfrm>
            <a:off x="4681728" y="2057400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Critical Bus 203E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38"/>
          <p:cNvSpPr/>
          <p:nvPr/>
        </p:nvSpPr>
        <p:spPr>
          <a:xfrm>
            <a:off x="4681728" y="2258568"/>
            <a:ext cx="420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EMG transformers, ESD systems, dual-fed bus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38"/>
          <p:cNvSpPr/>
          <p:nvPr/>
        </p:nvSpPr>
        <p:spPr>
          <a:xfrm>
            <a:off x="4572000" y="2505456"/>
            <a:ext cx="43890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8"/>
          <p:cNvSpPr/>
          <p:nvPr/>
        </p:nvSpPr>
        <p:spPr>
          <a:xfrm>
            <a:off x="4572000" y="2505456"/>
            <a:ext cx="63900" cy="4299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8"/>
          <p:cNvSpPr/>
          <p:nvPr/>
        </p:nvSpPr>
        <p:spPr>
          <a:xfrm>
            <a:off x="4681728" y="2532888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Min. Cooling Water Pumps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38"/>
          <p:cNvSpPr/>
          <p:nvPr/>
        </p:nvSpPr>
        <p:spPr>
          <a:xfrm>
            <a:off x="4681728" y="2734056"/>
            <a:ext cx="420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Equipment protection — overheating risk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38"/>
          <p:cNvSpPr/>
          <p:nvPr/>
        </p:nvSpPr>
        <p:spPr>
          <a:xfrm>
            <a:off x="4572000" y="2980944"/>
            <a:ext cx="43890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8"/>
          <p:cNvSpPr/>
          <p:nvPr/>
        </p:nvSpPr>
        <p:spPr>
          <a:xfrm>
            <a:off x="4572000" y="2980944"/>
            <a:ext cx="63900" cy="4299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8"/>
          <p:cNvSpPr/>
          <p:nvPr/>
        </p:nvSpPr>
        <p:spPr>
          <a:xfrm>
            <a:off x="4681728" y="3008376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Control &amp; Instrumentation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38"/>
          <p:cNvSpPr/>
          <p:nvPr/>
        </p:nvSpPr>
        <p:spPr>
          <a:xfrm>
            <a:off x="4681728" y="3209544"/>
            <a:ext cx="420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DCS/PLC must stay live to manage the plant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8"/>
          <p:cNvSpPr/>
          <p:nvPr/>
        </p:nvSpPr>
        <p:spPr>
          <a:xfrm>
            <a:off x="4572000" y="3456432"/>
            <a:ext cx="43890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38"/>
          <p:cNvSpPr/>
          <p:nvPr/>
        </p:nvSpPr>
        <p:spPr>
          <a:xfrm>
            <a:off x="4572000" y="3456432"/>
            <a:ext cx="63900" cy="429900"/>
          </a:xfrm>
          <a:prstGeom prst="rect">
            <a:avLst/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38"/>
          <p:cNvSpPr/>
          <p:nvPr/>
        </p:nvSpPr>
        <p:spPr>
          <a:xfrm>
            <a:off x="4681728" y="3483864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Township Essential Supply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38"/>
          <p:cNvSpPr/>
          <p:nvPr/>
        </p:nvSpPr>
        <p:spPr>
          <a:xfrm>
            <a:off x="4681728" y="3685032"/>
            <a:ext cx="420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Safety lighting, emergency systems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38"/>
          <p:cNvSpPr/>
          <p:nvPr/>
        </p:nvSpPr>
        <p:spPr>
          <a:xfrm>
            <a:off x="4572000" y="3886200"/>
            <a:ext cx="4389000" cy="255900"/>
          </a:xfrm>
          <a:prstGeom prst="rect">
            <a:avLst/>
          </a:prstGeom>
          <a:solidFill>
            <a:srgbClr val="F57F17"/>
          </a:solidFill>
          <a:ln cap="flat" cmpd="sng" w="12700">
            <a:solidFill>
              <a:srgbClr val="F57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38"/>
          <p:cNvSpPr/>
          <p:nvPr/>
        </p:nvSpPr>
        <p:spPr>
          <a:xfrm>
            <a:off x="4572000" y="3886200"/>
            <a:ext cx="438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State — After ACN Startup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38"/>
          <p:cNvSpPr/>
          <p:nvPr/>
        </p:nvSpPr>
        <p:spPr>
          <a:xfrm>
            <a:off x="4572000" y="4142232"/>
            <a:ext cx="1463100" cy="1830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8"/>
          <p:cNvSpPr/>
          <p:nvPr/>
        </p:nvSpPr>
        <p:spPr>
          <a:xfrm>
            <a:off x="4608576" y="4142232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38"/>
          <p:cNvSpPr/>
          <p:nvPr/>
        </p:nvSpPr>
        <p:spPr>
          <a:xfrm>
            <a:off x="6035040" y="4142232"/>
            <a:ext cx="1463100" cy="1830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8"/>
          <p:cNvSpPr/>
          <p:nvPr/>
        </p:nvSpPr>
        <p:spPr>
          <a:xfrm>
            <a:off x="6071616" y="4142232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38"/>
          <p:cNvSpPr/>
          <p:nvPr/>
        </p:nvSpPr>
        <p:spPr>
          <a:xfrm>
            <a:off x="7498080" y="4142232"/>
            <a:ext cx="1463100" cy="1830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38"/>
          <p:cNvSpPr/>
          <p:nvPr/>
        </p:nvSpPr>
        <p:spPr>
          <a:xfrm>
            <a:off x="7534656" y="4142232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ACN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38"/>
          <p:cNvSpPr/>
          <p:nvPr/>
        </p:nvSpPr>
        <p:spPr>
          <a:xfrm>
            <a:off x="4572000" y="4343400"/>
            <a:ext cx="1463100" cy="1830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8"/>
          <p:cNvSpPr/>
          <p:nvPr/>
        </p:nvSpPr>
        <p:spPr>
          <a:xfrm>
            <a:off x="4608576" y="4343400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Site Load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8"/>
          <p:cNvSpPr/>
          <p:nvPr/>
        </p:nvSpPr>
        <p:spPr>
          <a:xfrm>
            <a:off x="6035040" y="4343400"/>
            <a:ext cx="1463100" cy="1830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38"/>
          <p:cNvSpPr/>
          <p:nvPr/>
        </p:nvSpPr>
        <p:spPr>
          <a:xfrm>
            <a:off x="6071616" y="4343400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50 MW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38"/>
          <p:cNvSpPr/>
          <p:nvPr/>
        </p:nvSpPr>
        <p:spPr>
          <a:xfrm>
            <a:off x="7498080" y="4343400"/>
            <a:ext cx="1463100" cy="1830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8"/>
          <p:cNvSpPr/>
          <p:nvPr/>
        </p:nvSpPr>
        <p:spPr>
          <a:xfrm>
            <a:off x="7534656" y="4343400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54.8 MW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38"/>
          <p:cNvSpPr/>
          <p:nvPr/>
        </p:nvSpPr>
        <p:spPr>
          <a:xfrm>
            <a:off x="4572000" y="4544568"/>
            <a:ext cx="14631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8"/>
          <p:cNvSpPr/>
          <p:nvPr/>
        </p:nvSpPr>
        <p:spPr>
          <a:xfrm>
            <a:off x="4608576" y="4544568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Sheddable Load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38"/>
          <p:cNvSpPr/>
          <p:nvPr/>
        </p:nvSpPr>
        <p:spPr>
          <a:xfrm>
            <a:off x="6035040" y="4544568"/>
            <a:ext cx="14631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38"/>
          <p:cNvSpPr/>
          <p:nvPr/>
        </p:nvSpPr>
        <p:spPr>
          <a:xfrm>
            <a:off x="6071616" y="4544568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28.8 MW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38"/>
          <p:cNvSpPr/>
          <p:nvPr/>
        </p:nvSpPr>
        <p:spPr>
          <a:xfrm>
            <a:off x="7498080" y="4544568"/>
            <a:ext cx="14631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38"/>
          <p:cNvSpPr/>
          <p:nvPr/>
        </p:nvSpPr>
        <p:spPr>
          <a:xfrm>
            <a:off x="7534656" y="4544568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33.6 MW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38"/>
          <p:cNvSpPr/>
          <p:nvPr/>
        </p:nvSpPr>
        <p:spPr>
          <a:xfrm>
            <a:off x="4572000" y="4745736"/>
            <a:ext cx="1463100" cy="1830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38"/>
          <p:cNvSpPr/>
          <p:nvPr/>
        </p:nvSpPr>
        <p:spPr>
          <a:xfrm>
            <a:off x="4608576" y="4745736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Non-Sheddable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38"/>
          <p:cNvSpPr/>
          <p:nvPr/>
        </p:nvSpPr>
        <p:spPr>
          <a:xfrm>
            <a:off x="6035040" y="4745736"/>
            <a:ext cx="1463100" cy="1830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38"/>
          <p:cNvSpPr/>
          <p:nvPr/>
        </p:nvSpPr>
        <p:spPr>
          <a:xfrm>
            <a:off x="6071616" y="4745736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21.2 MW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38"/>
          <p:cNvSpPr/>
          <p:nvPr/>
        </p:nvSpPr>
        <p:spPr>
          <a:xfrm>
            <a:off x="7498080" y="4745736"/>
            <a:ext cx="1463100" cy="1830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8"/>
          <p:cNvSpPr/>
          <p:nvPr/>
        </p:nvSpPr>
        <p:spPr>
          <a:xfrm>
            <a:off x="7534656" y="4745736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21.2 MW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38"/>
          <p:cNvSpPr/>
          <p:nvPr/>
        </p:nvSpPr>
        <p:spPr>
          <a:xfrm>
            <a:off x="4572000" y="4946904"/>
            <a:ext cx="14631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8"/>
          <p:cNvSpPr/>
          <p:nvPr/>
        </p:nvSpPr>
        <p:spPr>
          <a:xfrm>
            <a:off x="4608576" y="4946904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ACN added to scheme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38"/>
          <p:cNvSpPr/>
          <p:nvPr/>
        </p:nvSpPr>
        <p:spPr>
          <a:xfrm>
            <a:off x="6035040" y="4946904"/>
            <a:ext cx="14631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8"/>
          <p:cNvSpPr/>
          <p:nvPr/>
        </p:nvSpPr>
        <p:spPr>
          <a:xfrm>
            <a:off x="6071616" y="4946904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38"/>
          <p:cNvSpPr/>
          <p:nvPr/>
        </p:nvSpPr>
        <p:spPr>
          <a:xfrm>
            <a:off x="7498080" y="4946904"/>
            <a:ext cx="1463100" cy="18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8"/>
          <p:cNvSpPr/>
          <p:nvPr/>
        </p:nvSpPr>
        <p:spPr>
          <a:xfrm>
            <a:off x="7534656" y="4946904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4.8 MW block added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39"/>
          <p:cNvSpPr/>
          <p:nvPr/>
        </p:nvSpPr>
        <p:spPr>
          <a:xfrm>
            <a:off x="274320" y="109728"/>
            <a:ext cx="6858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Gas Turbine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39"/>
          <p:cNvSpPr/>
          <p:nvPr/>
        </p:nvSpPr>
        <p:spPr>
          <a:xfrm>
            <a:off x="274320" y="548640"/>
            <a:ext cx="685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GT1 / GT2  |  38.75 MVA  11 kV  |  GE Mark VI  |  RIL VMD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7" name="Google Shape;1697;p39"/>
          <p:cNvCxnSpPr/>
          <p:nvPr/>
        </p:nvCxnSpPr>
        <p:spPr>
          <a:xfrm>
            <a:off x="1014920" y="2907792"/>
            <a:ext cx="6720900" cy="0"/>
          </a:xfrm>
          <a:prstGeom prst="straightConnector1">
            <a:avLst/>
          </a:prstGeom>
          <a:noFill/>
          <a:ln cap="flat" cmpd="sng" w="12700">
            <a:solidFill>
              <a:srgbClr val="546E7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98" name="Google Shape;1698;p39"/>
          <p:cNvSpPr/>
          <p:nvPr/>
        </p:nvSpPr>
        <p:spPr>
          <a:xfrm>
            <a:off x="4169600" y="2816352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shaft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39"/>
          <p:cNvSpPr/>
          <p:nvPr/>
        </p:nvSpPr>
        <p:spPr>
          <a:xfrm>
            <a:off x="786320" y="2011680"/>
            <a:ext cx="255900" cy="1783200"/>
          </a:xfrm>
          <a:prstGeom prst="rect">
            <a:avLst/>
          </a:prstGeom>
          <a:solidFill>
            <a:srgbClr val="1565C0">
              <a:alpha val="30199"/>
            </a:srgbClr>
          </a:solidFill>
          <a:ln cap="flat" cmpd="sng" w="1270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39"/>
          <p:cNvSpPr/>
          <p:nvPr/>
        </p:nvSpPr>
        <p:spPr>
          <a:xfrm>
            <a:off x="786320" y="2331720"/>
            <a:ext cx="255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AIR 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39"/>
          <p:cNvSpPr/>
          <p:nvPr/>
        </p:nvSpPr>
        <p:spPr>
          <a:xfrm>
            <a:off x="768032" y="3858768"/>
            <a:ext cx="27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B5F6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36 °C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2" name="Google Shape;1702;p39"/>
          <p:cNvCxnSpPr/>
          <p:nvPr/>
        </p:nvCxnSpPr>
        <p:spPr>
          <a:xfrm>
            <a:off x="1014920" y="2066544"/>
            <a:ext cx="164700" cy="329100"/>
          </a:xfrm>
          <a:prstGeom prst="straightConnector1">
            <a:avLst/>
          </a:prstGeom>
          <a:noFill/>
          <a:ln cap="flat" cmpd="sng" w="25400">
            <a:solidFill>
              <a:srgbClr val="90CA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3" name="Google Shape;1703;p39"/>
          <p:cNvCxnSpPr/>
          <p:nvPr/>
        </p:nvCxnSpPr>
        <p:spPr>
          <a:xfrm flipH="1" rot="10800000">
            <a:off x="1014920" y="3072468"/>
            <a:ext cx="164700" cy="329100"/>
          </a:xfrm>
          <a:prstGeom prst="straightConnector1">
            <a:avLst/>
          </a:prstGeom>
          <a:noFill/>
          <a:ln cap="flat" cmpd="sng" w="25400">
            <a:solidFill>
              <a:srgbClr val="90CA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4" name="Google Shape;1704;p39"/>
          <p:cNvSpPr/>
          <p:nvPr/>
        </p:nvSpPr>
        <p:spPr>
          <a:xfrm>
            <a:off x="1024064" y="385876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IGV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55°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5" name="Google Shape;1705;p39"/>
          <p:cNvCxnSpPr/>
          <p:nvPr/>
        </p:nvCxnSpPr>
        <p:spPr>
          <a:xfrm>
            <a:off x="1014920" y="2907792"/>
            <a:ext cx="246900" cy="0"/>
          </a:xfrm>
          <a:prstGeom prst="straightConnector1">
            <a:avLst/>
          </a:prstGeom>
          <a:noFill/>
          <a:ln cap="flat" cmpd="sng" w="27925">
            <a:solidFill>
              <a:srgbClr val="42A5F5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1706" name="Google Shape;1706;p39"/>
          <p:cNvSpPr/>
          <p:nvPr/>
        </p:nvSpPr>
        <p:spPr>
          <a:xfrm>
            <a:off x="1261808" y="1847088"/>
            <a:ext cx="1481400" cy="2121300"/>
          </a:xfrm>
          <a:prstGeom prst="roundRect">
            <a:avLst>
              <a:gd fmla="val 4938" name="adj"/>
            </a:avLst>
          </a:prstGeom>
          <a:solidFill>
            <a:srgbClr val="0D47A1"/>
          </a:solidFill>
          <a:ln cap="flat" cmpd="sng" w="15225">
            <a:solidFill>
              <a:srgbClr val="1976D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9"/>
          <p:cNvSpPr/>
          <p:nvPr/>
        </p:nvSpPr>
        <p:spPr>
          <a:xfrm>
            <a:off x="1316672" y="1901952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Compressor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9"/>
          <p:cNvSpPr/>
          <p:nvPr/>
        </p:nvSpPr>
        <p:spPr>
          <a:xfrm>
            <a:off x="1316672" y="217627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CPD  7.7 kg/cm²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39"/>
          <p:cNvSpPr/>
          <p:nvPr/>
        </p:nvSpPr>
        <p:spPr>
          <a:xfrm>
            <a:off x="1316672" y="2377440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332 °C discharge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0" name="Google Shape;1710;p39"/>
          <p:cNvCxnSpPr/>
          <p:nvPr/>
        </p:nvCxnSpPr>
        <p:spPr>
          <a:xfrm flipH="1">
            <a:off x="1243436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1" name="Google Shape;1711;p39"/>
          <p:cNvCxnSpPr/>
          <p:nvPr/>
        </p:nvCxnSpPr>
        <p:spPr>
          <a:xfrm rot="10800000">
            <a:off x="1243436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2" name="Google Shape;1712;p39"/>
          <p:cNvCxnSpPr/>
          <p:nvPr/>
        </p:nvCxnSpPr>
        <p:spPr>
          <a:xfrm flipH="1">
            <a:off x="1499468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3" name="Google Shape;1713;p39"/>
          <p:cNvCxnSpPr/>
          <p:nvPr/>
        </p:nvCxnSpPr>
        <p:spPr>
          <a:xfrm rot="10800000">
            <a:off x="1499468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4" name="Google Shape;1714;p39"/>
          <p:cNvCxnSpPr/>
          <p:nvPr/>
        </p:nvCxnSpPr>
        <p:spPr>
          <a:xfrm flipH="1">
            <a:off x="1755500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5" name="Google Shape;1715;p39"/>
          <p:cNvCxnSpPr/>
          <p:nvPr/>
        </p:nvCxnSpPr>
        <p:spPr>
          <a:xfrm rot="10800000">
            <a:off x="1755500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6" name="Google Shape;1716;p39"/>
          <p:cNvCxnSpPr/>
          <p:nvPr/>
        </p:nvCxnSpPr>
        <p:spPr>
          <a:xfrm flipH="1">
            <a:off x="2011532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7" name="Google Shape;1717;p39"/>
          <p:cNvCxnSpPr/>
          <p:nvPr/>
        </p:nvCxnSpPr>
        <p:spPr>
          <a:xfrm rot="10800000">
            <a:off x="2011532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8" name="Google Shape;1718;p39"/>
          <p:cNvCxnSpPr/>
          <p:nvPr/>
        </p:nvCxnSpPr>
        <p:spPr>
          <a:xfrm flipH="1">
            <a:off x="2267564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9" name="Google Shape;1719;p39"/>
          <p:cNvCxnSpPr/>
          <p:nvPr/>
        </p:nvCxnSpPr>
        <p:spPr>
          <a:xfrm rot="10800000">
            <a:off x="2267564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0" name="Google Shape;1720;p39"/>
          <p:cNvCxnSpPr/>
          <p:nvPr/>
        </p:nvCxnSpPr>
        <p:spPr>
          <a:xfrm>
            <a:off x="2743136" y="2907792"/>
            <a:ext cx="255900" cy="0"/>
          </a:xfrm>
          <a:prstGeom prst="straightConnector1">
            <a:avLst/>
          </a:prstGeom>
          <a:noFill/>
          <a:ln cap="flat" cmpd="sng" w="27925">
            <a:solidFill>
              <a:srgbClr val="42A5F5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1721" name="Google Shape;1721;p39"/>
          <p:cNvSpPr/>
          <p:nvPr/>
        </p:nvSpPr>
        <p:spPr>
          <a:xfrm>
            <a:off x="2999168" y="1719072"/>
            <a:ext cx="1828800" cy="2377500"/>
          </a:xfrm>
          <a:prstGeom prst="roundRect">
            <a:avLst>
              <a:gd fmla="val 4000" name="adj"/>
            </a:avLst>
          </a:prstGeom>
          <a:solidFill>
            <a:srgbClr val="7B2600"/>
          </a:solidFill>
          <a:ln cap="flat" cmpd="sng" w="15225">
            <a:solidFill>
              <a:srgbClr val="E64A1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9"/>
          <p:cNvSpPr/>
          <p:nvPr/>
        </p:nvSpPr>
        <p:spPr>
          <a:xfrm>
            <a:off x="3054032" y="1773936"/>
            <a:ext cx="171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Combustion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39"/>
          <p:cNvSpPr/>
          <p:nvPr/>
        </p:nvSpPr>
        <p:spPr>
          <a:xfrm>
            <a:off x="3054032" y="2048256"/>
            <a:ext cx="171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GCV + SRV (gas)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39"/>
          <p:cNvSpPr/>
          <p:nvPr/>
        </p:nvSpPr>
        <p:spPr>
          <a:xfrm>
            <a:off x="3054032" y="2249424"/>
            <a:ext cx="171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FSR  45.6%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39"/>
          <p:cNvSpPr/>
          <p:nvPr/>
        </p:nvSpPr>
        <p:spPr>
          <a:xfrm>
            <a:off x="3364928" y="2377440"/>
            <a:ext cx="164700" cy="502800"/>
          </a:xfrm>
          <a:prstGeom prst="rect">
            <a:avLst/>
          </a:prstGeom>
          <a:solidFill>
            <a:srgbClr val="FF6D00">
              <a:alpha val="70200"/>
            </a:srgbClr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39"/>
          <p:cNvSpPr/>
          <p:nvPr/>
        </p:nvSpPr>
        <p:spPr>
          <a:xfrm>
            <a:off x="3602672" y="2286000"/>
            <a:ext cx="164700" cy="502800"/>
          </a:xfrm>
          <a:prstGeom prst="rect">
            <a:avLst/>
          </a:prstGeom>
          <a:solidFill>
            <a:srgbClr val="FF6D00">
              <a:alpha val="70200"/>
            </a:srgbClr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9"/>
          <p:cNvSpPr/>
          <p:nvPr/>
        </p:nvSpPr>
        <p:spPr>
          <a:xfrm>
            <a:off x="3849560" y="2331720"/>
            <a:ext cx="164700" cy="502800"/>
          </a:xfrm>
          <a:prstGeom prst="rect">
            <a:avLst/>
          </a:prstGeom>
          <a:solidFill>
            <a:srgbClr val="FF6D00">
              <a:alpha val="70200"/>
            </a:srgbClr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9"/>
          <p:cNvSpPr/>
          <p:nvPr/>
        </p:nvSpPr>
        <p:spPr>
          <a:xfrm>
            <a:off x="4078160" y="2267712"/>
            <a:ext cx="164700" cy="502800"/>
          </a:xfrm>
          <a:prstGeom prst="rect">
            <a:avLst/>
          </a:prstGeom>
          <a:solidFill>
            <a:srgbClr val="FF6D00">
              <a:alpha val="70200"/>
            </a:srgbClr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39"/>
          <p:cNvSpPr/>
          <p:nvPr/>
        </p:nvSpPr>
        <p:spPr>
          <a:xfrm>
            <a:off x="4297616" y="2359152"/>
            <a:ext cx="164700" cy="502800"/>
          </a:xfrm>
          <a:prstGeom prst="rect">
            <a:avLst/>
          </a:prstGeom>
          <a:solidFill>
            <a:srgbClr val="FF6D00">
              <a:alpha val="70200"/>
            </a:srgbClr>
          </a:solidFill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0" name="Google Shape;1730;p39"/>
          <p:cNvCxnSpPr/>
          <p:nvPr/>
        </p:nvCxnSpPr>
        <p:spPr>
          <a:xfrm>
            <a:off x="3913568" y="1389888"/>
            <a:ext cx="0" cy="329100"/>
          </a:xfrm>
          <a:prstGeom prst="straightConnector1">
            <a:avLst/>
          </a:prstGeom>
          <a:noFill/>
          <a:ln cap="flat" cmpd="sng" w="22850">
            <a:solidFill>
              <a:srgbClr val="FF6D00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1731" name="Google Shape;1731;p39"/>
          <p:cNvSpPr/>
          <p:nvPr/>
        </p:nvSpPr>
        <p:spPr>
          <a:xfrm>
            <a:off x="3529520" y="1115568"/>
            <a:ext cx="82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FFAB40"/>
                </a:solidFill>
                <a:latin typeface="Calibri"/>
                <a:ea typeface="Calibri"/>
                <a:cs typeface="Calibri"/>
                <a:sym typeface="Calibri"/>
              </a:rPr>
              <a:t>Gas fuel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39"/>
          <p:cNvSpPr/>
          <p:nvPr/>
        </p:nvSpPr>
        <p:spPr>
          <a:xfrm>
            <a:off x="3511232" y="1335024"/>
            <a:ext cx="85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A65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8A65"/>
                </a:solidFill>
                <a:latin typeface="Calibri"/>
                <a:ea typeface="Calibri"/>
                <a:cs typeface="Calibri"/>
                <a:sym typeface="Calibri"/>
              </a:rPr>
              <a:t>3381 l/min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3" name="Google Shape;1733;p39"/>
          <p:cNvCxnSpPr/>
          <p:nvPr/>
        </p:nvCxnSpPr>
        <p:spPr>
          <a:xfrm>
            <a:off x="4827968" y="2907792"/>
            <a:ext cx="255900" cy="0"/>
          </a:xfrm>
          <a:prstGeom prst="straightConnector1">
            <a:avLst/>
          </a:prstGeom>
          <a:noFill/>
          <a:ln cap="flat" cmpd="sng" w="27925">
            <a:solidFill>
              <a:srgbClr val="FF6D00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1734" name="Google Shape;1734;p39"/>
          <p:cNvSpPr/>
          <p:nvPr/>
        </p:nvSpPr>
        <p:spPr>
          <a:xfrm>
            <a:off x="5084000" y="1847088"/>
            <a:ext cx="1481400" cy="2121300"/>
          </a:xfrm>
          <a:prstGeom prst="roundRect">
            <a:avLst>
              <a:gd fmla="val 4938" name="adj"/>
            </a:avLst>
          </a:prstGeom>
          <a:solidFill>
            <a:srgbClr val="4A1500"/>
          </a:solidFill>
          <a:ln cap="flat" cmpd="sng" w="15225">
            <a:solidFill>
              <a:srgbClr val="E64A1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9"/>
          <p:cNvSpPr/>
          <p:nvPr/>
        </p:nvSpPr>
        <p:spPr>
          <a:xfrm>
            <a:off x="5138864" y="1901952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Turbine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39"/>
          <p:cNvSpPr/>
          <p:nvPr/>
        </p:nvSpPr>
        <p:spPr>
          <a:xfrm>
            <a:off x="5138864" y="217627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5078 rpm  99.6%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39"/>
          <p:cNvSpPr/>
          <p:nvPr/>
        </p:nvSpPr>
        <p:spPr>
          <a:xfrm>
            <a:off x="5138864" y="2377440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Max vib 3.65 mm/s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8" name="Google Shape;1738;p39"/>
          <p:cNvCxnSpPr/>
          <p:nvPr/>
        </p:nvCxnSpPr>
        <p:spPr>
          <a:xfrm>
            <a:off x="5193728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9" name="Google Shape;1739;p39"/>
          <p:cNvCxnSpPr/>
          <p:nvPr/>
        </p:nvCxnSpPr>
        <p:spPr>
          <a:xfrm flipH="1" rot="10800000">
            <a:off x="5193728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0" name="Google Shape;1740;p39"/>
          <p:cNvCxnSpPr/>
          <p:nvPr/>
        </p:nvCxnSpPr>
        <p:spPr>
          <a:xfrm>
            <a:off x="5449760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1" name="Google Shape;1741;p39"/>
          <p:cNvCxnSpPr/>
          <p:nvPr/>
        </p:nvCxnSpPr>
        <p:spPr>
          <a:xfrm flipH="1" rot="10800000">
            <a:off x="5449760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2" name="Google Shape;1742;p39"/>
          <p:cNvCxnSpPr/>
          <p:nvPr/>
        </p:nvCxnSpPr>
        <p:spPr>
          <a:xfrm>
            <a:off x="5705792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3" name="Google Shape;1743;p39"/>
          <p:cNvCxnSpPr/>
          <p:nvPr/>
        </p:nvCxnSpPr>
        <p:spPr>
          <a:xfrm flipH="1" rot="10800000">
            <a:off x="5705792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4" name="Google Shape;1744;p39"/>
          <p:cNvCxnSpPr/>
          <p:nvPr/>
        </p:nvCxnSpPr>
        <p:spPr>
          <a:xfrm>
            <a:off x="5961824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5" name="Google Shape;1745;p39"/>
          <p:cNvCxnSpPr/>
          <p:nvPr/>
        </p:nvCxnSpPr>
        <p:spPr>
          <a:xfrm flipH="1" rot="10800000">
            <a:off x="5961824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6" name="Google Shape;1746;p39"/>
          <p:cNvCxnSpPr/>
          <p:nvPr/>
        </p:nvCxnSpPr>
        <p:spPr>
          <a:xfrm>
            <a:off x="6217856" y="1938528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7" name="Google Shape;1747;p39"/>
          <p:cNvCxnSpPr/>
          <p:nvPr/>
        </p:nvCxnSpPr>
        <p:spPr>
          <a:xfrm flipH="1" rot="10800000">
            <a:off x="6217856" y="2907756"/>
            <a:ext cx="128100" cy="96930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8" name="Google Shape;1748;p39"/>
          <p:cNvCxnSpPr/>
          <p:nvPr/>
        </p:nvCxnSpPr>
        <p:spPr>
          <a:xfrm>
            <a:off x="6565328" y="2907792"/>
            <a:ext cx="255900" cy="0"/>
          </a:xfrm>
          <a:prstGeom prst="straightConnector1">
            <a:avLst/>
          </a:prstGeom>
          <a:noFill/>
          <a:ln cap="flat" cmpd="sng" w="27925">
            <a:solidFill>
              <a:srgbClr val="FF7043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1749" name="Google Shape;1749;p39"/>
          <p:cNvSpPr/>
          <p:nvPr/>
        </p:nvSpPr>
        <p:spPr>
          <a:xfrm>
            <a:off x="6821360" y="2057400"/>
            <a:ext cx="1280100" cy="1737300"/>
          </a:xfrm>
          <a:prstGeom prst="roundRect">
            <a:avLst>
              <a:gd fmla="val 5714" name="adj"/>
            </a:avLst>
          </a:prstGeom>
          <a:solidFill>
            <a:srgbClr val="1B5E20"/>
          </a:solidFill>
          <a:ln cap="flat" cmpd="sng" w="15225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9"/>
          <p:cNvSpPr/>
          <p:nvPr/>
        </p:nvSpPr>
        <p:spPr>
          <a:xfrm>
            <a:off x="6876224" y="2112264"/>
            <a:ext cx="117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39"/>
          <p:cNvSpPr/>
          <p:nvPr/>
        </p:nvSpPr>
        <p:spPr>
          <a:xfrm>
            <a:off x="6876224" y="2386584"/>
            <a:ext cx="1170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21.8 MW  14 MVAR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39"/>
          <p:cNvSpPr/>
          <p:nvPr/>
        </p:nvSpPr>
        <p:spPr>
          <a:xfrm>
            <a:off x="6876224" y="2587752"/>
            <a:ext cx="1170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11 kV  |  CB1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3" name="Google Shape;1753;p39"/>
          <p:cNvCxnSpPr/>
          <p:nvPr/>
        </p:nvCxnSpPr>
        <p:spPr>
          <a:xfrm rot="10800000">
            <a:off x="7461440" y="1581900"/>
            <a:ext cx="0" cy="475500"/>
          </a:xfrm>
          <a:prstGeom prst="straightConnector1">
            <a:avLst/>
          </a:prstGeom>
          <a:noFill/>
          <a:ln cap="flat" cmpd="sng" w="25400">
            <a:solidFill>
              <a:srgbClr val="66BB6A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1754" name="Google Shape;1754;p39"/>
          <p:cNvSpPr/>
          <p:nvPr/>
        </p:nvSpPr>
        <p:spPr>
          <a:xfrm>
            <a:off x="6565326" y="1197875"/>
            <a:ext cx="153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11 kV → UT → 33 kV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39"/>
          <p:cNvSpPr/>
          <p:nvPr/>
        </p:nvSpPr>
        <p:spPr>
          <a:xfrm>
            <a:off x="7443323" y="1225293"/>
            <a:ext cx="1243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→ Main Bus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6" name="Google Shape;1756;p39"/>
          <p:cNvCxnSpPr/>
          <p:nvPr/>
        </p:nvCxnSpPr>
        <p:spPr>
          <a:xfrm>
            <a:off x="6565328" y="2377440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1757" name="Google Shape;1757;p39"/>
          <p:cNvSpPr/>
          <p:nvPr/>
        </p:nvSpPr>
        <p:spPr>
          <a:xfrm>
            <a:off x="5358320" y="896112"/>
            <a:ext cx="1097400" cy="822900"/>
          </a:xfrm>
          <a:prstGeom prst="roundRect">
            <a:avLst>
              <a:gd fmla="val 8889" name="adj"/>
            </a:avLst>
          </a:prstGeom>
          <a:solidFill>
            <a:srgbClr val="4A2800"/>
          </a:solidFill>
          <a:ln cap="flat" cmpd="sng" w="15225">
            <a:solidFill>
              <a:srgbClr val="EF9F2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9"/>
          <p:cNvSpPr/>
          <p:nvPr/>
        </p:nvSpPr>
        <p:spPr>
          <a:xfrm>
            <a:off x="5413184" y="950976"/>
            <a:ext cx="98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HRSG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39"/>
          <p:cNvSpPr/>
          <p:nvPr/>
        </p:nvSpPr>
        <p:spPr>
          <a:xfrm>
            <a:off x="5413184" y="1225296"/>
            <a:ext cx="98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563 °C exhaust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0" name="Google Shape;1760;p39"/>
          <p:cNvCxnSpPr/>
          <p:nvPr/>
        </p:nvCxnSpPr>
        <p:spPr>
          <a:xfrm rot="10800000">
            <a:off x="5906960" y="1718988"/>
            <a:ext cx="0" cy="128100"/>
          </a:xfrm>
          <a:prstGeom prst="straightConnector1">
            <a:avLst/>
          </a:prstGeom>
          <a:noFill/>
          <a:ln cap="flat" cmpd="sng" w="19050">
            <a:solidFill>
              <a:srgbClr val="EF9F27"/>
            </a:solidFill>
            <a:prstDash val="dash"/>
            <a:round/>
            <a:headEnd len="sm" w="sm" type="none"/>
            <a:tailEnd len="med" w="med" type="none"/>
          </a:ln>
        </p:spPr>
      </p:cxnSp>
      <p:cxnSp>
        <p:nvCxnSpPr>
          <p:cNvPr id="1761" name="Google Shape;1761;p39"/>
          <p:cNvCxnSpPr/>
          <p:nvPr/>
        </p:nvCxnSpPr>
        <p:spPr>
          <a:xfrm rot="10800000">
            <a:off x="5394960" y="438912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EF9F27"/>
            </a:solidFill>
            <a:prstDash val="dash"/>
            <a:round/>
            <a:headEnd len="sm" w="sm" type="none"/>
            <a:tailEnd len="med" w="med" type="none"/>
          </a:ln>
        </p:spPr>
      </p:cxnSp>
      <p:sp>
        <p:nvSpPr>
          <p:cNvPr id="1762" name="Google Shape;1762;p39"/>
          <p:cNvSpPr/>
          <p:nvPr/>
        </p:nvSpPr>
        <p:spPr>
          <a:xfrm>
            <a:off x="4663440" y="128016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Steam → process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39"/>
          <p:cNvSpPr/>
          <p:nvPr/>
        </p:nvSpPr>
        <p:spPr>
          <a:xfrm>
            <a:off x="1261808" y="4224528"/>
            <a:ext cx="1536300" cy="621900"/>
          </a:xfrm>
          <a:prstGeom prst="roundRect">
            <a:avLst>
              <a:gd fmla="val 8824" name="adj"/>
            </a:avLst>
          </a:prstGeom>
          <a:solidFill>
            <a:srgbClr val="FFFFFF">
              <a:alpha val="7840"/>
            </a:srgbClr>
          </a:solidFill>
          <a:ln cap="flat" cmpd="sng" w="9525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9"/>
          <p:cNvSpPr/>
          <p:nvPr/>
        </p:nvSpPr>
        <p:spPr>
          <a:xfrm>
            <a:off x="1316672" y="4251960"/>
            <a:ext cx="1426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① Compressed air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39"/>
          <p:cNvSpPr/>
          <p:nvPr/>
        </p:nvSpPr>
        <p:spPr>
          <a:xfrm>
            <a:off x="1316672" y="4489704"/>
            <a:ext cx="142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7.7 kg/cm²  |  332 °C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39"/>
          <p:cNvSpPr/>
          <p:nvPr/>
        </p:nvSpPr>
        <p:spPr>
          <a:xfrm>
            <a:off x="3209480" y="4224528"/>
            <a:ext cx="1536300" cy="621900"/>
          </a:xfrm>
          <a:prstGeom prst="roundRect">
            <a:avLst>
              <a:gd fmla="val 8824" name="adj"/>
            </a:avLst>
          </a:prstGeom>
          <a:solidFill>
            <a:srgbClr val="FFFFFF">
              <a:alpha val="7840"/>
            </a:srgbClr>
          </a:solidFill>
          <a:ln cap="flat" cmpd="sng" w="9525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39"/>
          <p:cNvSpPr/>
          <p:nvPr/>
        </p:nvSpPr>
        <p:spPr>
          <a:xfrm>
            <a:off x="3264344" y="4251960"/>
            <a:ext cx="1426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② Combustion gases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39"/>
          <p:cNvSpPr/>
          <p:nvPr/>
        </p:nvSpPr>
        <p:spPr>
          <a:xfrm>
            <a:off x="3264344" y="4489704"/>
            <a:ext cx="142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High temp + pressure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9"/>
          <p:cNvSpPr/>
          <p:nvPr/>
        </p:nvSpPr>
        <p:spPr>
          <a:xfrm>
            <a:off x="5084000" y="4224528"/>
            <a:ext cx="1536300" cy="621900"/>
          </a:xfrm>
          <a:prstGeom prst="roundRect">
            <a:avLst>
              <a:gd fmla="val 8824" name="adj"/>
            </a:avLst>
          </a:prstGeom>
          <a:solidFill>
            <a:srgbClr val="FFFFFF">
              <a:alpha val="7840"/>
            </a:srgbClr>
          </a:solidFill>
          <a:ln cap="flat" cmpd="sng" w="9525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39"/>
          <p:cNvSpPr/>
          <p:nvPr/>
        </p:nvSpPr>
        <p:spPr>
          <a:xfrm>
            <a:off x="5138864" y="4251960"/>
            <a:ext cx="1426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③ Mechanical rotation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39"/>
          <p:cNvSpPr/>
          <p:nvPr/>
        </p:nvSpPr>
        <p:spPr>
          <a:xfrm>
            <a:off x="5138864" y="4489704"/>
            <a:ext cx="142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5078 rpm  →  shaft  →  gen.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39"/>
          <p:cNvSpPr/>
          <p:nvPr/>
        </p:nvSpPr>
        <p:spPr>
          <a:xfrm>
            <a:off x="786320" y="4224528"/>
            <a:ext cx="457200" cy="621900"/>
          </a:xfrm>
          <a:prstGeom prst="roundRect">
            <a:avLst>
              <a:gd fmla="val 12000" name="adj"/>
            </a:avLst>
          </a:prstGeom>
          <a:solidFill>
            <a:srgbClr val="1565C0">
              <a:alpha val="25099"/>
            </a:srgbClr>
          </a:solidFill>
          <a:ln cap="flat" cmpd="sng" w="1015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9"/>
          <p:cNvSpPr/>
          <p:nvPr/>
        </p:nvSpPr>
        <p:spPr>
          <a:xfrm>
            <a:off x="786320" y="4224528"/>
            <a:ext cx="4572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CC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39"/>
          <p:cNvSpPr/>
          <p:nvPr/>
        </p:nvSpPr>
        <p:spPr>
          <a:xfrm>
            <a:off x="6711632" y="4224528"/>
            <a:ext cx="1389900" cy="621900"/>
          </a:xfrm>
          <a:prstGeom prst="roundRect">
            <a:avLst>
              <a:gd fmla="val 8824" name="adj"/>
            </a:avLst>
          </a:prstGeom>
          <a:solidFill>
            <a:srgbClr val="1B5E20">
              <a:alpha val="30199"/>
            </a:srgbClr>
          </a:solidFill>
          <a:ln cap="flat" cmpd="sng" w="10150">
            <a:solidFill>
              <a:srgbClr val="43A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39"/>
          <p:cNvSpPr/>
          <p:nvPr/>
        </p:nvSpPr>
        <p:spPr>
          <a:xfrm>
            <a:off x="6711632" y="4251960"/>
            <a:ext cx="1389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Dual 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39"/>
          <p:cNvSpPr/>
          <p:nvPr/>
        </p:nvSpPr>
        <p:spPr>
          <a:xfrm>
            <a:off x="6711632" y="4480560"/>
            <a:ext cx="138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C78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Power + Steam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C78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81C784"/>
                </a:solidFill>
                <a:latin typeface="Calibri"/>
                <a:ea typeface="Calibri"/>
                <a:cs typeface="Calibri"/>
                <a:sym typeface="Calibri"/>
              </a:rPr>
              <a:t>from one fuel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40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40"/>
          <p:cNvSpPr/>
          <p:nvPr/>
        </p:nvSpPr>
        <p:spPr>
          <a:xfrm>
            <a:off x="274320" y="73152"/>
            <a:ext cx="6400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GT1 / GT2 — Gas Turbine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40"/>
          <p:cNvSpPr/>
          <p:nvPr/>
        </p:nvSpPr>
        <p:spPr>
          <a:xfrm>
            <a:off x="274320" y="475488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GE Mark VI  ·  38.75 MVA  ·  11 kV  ·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40"/>
          <p:cNvSpPr/>
          <p:nvPr/>
        </p:nvSpPr>
        <p:spPr>
          <a:xfrm>
            <a:off x="201168" y="804672"/>
            <a:ext cx="1371600" cy="658500"/>
          </a:xfrm>
          <a:prstGeom prst="roundRect">
            <a:avLst>
              <a:gd fmla="val 9722" name="adj"/>
            </a:avLst>
          </a:prstGeom>
          <a:solidFill>
            <a:srgbClr val="152A3E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40"/>
          <p:cNvSpPr/>
          <p:nvPr/>
        </p:nvSpPr>
        <p:spPr>
          <a:xfrm>
            <a:off x="201168" y="850392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30 MW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40"/>
          <p:cNvSpPr/>
          <p:nvPr/>
        </p:nvSpPr>
        <p:spPr>
          <a:xfrm>
            <a:off x="201168" y="1207008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Rated Power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40"/>
          <p:cNvSpPr/>
          <p:nvPr/>
        </p:nvSpPr>
        <p:spPr>
          <a:xfrm>
            <a:off x="1664208" y="804672"/>
            <a:ext cx="1371600" cy="658500"/>
          </a:xfrm>
          <a:prstGeom prst="roundRect">
            <a:avLst>
              <a:gd fmla="val 9722" name="adj"/>
            </a:avLst>
          </a:prstGeom>
          <a:solidFill>
            <a:srgbClr val="152A3E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40"/>
          <p:cNvSpPr/>
          <p:nvPr/>
        </p:nvSpPr>
        <p:spPr>
          <a:xfrm>
            <a:off x="1664208" y="850392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5080 rpm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40"/>
          <p:cNvSpPr/>
          <p:nvPr/>
        </p:nvSpPr>
        <p:spPr>
          <a:xfrm>
            <a:off x="1664208" y="1207008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Turbine Speed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40"/>
          <p:cNvSpPr/>
          <p:nvPr/>
        </p:nvSpPr>
        <p:spPr>
          <a:xfrm>
            <a:off x="3127248" y="804672"/>
            <a:ext cx="1371600" cy="658500"/>
          </a:xfrm>
          <a:prstGeom prst="roundRect">
            <a:avLst>
              <a:gd fmla="val 9722" name="adj"/>
            </a:avLst>
          </a:prstGeom>
          <a:solidFill>
            <a:srgbClr val="152A3E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40"/>
          <p:cNvSpPr/>
          <p:nvPr/>
        </p:nvSpPr>
        <p:spPr>
          <a:xfrm>
            <a:off x="3127248" y="850392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3000 rpm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40"/>
          <p:cNvSpPr/>
          <p:nvPr/>
        </p:nvSpPr>
        <p:spPr>
          <a:xfrm>
            <a:off x="3127248" y="1207008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Generator Speed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40"/>
          <p:cNvSpPr/>
          <p:nvPr/>
        </p:nvSpPr>
        <p:spPr>
          <a:xfrm>
            <a:off x="4590288" y="804672"/>
            <a:ext cx="1371600" cy="658500"/>
          </a:xfrm>
          <a:prstGeom prst="roundRect">
            <a:avLst>
              <a:gd fmla="val 9722" name="adj"/>
            </a:avLst>
          </a:prstGeom>
          <a:solidFill>
            <a:srgbClr val="152A3E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40"/>
          <p:cNvSpPr/>
          <p:nvPr/>
        </p:nvSpPr>
        <p:spPr>
          <a:xfrm>
            <a:off x="4590288" y="850392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2-Pole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40"/>
          <p:cNvSpPr/>
          <p:nvPr/>
        </p:nvSpPr>
        <p:spPr>
          <a:xfrm>
            <a:off x="4590288" y="1207008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Sync @ 50 Hz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40"/>
          <p:cNvSpPr/>
          <p:nvPr/>
        </p:nvSpPr>
        <p:spPr>
          <a:xfrm>
            <a:off x="6053328" y="804672"/>
            <a:ext cx="1371600" cy="658500"/>
          </a:xfrm>
          <a:prstGeom prst="roundRect">
            <a:avLst>
              <a:gd fmla="val 9722" name="adj"/>
            </a:avLst>
          </a:prstGeom>
          <a:solidFill>
            <a:srgbClr val="152A3E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40"/>
          <p:cNvSpPr/>
          <p:nvPr/>
        </p:nvSpPr>
        <p:spPr>
          <a:xfrm>
            <a:off x="6053328" y="850392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11 kV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40"/>
          <p:cNvSpPr/>
          <p:nvPr/>
        </p:nvSpPr>
        <p:spPr>
          <a:xfrm>
            <a:off x="6053328" y="1207008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40"/>
          <p:cNvSpPr/>
          <p:nvPr/>
        </p:nvSpPr>
        <p:spPr>
          <a:xfrm>
            <a:off x="7516368" y="804672"/>
            <a:ext cx="1371600" cy="658500"/>
          </a:xfrm>
          <a:prstGeom prst="roundRect">
            <a:avLst>
              <a:gd fmla="val 9722" name="adj"/>
            </a:avLst>
          </a:prstGeom>
          <a:solidFill>
            <a:srgbClr val="152A3E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40"/>
          <p:cNvSpPr/>
          <p:nvPr/>
        </p:nvSpPr>
        <p:spPr>
          <a:xfrm>
            <a:off x="7516368" y="850392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563 °C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40"/>
          <p:cNvSpPr/>
          <p:nvPr/>
        </p:nvSpPr>
        <p:spPr>
          <a:xfrm>
            <a:off x="7516368" y="1207008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Exhaust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40"/>
          <p:cNvSpPr/>
          <p:nvPr/>
        </p:nvSpPr>
        <p:spPr>
          <a:xfrm>
            <a:off x="201168" y="1600200"/>
            <a:ext cx="1371600" cy="914400"/>
          </a:xfrm>
          <a:prstGeom prst="roundRect">
            <a:avLst>
              <a:gd fmla="val 7000" name="adj"/>
            </a:avLst>
          </a:prstGeom>
          <a:solidFill>
            <a:srgbClr val="1A6B8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40"/>
          <p:cNvSpPr/>
          <p:nvPr/>
        </p:nvSpPr>
        <p:spPr>
          <a:xfrm>
            <a:off x="201168" y="1655064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Inlet Air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40"/>
          <p:cNvSpPr/>
          <p:nvPr/>
        </p:nvSpPr>
        <p:spPr>
          <a:xfrm>
            <a:off x="201168" y="1929384"/>
            <a:ext cx="137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36 °C | IGV 55°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6" name="Google Shape;1806;p40"/>
          <p:cNvCxnSpPr/>
          <p:nvPr/>
        </p:nvCxnSpPr>
        <p:spPr>
          <a:xfrm>
            <a:off x="1572768" y="2057400"/>
            <a:ext cx="91500" cy="0"/>
          </a:xfrm>
          <a:prstGeom prst="straightConnector1">
            <a:avLst/>
          </a:prstGeom>
          <a:noFill/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7" name="Google Shape;1807;p40"/>
          <p:cNvSpPr/>
          <p:nvPr/>
        </p:nvSpPr>
        <p:spPr>
          <a:xfrm>
            <a:off x="1664208" y="1600200"/>
            <a:ext cx="1371600" cy="914400"/>
          </a:xfrm>
          <a:prstGeom prst="roundRect">
            <a:avLst>
              <a:gd fmla="val 7000" name="adj"/>
            </a:avLst>
          </a:prstGeom>
          <a:solidFill>
            <a:srgbClr val="1A527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40"/>
          <p:cNvSpPr/>
          <p:nvPr/>
        </p:nvSpPr>
        <p:spPr>
          <a:xfrm>
            <a:off x="1664208" y="1655064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Compressor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40"/>
          <p:cNvSpPr/>
          <p:nvPr/>
        </p:nvSpPr>
        <p:spPr>
          <a:xfrm>
            <a:off x="1664208" y="1929384"/>
            <a:ext cx="137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7.7 kg/cm²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332 °C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0" name="Google Shape;1810;p40"/>
          <p:cNvCxnSpPr/>
          <p:nvPr/>
        </p:nvCxnSpPr>
        <p:spPr>
          <a:xfrm>
            <a:off x="3035808" y="2057400"/>
            <a:ext cx="91500" cy="0"/>
          </a:xfrm>
          <a:prstGeom prst="straightConnector1">
            <a:avLst/>
          </a:prstGeom>
          <a:noFill/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1" name="Google Shape;1811;p40"/>
          <p:cNvSpPr/>
          <p:nvPr/>
        </p:nvSpPr>
        <p:spPr>
          <a:xfrm>
            <a:off x="3127248" y="1600200"/>
            <a:ext cx="1371600" cy="914400"/>
          </a:xfrm>
          <a:prstGeom prst="roundRect">
            <a:avLst>
              <a:gd fmla="val 7000" name="adj"/>
            </a:avLst>
          </a:prstGeom>
          <a:solidFill>
            <a:srgbClr val="8B4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40"/>
          <p:cNvSpPr/>
          <p:nvPr/>
        </p:nvSpPr>
        <p:spPr>
          <a:xfrm>
            <a:off x="3127248" y="1655064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Combustion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40"/>
          <p:cNvSpPr/>
          <p:nvPr/>
        </p:nvSpPr>
        <p:spPr>
          <a:xfrm>
            <a:off x="3127248" y="1929384"/>
            <a:ext cx="137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10 cans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FSR 45.6%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4" name="Google Shape;1814;p40"/>
          <p:cNvCxnSpPr/>
          <p:nvPr/>
        </p:nvCxnSpPr>
        <p:spPr>
          <a:xfrm>
            <a:off x="4498848" y="2057400"/>
            <a:ext cx="91500" cy="0"/>
          </a:xfrm>
          <a:prstGeom prst="straightConnector1">
            <a:avLst/>
          </a:prstGeom>
          <a:noFill/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5" name="Google Shape;1815;p40"/>
          <p:cNvSpPr/>
          <p:nvPr/>
        </p:nvSpPr>
        <p:spPr>
          <a:xfrm>
            <a:off x="4590288" y="1600200"/>
            <a:ext cx="1371600" cy="914400"/>
          </a:xfrm>
          <a:prstGeom prst="roundRect">
            <a:avLst>
              <a:gd fmla="val 7000" name="adj"/>
            </a:avLst>
          </a:prstGeom>
          <a:solidFill>
            <a:srgbClr val="7B241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40"/>
          <p:cNvSpPr/>
          <p:nvPr/>
        </p:nvSpPr>
        <p:spPr>
          <a:xfrm>
            <a:off x="4590288" y="1655064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Turbine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40"/>
          <p:cNvSpPr/>
          <p:nvPr/>
        </p:nvSpPr>
        <p:spPr>
          <a:xfrm>
            <a:off x="4590288" y="1929384"/>
            <a:ext cx="137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5078 rpm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99.6%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8" name="Google Shape;1818;p40"/>
          <p:cNvCxnSpPr/>
          <p:nvPr/>
        </p:nvCxnSpPr>
        <p:spPr>
          <a:xfrm>
            <a:off x="5961888" y="2057400"/>
            <a:ext cx="91500" cy="0"/>
          </a:xfrm>
          <a:prstGeom prst="straightConnector1">
            <a:avLst/>
          </a:prstGeom>
          <a:noFill/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9" name="Google Shape;1819;p40"/>
          <p:cNvSpPr/>
          <p:nvPr/>
        </p:nvSpPr>
        <p:spPr>
          <a:xfrm>
            <a:off x="6053328" y="1600200"/>
            <a:ext cx="1371600" cy="914400"/>
          </a:xfrm>
          <a:prstGeom prst="roundRect">
            <a:avLst>
              <a:gd fmla="val 7000" name="adj"/>
            </a:avLst>
          </a:prstGeom>
          <a:solidFill>
            <a:srgbClr val="1E844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40"/>
          <p:cNvSpPr/>
          <p:nvPr/>
        </p:nvSpPr>
        <p:spPr>
          <a:xfrm>
            <a:off x="6053328" y="1655064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Generator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40"/>
          <p:cNvSpPr/>
          <p:nvPr/>
        </p:nvSpPr>
        <p:spPr>
          <a:xfrm>
            <a:off x="6053328" y="1929384"/>
            <a:ext cx="137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21.8 MW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14 MVAR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2" name="Google Shape;1822;p40"/>
          <p:cNvCxnSpPr/>
          <p:nvPr/>
        </p:nvCxnSpPr>
        <p:spPr>
          <a:xfrm>
            <a:off x="7424928" y="2057400"/>
            <a:ext cx="91500" cy="0"/>
          </a:xfrm>
          <a:prstGeom prst="straightConnector1">
            <a:avLst/>
          </a:prstGeom>
          <a:noFill/>
          <a:ln cap="flat" cmpd="sng" w="152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3" name="Google Shape;1823;p40"/>
          <p:cNvSpPr/>
          <p:nvPr/>
        </p:nvSpPr>
        <p:spPr>
          <a:xfrm>
            <a:off x="7516368" y="1600200"/>
            <a:ext cx="1371600" cy="914400"/>
          </a:xfrm>
          <a:prstGeom prst="roundRect">
            <a:avLst>
              <a:gd fmla="val 7000" name="adj"/>
            </a:avLst>
          </a:prstGeom>
          <a:solidFill>
            <a:srgbClr val="6E2F8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40"/>
          <p:cNvSpPr/>
          <p:nvPr/>
        </p:nvSpPr>
        <p:spPr>
          <a:xfrm>
            <a:off x="7516368" y="1655064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 HRSG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40"/>
          <p:cNvSpPr/>
          <p:nvPr/>
        </p:nvSpPr>
        <p:spPr>
          <a:xfrm>
            <a:off x="7516368" y="1929384"/>
            <a:ext cx="137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563 °C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Steam→proc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40"/>
          <p:cNvSpPr/>
          <p:nvPr/>
        </p:nvSpPr>
        <p:spPr>
          <a:xfrm>
            <a:off x="201168" y="2651760"/>
            <a:ext cx="2798100" cy="2331600"/>
          </a:xfrm>
          <a:prstGeom prst="roundRect">
            <a:avLst>
              <a:gd fmla="val 3137" name="adj"/>
            </a:avLst>
          </a:prstGeom>
          <a:solidFill>
            <a:srgbClr val="152A3E"/>
          </a:solidFill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40"/>
          <p:cNvSpPr/>
          <p:nvPr/>
        </p:nvSpPr>
        <p:spPr>
          <a:xfrm>
            <a:off x="292608" y="2715768"/>
            <a:ext cx="2615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mbria"/>
              <a:buNone/>
            </a:pPr>
            <a:r>
              <a:rPr b="1" i="0" lang="en" sz="1050" u="none" cap="none" strike="noStrike">
                <a:solidFill>
                  <a:srgbClr val="F5A623"/>
                </a:solidFill>
                <a:latin typeface="Cambria"/>
                <a:ea typeface="Cambria"/>
                <a:cs typeface="Cambria"/>
                <a:sym typeface="Cambria"/>
              </a:rPr>
              <a:t>5080 → 3000 rpm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40"/>
          <p:cNvSpPr/>
          <p:nvPr/>
        </p:nvSpPr>
        <p:spPr>
          <a:xfrm>
            <a:off x="292608" y="3017520"/>
            <a:ext cx="2615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India grid = 50 Hz. 2-pole sync generator must spin at 3000 rpm: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Ns = 120 × f / P = 120 × 50 / 2 = 3000 rpm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40"/>
          <p:cNvSpPr/>
          <p:nvPr/>
        </p:nvSpPr>
        <p:spPr>
          <a:xfrm>
            <a:off x="3172968" y="2651760"/>
            <a:ext cx="2798100" cy="2331600"/>
          </a:xfrm>
          <a:prstGeom prst="roundRect">
            <a:avLst>
              <a:gd fmla="val 3137" name="adj"/>
            </a:avLst>
          </a:prstGeom>
          <a:solidFill>
            <a:srgbClr val="152A3E"/>
          </a:solidFill>
          <a:ln cap="flat" cmpd="sng" w="9525">
            <a:solidFill>
              <a:srgbClr val="F4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40"/>
          <p:cNvSpPr/>
          <p:nvPr/>
        </p:nvSpPr>
        <p:spPr>
          <a:xfrm>
            <a:off x="3264408" y="2715768"/>
            <a:ext cx="2615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3B"/>
              </a:buClr>
              <a:buSzPts val="1050"/>
              <a:buFont typeface="Cambria"/>
              <a:buNone/>
            </a:pPr>
            <a:r>
              <a:rPr b="1" i="0" lang="en" sz="1050" u="none" cap="none" strike="noStrike">
                <a:solidFill>
                  <a:srgbClr val="F4743B"/>
                </a:solidFill>
                <a:latin typeface="Cambria"/>
                <a:ea typeface="Cambria"/>
                <a:cs typeface="Cambria"/>
                <a:sym typeface="Cambria"/>
              </a:rPr>
              <a:t>Combustion 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40"/>
          <p:cNvSpPr/>
          <p:nvPr/>
        </p:nvSpPr>
        <p:spPr>
          <a:xfrm>
            <a:off x="3246120" y="3044952"/>
            <a:ext cx="2651700" cy="274200"/>
          </a:xfrm>
          <a:prstGeom prst="rect">
            <a:avLst/>
          </a:prstGeom>
          <a:solidFill>
            <a:srgbClr val="1A3550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40"/>
          <p:cNvSpPr/>
          <p:nvPr/>
        </p:nvSpPr>
        <p:spPr>
          <a:xfrm>
            <a:off x="3310128" y="30815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10 Can combustors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40"/>
          <p:cNvSpPr/>
          <p:nvPr/>
        </p:nvSpPr>
        <p:spPr>
          <a:xfrm>
            <a:off x="4636008" y="3081528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Annular can-type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40"/>
          <p:cNvSpPr/>
          <p:nvPr/>
        </p:nvSpPr>
        <p:spPr>
          <a:xfrm>
            <a:off x="3246120" y="3332988"/>
            <a:ext cx="2651700" cy="274200"/>
          </a:xfrm>
          <a:prstGeom prst="rect">
            <a:avLst/>
          </a:prstGeom>
          <a:solidFill>
            <a:srgbClr val="152A3E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40"/>
          <p:cNvSpPr/>
          <p:nvPr/>
        </p:nvSpPr>
        <p:spPr>
          <a:xfrm>
            <a:off x="3310128" y="3369564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Flame detectors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40"/>
          <p:cNvSpPr/>
          <p:nvPr/>
        </p:nvSpPr>
        <p:spPr>
          <a:xfrm>
            <a:off x="4636008" y="3369564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4 nos. UV/IR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40"/>
          <p:cNvSpPr/>
          <p:nvPr/>
        </p:nvSpPr>
        <p:spPr>
          <a:xfrm>
            <a:off x="3246120" y="3621024"/>
            <a:ext cx="2651700" cy="274200"/>
          </a:xfrm>
          <a:prstGeom prst="rect">
            <a:avLst/>
          </a:prstGeom>
          <a:solidFill>
            <a:srgbClr val="1A3550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40"/>
          <p:cNvSpPr/>
          <p:nvPr/>
        </p:nvSpPr>
        <p:spPr>
          <a:xfrm>
            <a:off x="3310128" y="3657600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Can #1 (leftmost)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40"/>
          <p:cNvSpPr/>
          <p:nvPr/>
        </p:nvSpPr>
        <p:spPr>
          <a:xfrm>
            <a:off x="4636008" y="3657600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Diesel engine pilot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40"/>
          <p:cNvSpPr/>
          <p:nvPr/>
        </p:nvSpPr>
        <p:spPr>
          <a:xfrm>
            <a:off x="3246120" y="3909060"/>
            <a:ext cx="2651700" cy="274200"/>
          </a:xfrm>
          <a:prstGeom prst="rect">
            <a:avLst/>
          </a:prstGeom>
          <a:solidFill>
            <a:srgbClr val="152A3E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40"/>
          <p:cNvSpPr/>
          <p:nvPr/>
        </p:nvSpPr>
        <p:spPr>
          <a:xfrm>
            <a:off x="3310128" y="3945636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GCV / SRV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40"/>
          <p:cNvSpPr/>
          <p:nvPr/>
        </p:nvSpPr>
        <p:spPr>
          <a:xfrm>
            <a:off x="4636008" y="3945636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Gas control / shutoff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40"/>
          <p:cNvSpPr/>
          <p:nvPr/>
        </p:nvSpPr>
        <p:spPr>
          <a:xfrm>
            <a:off x="3246120" y="4197096"/>
            <a:ext cx="2651700" cy="274200"/>
          </a:xfrm>
          <a:prstGeom prst="rect">
            <a:avLst/>
          </a:prstGeom>
          <a:solidFill>
            <a:srgbClr val="1A3550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40"/>
          <p:cNvSpPr/>
          <p:nvPr/>
        </p:nvSpPr>
        <p:spPr>
          <a:xfrm>
            <a:off x="3310128" y="4233672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LCV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40"/>
          <p:cNvSpPr/>
          <p:nvPr/>
        </p:nvSpPr>
        <p:spPr>
          <a:xfrm>
            <a:off x="4636008" y="4233672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Distillate fuel valve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40"/>
          <p:cNvSpPr/>
          <p:nvPr/>
        </p:nvSpPr>
        <p:spPr>
          <a:xfrm>
            <a:off x="3246120" y="4485132"/>
            <a:ext cx="2651700" cy="274200"/>
          </a:xfrm>
          <a:prstGeom prst="rect">
            <a:avLst/>
          </a:prstGeom>
          <a:solidFill>
            <a:srgbClr val="152A3E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40"/>
          <p:cNvSpPr/>
          <p:nvPr/>
        </p:nvSpPr>
        <p:spPr>
          <a:xfrm>
            <a:off x="3310128" y="452170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Fuel options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40"/>
          <p:cNvSpPr/>
          <p:nvPr/>
        </p:nvSpPr>
        <p:spPr>
          <a:xfrm>
            <a:off x="4636008" y="4521708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Gas / Mix / Distillate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40"/>
          <p:cNvSpPr/>
          <p:nvPr/>
        </p:nvSpPr>
        <p:spPr>
          <a:xfrm>
            <a:off x="3246120" y="4773168"/>
            <a:ext cx="2651700" cy="274200"/>
          </a:xfrm>
          <a:prstGeom prst="rect">
            <a:avLst/>
          </a:prstGeom>
          <a:solidFill>
            <a:srgbClr val="1A3550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40"/>
          <p:cNvSpPr/>
          <p:nvPr/>
        </p:nvSpPr>
        <p:spPr>
          <a:xfrm>
            <a:off x="3310128" y="4809744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Gas 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40"/>
          <p:cNvSpPr/>
          <p:nvPr/>
        </p:nvSpPr>
        <p:spPr>
          <a:xfrm>
            <a:off x="4636008" y="4809744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3381 l/min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40"/>
          <p:cNvSpPr/>
          <p:nvPr/>
        </p:nvSpPr>
        <p:spPr>
          <a:xfrm>
            <a:off x="6144768" y="2651760"/>
            <a:ext cx="2798100" cy="2331600"/>
          </a:xfrm>
          <a:prstGeom prst="roundRect">
            <a:avLst>
              <a:gd fmla="val 3137" name="adj"/>
            </a:avLst>
          </a:prstGeom>
          <a:solidFill>
            <a:srgbClr val="152A3E"/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40"/>
          <p:cNvSpPr/>
          <p:nvPr/>
        </p:nvSpPr>
        <p:spPr>
          <a:xfrm>
            <a:off x="6236208" y="2715768"/>
            <a:ext cx="2615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50"/>
              <a:buFont typeface="Cambria"/>
              <a:buNone/>
            </a:pPr>
            <a:r>
              <a:rPr b="1" i="0" lang="en" sz="1050" u="none" cap="none" strike="noStrike">
                <a:solidFill>
                  <a:srgbClr val="27AE60"/>
                </a:solidFill>
                <a:latin typeface="Cambria"/>
                <a:ea typeface="Cambria"/>
                <a:cs typeface="Cambria"/>
                <a:sym typeface="Cambria"/>
              </a:rPr>
              <a:t>Generator &amp; AVR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40"/>
          <p:cNvSpPr/>
          <p:nvPr/>
        </p:nvSpPr>
        <p:spPr>
          <a:xfrm>
            <a:off x="6217920" y="3044952"/>
            <a:ext cx="2651700" cy="274200"/>
          </a:xfrm>
          <a:prstGeom prst="rect">
            <a:avLst/>
          </a:prstGeom>
          <a:solidFill>
            <a:srgbClr val="1A3550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40"/>
          <p:cNvSpPr/>
          <p:nvPr/>
        </p:nvSpPr>
        <p:spPr>
          <a:xfrm>
            <a:off x="6281928" y="3081528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Rated MVA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40"/>
          <p:cNvSpPr/>
          <p:nvPr/>
        </p:nvSpPr>
        <p:spPr>
          <a:xfrm>
            <a:off x="7516368" y="30815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38.75 MVA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40"/>
          <p:cNvSpPr/>
          <p:nvPr/>
        </p:nvSpPr>
        <p:spPr>
          <a:xfrm>
            <a:off x="6217920" y="3332988"/>
            <a:ext cx="2651700" cy="274200"/>
          </a:xfrm>
          <a:prstGeom prst="rect">
            <a:avLst/>
          </a:prstGeom>
          <a:solidFill>
            <a:srgbClr val="152A3E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40"/>
          <p:cNvSpPr/>
          <p:nvPr/>
        </p:nvSpPr>
        <p:spPr>
          <a:xfrm>
            <a:off x="6281928" y="3369564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Poles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40"/>
          <p:cNvSpPr/>
          <p:nvPr/>
        </p:nvSpPr>
        <p:spPr>
          <a:xfrm>
            <a:off x="7516368" y="3369564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2-pole synchronous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40"/>
          <p:cNvSpPr/>
          <p:nvPr/>
        </p:nvSpPr>
        <p:spPr>
          <a:xfrm>
            <a:off x="6217920" y="3621024"/>
            <a:ext cx="2651700" cy="274200"/>
          </a:xfrm>
          <a:prstGeom prst="rect">
            <a:avLst/>
          </a:prstGeom>
          <a:solidFill>
            <a:srgbClr val="1A3550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40"/>
          <p:cNvSpPr/>
          <p:nvPr/>
        </p:nvSpPr>
        <p:spPr>
          <a:xfrm>
            <a:off x="6281928" y="3657600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Sync speed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40"/>
          <p:cNvSpPr/>
          <p:nvPr/>
        </p:nvSpPr>
        <p:spPr>
          <a:xfrm>
            <a:off x="7516368" y="3657600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3000 rpm @ 50 Hz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40"/>
          <p:cNvSpPr/>
          <p:nvPr/>
        </p:nvSpPr>
        <p:spPr>
          <a:xfrm>
            <a:off x="6217920" y="3909060"/>
            <a:ext cx="2651700" cy="274200"/>
          </a:xfrm>
          <a:prstGeom prst="rect">
            <a:avLst/>
          </a:prstGeom>
          <a:solidFill>
            <a:srgbClr val="152A3E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40"/>
          <p:cNvSpPr/>
          <p:nvPr/>
        </p:nvSpPr>
        <p:spPr>
          <a:xfrm>
            <a:off x="6281928" y="3945636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Voltage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40"/>
          <p:cNvSpPr/>
          <p:nvPr/>
        </p:nvSpPr>
        <p:spPr>
          <a:xfrm>
            <a:off x="7516368" y="3945636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11 kV → UT → 33 kV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40"/>
          <p:cNvSpPr/>
          <p:nvPr/>
        </p:nvSpPr>
        <p:spPr>
          <a:xfrm>
            <a:off x="6217920" y="4197096"/>
            <a:ext cx="2651700" cy="274200"/>
          </a:xfrm>
          <a:prstGeom prst="rect">
            <a:avLst/>
          </a:prstGeom>
          <a:solidFill>
            <a:srgbClr val="1A3550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40"/>
          <p:cNvSpPr/>
          <p:nvPr/>
        </p:nvSpPr>
        <p:spPr>
          <a:xfrm>
            <a:off x="6281928" y="4233672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AVR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40"/>
          <p:cNvSpPr/>
          <p:nvPr/>
        </p:nvSpPr>
        <p:spPr>
          <a:xfrm>
            <a:off x="7516368" y="4233672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Holds 11 kV; controls MVAR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40"/>
          <p:cNvSpPr/>
          <p:nvPr/>
        </p:nvSpPr>
        <p:spPr>
          <a:xfrm>
            <a:off x="6217920" y="4485132"/>
            <a:ext cx="2651700" cy="274200"/>
          </a:xfrm>
          <a:prstGeom prst="rect">
            <a:avLst/>
          </a:prstGeom>
          <a:solidFill>
            <a:srgbClr val="152A3E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40"/>
          <p:cNvSpPr/>
          <p:nvPr/>
        </p:nvSpPr>
        <p:spPr>
          <a:xfrm>
            <a:off x="6281928" y="4521708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Over-excit.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40"/>
          <p:cNvSpPr/>
          <p:nvPr/>
        </p:nvSpPr>
        <p:spPr>
          <a:xfrm>
            <a:off x="7516368" y="452170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Exports MVAR (lagging pf)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40"/>
          <p:cNvSpPr/>
          <p:nvPr/>
        </p:nvSpPr>
        <p:spPr>
          <a:xfrm>
            <a:off x="6217920" y="4773168"/>
            <a:ext cx="2651700" cy="274200"/>
          </a:xfrm>
          <a:prstGeom prst="rect">
            <a:avLst/>
          </a:prstGeom>
          <a:solidFill>
            <a:srgbClr val="1A3550"/>
          </a:solidFill>
          <a:ln cap="flat" cmpd="sng" w="12700">
            <a:solidFill>
              <a:srgbClr val="15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40"/>
          <p:cNvSpPr/>
          <p:nvPr/>
        </p:nvSpPr>
        <p:spPr>
          <a:xfrm>
            <a:off x="6281928" y="4809744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FA3B8"/>
                </a:solidFill>
                <a:latin typeface="Calibri"/>
                <a:ea typeface="Calibri"/>
                <a:cs typeface="Calibri"/>
                <a:sym typeface="Calibri"/>
              </a:rPr>
              <a:t>Droop / Isoch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40"/>
          <p:cNvSpPr/>
          <p:nvPr/>
        </p:nvSpPr>
        <p:spPr>
          <a:xfrm>
            <a:off x="7516368" y="4809744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Grid / Islanded mode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40"/>
          <p:cNvSpPr/>
          <p:nvPr/>
        </p:nvSpPr>
        <p:spPr>
          <a:xfrm>
            <a:off x="0" y="5088636"/>
            <a:ext cx="9144000" cy="54900"/>
          </a:xfrm>
          <a:prstGeom prst="rect">
            <a:avLst/>
          </a:prstGeom>
          <a:solidFill>
            <a:srgbClr val="F4743B"/>
          </a:solidFill>
          <a:ln cap="flat" cmpd="sng" w="12700">
            <a:solidFill>
              <a:srgbClr val="F4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